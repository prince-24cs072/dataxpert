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12192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51" autoAdjust="0"/>
    <p:restoredTop sz="89935" autoAdjust="0"/>
  </p:normalViewPr>
  <p:slideViewPr>
    <p:cSldViewPr snapToGrid="0" snapToObjects="1">
      <p:cViewPr varScale="1">
        <p:scale>
          <a:sx n="74" d="100"/>
          <a:sy n="74" d="100"/>
        </p:scale>
        <p:origin x="100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048258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10" Type="http://schemas.openxmlformats.org/officeDocument/2006/relationships/image" Target="../media/image14.png"/><Relationship Id="rId4" Type="http://schemas.openxmlformats.org/officeDocument/2006/relationships/image" Target="../media/image8.png"/><Relationship Id="rId9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dataxpert.dev/" TargetMode="Externa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www.instagram.com/dataxpert677276" TargetMode="External"/><Relationship Id="rId4" Type="http://schemas.openxmlformats.org/officeDocument/2006/relationships/hyperlink" Target="https://github.com/PRINCE-24CS072/DataXpert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8620" y="312420"/>
            <a:ext cx="901065" cy="901065"/>
          </a:xfrm>
          <a:custGeom>
            <a:avLst/>
            <a:gdLst/>
            <a:ahLst/>
            <a:cxnLst/>
            <a:rect l="l" t="t" r="r" b="b"/>
            <a:pathLst>
              <a:path w="901065" h="901065">
                <a:moveTo>
                  <a:pt x="76203" y="0"/>
                </a:moveTo>
                <a:lnTo>
                  <a:pt x="824862" y="0"/>
                </a:lnTo>
                <a:cubicBezTo>
                  <a:pt x="866948" y="0"/>
                  <a:pt x="901065" y="34117"/>
                  <a:pt x="901065" y="76203"/>
                </a:cubicBezTo>
                <a:lnTo>
                  <a:pt x="901065" y="824862"/>
                </a:lnTo>
                <a:cubicBezTo>
                  <a:pt x="901065" y="866948"/>
                  <a:pt x="866948" y="901065"/>
                  <a:pt x="824862" y="901065"/>
                </a:cubicBezTo>
                <a:lnTo>
                  <a:pt x="76203" y="901065"/>
                </a:lnTo>
                <a:cubicBezTo>
                  <a:pt x="34117" y="901065"/>
                  <a:pt x="0" y="866948"/>
                  <a:pt x="0" y="824862"/>
                </a:cubicBezTo>
                <a:lnTo>
                  <a:pt x="0" y="76203"/>
                </a:lnTo>
                <a:cubicBezTo>
                  <a:pt x="0" y="34145"/>
                  <a:pt x="34145" y="0"/>
                  <a:pt x="76203" y="0"/>
                </a:cubicBezTo>
                <a:close/>
              </a:path>
            </a:pathLst>
          </a:custGeom>
          <a:solidFill>
            <a:srgbClr val="F9FAFB"/>
          </a:solidFill>
          <a:ln w="20320">
            <a:solidFill>
              <a:srgbClr val="D1D5DC"/>
            </a:solidFill>
            <a:prstDash val="dash"/>
          </a:ln>
        </p:spPr>
      </p:sp>
      <p:sp>
        <p:nvSpPr>
          <p:cNvPr id="3" name="Text 1"/>
          <p:cNvSpPr/>
          <p:nvPr/>
        </p:nvSpPr>
        <p:spPr>
          <a:xfrm>
            <a:off x="554593" y="609719"/>
            <a:ext cx="571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99A1A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University</a:t>
            </a:r>
            <a:endParaRPr lang="en-US" sz="1600" dirty="0"/>
          </a:p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99A1A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Logo 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630103" y="2133718"/>
            <a:ext cx="3030538" cy="7240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079433" y="2971919"/>
            <a:ext cx="61436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AI-Assisted Business Data Analytics &amp; Management System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843939" y="3390900"/>
            <a:ext cx="26003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2219325" y="3699711"/>
            <a:ext cx="7753350" cy="1295400"/>
          </a:xfrm>
          <a:custGeom>
            <a:avLst/>
            <a:gdLst/>
            <a:ahLst/>
            <a:cxnLst/>
            <a:rect l="l" t="t" r="r" b="b"/>
            <a:pathLst>
              <a:path w="7753350" h="1295400">
                <a:moveTo>
                  <a:pt x="152404" y="0"/>
                </a:moveTo>
                <a:lnTo>
                  <a:pt x="7600946" y="0"/>
                </a:lnTo>
                <a:cubicBezTo>
                  <a:pt x="7685116" y="0"/>
                  <a:pt x="7753350" y="68234"/>
                  <a:pt x="7753350" y="152404"/>
                </a:cubicBezTo>
                <a:lnTo>
                  <a:pt x="7753350" y="1142996"/>
                </a:lnTo>
                <a:cubicBezTo>
                  <a:pt x="7753350" y="1227166"/>
                  <a:pt x="7685116" y="1295400"/>
                  <a:pt x="7600946" y="1295400"/>
                </a:cubicBezTo>
                <a:lnTo>
                  <a:pt x="152404" y="1295400"/>
                </a:lnTo>
                <a:cubicBezTo>
                  <a:pt x="68234" y="1295400"/>
                  <a:pt x="0" y="1227166"/>
                  <a:pt x="0" y="1142996"/>
                </a:cubicBezTo>
                <a:lnTo>
                  <a:pt x="0" y="152404"/>
                </a:lnTo>
                <a:cubicBezTo>
                  <a:pt x="0" y="68234"/>
                  <a:pt x="68234" y="0"/>
                  <a:pt x="152404" y="0"/>
                </a:cubicBezTo>
                <a:close/>
              </a:path>
            </a:pathLst>
          </a:custGeom>
          <a:gradFill flip="none" rotWithShape="1">
            <a:gsLst>
              <a:gs pos="0">
                <a:srgbClr val="6366F1">
                  <a:alpha val="5000"/>
                </a:srgbClr>
              </a:gs>
              <a:gs pos="100000">
                <a:srgbClr val="818CF8">
                  <a:alpha val="5000"/>
                </a:srgbClr>
              </a:gs>
            </a:gsLst>
            <a:lin ang="0" scaled="1"/>
          </a:gradFill>
          <a:ln/>
        </p:spPr>
      </p:sp>
      <p:sp>
        <p:nvSpPr>
          <p:cNvPr id="12" name="Text 10"/>
          <p:cNvSpPr/>
          <p:nvPr/>
        </p:nvSpPr>
        <p:spPr>
          <a:xfrm>
            <a:off x="2405062" y="3928311"/>
            <a:ext cx="73818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Team Members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2409825" y="4347411"/>
            <a:ext cx="23050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Prince Patel -24CS072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2414587" y="4576011"/>
            <a:ext cx="22955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4A556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Team Lead &amp; Backend Developer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942522" y="4347411"/>
            <a:ext cx="23050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Manav Patel -24CS067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947285" y="4576011"/>
            <a:ext cx="22955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4A556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Frontend Developer &amp; UI/UX Designer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475220" y="4347411"/>
            <a:ext cx="23050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Srujal Patel -24CS076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479982" y="4576011"/>
            <a:ext cx="22955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4A556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AI/ML Engineer &amp; Database Architect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3749002" y="6548748"/>
            <a:ext cx="4820678" cy="2423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ts val="1980"/>
              </a:lnSpc>
            </a:pPr>
            <a:r>
              <a:rPr lang="en-US" sz="1600" b="1" dirty="0">
                <a:latin typeface="Calibri (MS)"/>
                <a:ea typeface="Calibri (MS)"/>
                <a:cs typeface="Calibri (MS)"/>
                <a:sym typeface="Calibri (MS)"/>
              </a:rPr>
              <a:t>Department of Computer Science &amp; Engineering ,CSPIT</a:t>
            </a:r>
          </a:p>
        </p:txBody>
      </p:sp>
      <p:sp>
        <p:nvSpPr>
          <p:cNvPr id="24" name="Text 22"/>
          <p:cNvSpPr/>
          <p:nvPr/>
        </p:nvSpPr>
        <p:spPr>
          <a:xfrm>
            <a:off x="9300438" y="5962650"/>
            <a:ext cx="14859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050" dirty="0">
                <a:solidFill>
                  <a:srgbClr val="6A728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Visit us at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9290913" y="6153150"/>
            <a:ext cx="14954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1200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https://dataxpert.dev</a:t>
            </a:r>
            <a:endParaRPr lang="en-US" sz="1600" dirty="0"/>
          </a:p>
        </p:txBody>
      </p:sp>
      <p:grpSp>
        <p:nvGrpSpPr>
          <p:cNvPr id="28" name="Group 14">
            <a:extLst>
              <a:ext uri="{FF2B5EF4-FFF2-40B4-BE49-F238E27FC236}">
                <a16:creationId xmlns:a16="http://schemas.microsoft.com/office/drawing/2014/main" id="{80EAF67E-48CB-6697-8D85-9A8A3FDB50E2}"/>
              </a:ext>
            </a:extLst>
          </p:cNvPr>
          <p:cNvGrpSpPr/>
          <p:nvPr/>
        </p:nvGrpSpPr>
        <p:grpSpPr>
          <a:xfrm>
            <a:off x="152465" y="76319"/>
            <a:ext cx="1286941" cy="1066800"/>
            <a:chOff x="0" y="0"/>
            <a:chExt cx="2751874" cy="2363000"/>
          </a:xfrm>
        </p:grpSpPr>
        <p:sp>
          <p:nvSpPr>
            <p:cNvPr id="29" name="Freeform 15" descr="https://lh4.googleusercontent.com/IIp9INQtNAkGyRWg-uaA-aP46AG9XReZpFHTPkJdyD4rCWvI6U47zA6JCDIoiaYIbWZbPe-hO4M0hRZsggrR8PkIKUdOOMehx8FhMAqDUxwkT4kQv84Fv_GbpmfcILudMPQZZQXk6V6AM2ao03dPD8xNpkOrVoK3j0-pBdCY-iyCeAqDNXXnbhwJw9oqsqYZkpYIh-Q6JA">
              <a:extLst>
                <a:ext uri="{FF2B5EF4-FFF2-40B4-BE49-F238E27FC236}">
                  <a16:creationId xmlns:a16="http://schemas.microsoft.com/office/drawing/2014/main" id="{2590EB0D-FD50-C908-7298-ED3EF5B94589}"/>
                </a:ext>
              </a:extLst>
            </p:cNvPr>
            <p:cNvSpPr/>
            <p:nvPr/>
          </p:nvSpPr>
          <p:spPr>
            <a:xfrm>
              <a:off x="0" y="0"/>
              <a:ext cx="2751836" cy="2362962"/>
            </a:xfrm>
            <a:custGeom>
              <a:avLst/>
              <a:gdLst/>
              <a:ahLst/>
              <a:cxnLst/>
              <a:rect l="l" t="t" r="r" b="b"/>
              <a:pathLst>
                <a:path w="2751836" h="2362962">
                  <a:moveTo>
                    <a:pt x="0" y="0"/>
                  </a:moveTo>
                  <a:lnTo>
                    <a:pt x="2751836" y="0"/>
                  </a:lnTo>
                  <a:lnTo>
                    <a:pt x="2751836" y="2362962"/>
                  </a:lnTo>
                  <a:lnTo>
                    <a:pt x="0" y="236296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r="-1023" b="-1"/>
              </a:stretch>
            </a:blipFill>
          </p:spPr>
          <p:txBody>
            <a:bodyPr/>
            <a:lstStyle/>
            <a:p>
              <a:endParaRPr lang="en-IN" dirty="0"/>
            </a:p>
          </p:txBody>
        </p:sp>
      </p:grpSp>
      <p:grpSp>
        <p:nvGrpSpPr>
          <p:cNvPr id="30" name="Group 12">
            <a:extLst>
              <a:ext uri="{FF2B5EF4-FFF2-40B4-BE49-F238E27FC236}">
                <a16:creationId xmlns:a16="http://schemas.microsoft.com/office/drawing/2014/main" id="{1236DF0D-8DBA-54F2-EF5A-C62845D1B3CB}"/>
              </a:ext>
            </a:extLst>
          </p:cNvPr>
          <p:cNvGrpSpPr/>
          <p:nvPr/>
        </p:nvGrpSpPr>
        <p:grpSpPr>
          <a:xfrm>
            <a:off x="9032239" y="254520"/>
            <a:ext cx="3007311" cy="710398"/>
            <a:chOff x="0" y="0"/>
            <a:chExt cx="10916706" cy="1635418"/>
          </a:xfrm>
        </p:grpSpPr>
        <p:sp>
          <p:nvSpPr>
            <p:cNvPr id="31" name="Freeform 13">
              <a:extLst>
                <a:ext uri="{FF2B5EF4-FFF2-40B4-BE49-F238E27FC236}">
                  <a16:creationId xmlns:a16="http://schemas.microsoft.com/office/drawing/2014/main" id="{01B140D2-A978-26C5-E1C1-74DA680A6BCF}"/>
                </a:ext>
              </a:extLst>
            </p:cNvPr>
            <p:cNvSpPr/>
            <p:nvPr/>
          </p:nvSpPr>
          <p:spPr>
            <a:xfrm>
              <a:off x="0" y="0"/>
              <a:ext cx="10916652" cy="1635469"/>
            </a:xfrm>
            <a:custGeom>
              <a:avLst/>
              <a:gdLst/>
              <a:ahLst/>
              <a:cxnLst/>
              <a:rect l="l" t="t" r="r" b="b"/>
              <a:pathLst>
                <a:path w="10916652" h="1635469">
                  <a:moveTo>
                    <a:pt x="0" y="0"/>
                  </a:moveTo>
                  <a:lnTo>
                    <a:pt x="10916652" y="0"/>
                  </a:lnTo>
                  <a:lnTo>
                    <a:pt x="10916652" y="1635469"/>
                  </a:lnTo>
                  <a:lnTo>
                    <a:pt x="0" y="16354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13509" b="-13509"/>
              </a:stretch>
            </a:blipFill>
          </p:spPr>
        </p:sp>
      </p:grpSp>
      <p:pic>
        <p:nvPicPr>
          <p:cNvPr id="33" name="Picture 32">
            <a:extLst>
              <a:ext uri="{FF2B5EF4-FFF2-40B4-BE49-F238E27FC236}">
                <a16:creationId xmlns:a16="http://schemas.microsoft.com/office/drawing/2014/main" id="{D7FADC69-1BFA-CD0B-9559-28CFFA80BFC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891809" y="5613644"/>
            <a:ext cx="1056285" cy="1056285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B9612A99-6463-0460-9772-A9D0E21BAA4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98473" y="1905118"/>
            <a:ext cx="2849099" cy="790587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1A8176CF-DDF1-98BE-EB06-E587BEC6CE45}"/>
              </a:ext>
            </a:extLst>
          </p:cNvPr>
          <p:cNvSpPr/>
          <p:nvPr/>
        </p:nvSpPr>
        <p:spPr>
          <a:xfrm>
            <a:off x="30479" y="66891"/>
            <a:ext cx="12085321" cy="6714790"/>
          </a:xfrm>
          <a:prstGeom prst="rect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4"/>
          <p:cNvSpPr/>
          <p:nvPr/>
        </p:nvSpPr>
        <p:spPr>
          <a:xfrm>
            <a:off x="400050" y="1020127"/>
            <a:ext cx="1165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What is DataXpert?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00050" y="1591627"/>
            <a:ext cx="914400" cy="38100"/>
          </a:xfrm>
          <a:custGeom>
            <a:avLst/>
            <a:gdLst/>
            <a:ahLst/>
            <a:cxnLst/>
            <a:rect l="l" t="t" r="r" b="b"/>
            <a:pathLst>
              <a:path w="914400" h="38100">
                <a:moveTo>
                  <a:pt x="19050" y="0"/>
                </a:moveTo>
                <a:lnTo>
                  <a:pt x="895350" y="0"/>
                </a:lnTo>
                <a:cubicBezTo>
                  <a:pt x="905864" y="0"/>
                  <a:pt x="914400" y="8536"/>
                  <a:pt x="914400" y="19050"/>
                </a:cubicBezTo>
                <a:lnTo>
                  <a:pt x="914400" y="19050"/>
                </a:lnTo>
                <a:cubicBezTo>
                  <a:pt x="914400" y="29564"/>
                  <a:pt x="905864" y="38100"/>
                  <a:pt x="895350" y="38100"/>
                </a:cubicBezTo>
                <a:lnTo>
                  <a:pt x="19050" y="38100"/>
                </a:lnTo>
                <a:cubicBezTo>
                  <a:pt x="8536" y="38100"/>
                  <a:pt x="0" y="29564"/>
                  <a:pt x="0" y="19050"/>
                </a:cubicBezTo>
                <a:lnTo>
                  <a:pt x="0" y="19050"/>
                </a:lnTo>
                <a:cubicBezTo>
                  <a:pt x="0" y="8536"/>
                  <a:pt x="8536" y="0"/>
                  <a:pt x="19050" y="0"/>
                </a:cubicBezTo>
                <a:close/>
              </a:path>
            </a:pathLst>
          </a:custGeom>
          <a:gradFill flip="none" rotWithShape="1">
            <a:gsLst>
              <a:gs pos="0">
                <a:srgbClr val="6366F1"/>
              </a:gs>
              <a:gs pos="100000">
                <a:srgbClr val="818CF8"/>
              </a:gs>
            </a:gsLst>
            <a:lin ang="0" scaled="1"/>
          </a:gradFill>
          <a:ln/>
        </p:spPr>
      </p:sp>
      <p:sp>
        <p:nvSpPr>
          <p:cNvPr id="8" name="Shape 6"/>
          <p:cNvSpPr/>
          <p:nvPr/>
        </p:nvSpPr>
        <p:spPr>
          <a:xfrm>
            <a:off x="419100" y="1934527"/>
            <a:ext cx="5543550" cy="1019175"/>
          </a:xfrm>
          <a:custGeom>
            <a:avLst/>
            <a:gdLst/>
            <a:ahLst/>
            <a:cxnLst/>
            <a:rect l="l" t="t" r="r" b="b"/>
            <a:pathLst>
              <a:path w="5543550" h="1019175">
                <a:moveTo>
                  <a:pt x="38100" y="0"/>
                </a:moveTo>
                <a:lnTo>
                  <a:pt x="5391153" y="0"/>
                </a:lnTo>
                <a:cubicBezTo>
                  <a:pt x="5475319" y="0"/>
                  <a:pt x="5543550" y="68231"/>
                  <a:pt x="5543550" y="152397"/>
                </a:cubicBezTo>
                <a:lnTo>
                  <a:pt x="5543550" y="866778"/>
                </a:lnTo>
                <a:cubicBezTo>
                  <a:pt x="5543550" y="950944"/>
                  <a:pt x="5475319" y="1019175"/>
                  <a:pt x="5391153" y="1019175"/>
                </a:cubicBezTo>
                <a:lnTo>
                  <a:pt x="38100" y="1019175"/>
                </a:lnTo>
                <a:cubicBezTo>
                  <a:pt x="17058" y="1019175"/>
                  <a:pt x="0" y="1002117"/>
                  <a:pt x="0" y="98107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gradFill flip="none" rotWithShape="1">
            <a:gsLst>
              <a:gs pos="0">
                <a:srgbClr val="6366F1">
                  <a:alpha val="10000"/>
                </a:srgbClr>
              </a:gs>
              <a:gs pos="100000">
                <a:srgbClr val="818CF8">
                  <a:alpha val="5000"/>
                </a:srgbClr>
              </a:gs>
            </a:gsLst>
            <a:lin ang="2700000" scaled="1"/>
          </a:gradFill>
          <a:ln/>
        </p:spPr>
      </p:sp>
      <p:sp>
        <p:nvSpPr>
          <p:cNvPr id="9" name="Shape 7"/>
          <p:cNvSpPr/>
          <p:nvPr/>
        </p:nvSpPr>
        <p:spPr>
          <a:xfrm>
            <a:off x="419100" y="1934527"/>
            <a:ext cx="38100" cy="1019175"/>
          </a:xfrm>
          <a:custGeom>
            <a:avLst/>
            <a:gdLst/>
            <a:ahLst/>
            <a:cxnLst/>
            <a:rect l="l" t="t" r="r" b="b"/>
            <a:pathLst>
              <a:path w="38100" h="1019175">
                <a:moveTo>
                  <a:pt x="38100" y="0"/>
                </a:moveTo>
                <a:lnTo>
                  <a:pt x="38100" y="0"/>
                </a:lnTo>
                <a:lnTo>
                  <a:pt x="38100" y="1019175"/>
                </a:lnTo>
                <a:lnTo>
                  <a:pt x="38100" y="1019175"/>
                </a:lnTo>
                <a:cubicBezTo>
                  <a:pt x="17072" y="1019175"/>
                  <a:pt x="0" y="1002103"/>
                  <a:pt x="0" y="98107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10" name="Text 8"/>
          <p:cNvSpPr/>
          <p:nvPr/>
        </p:nvSpPr>
        <p:spPr>
          <a:xfrm>
            <a:off x="666750" y="2163127"/>
            <a:ext cx="5153025" cy="561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50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DataXpert is an </a:t>
            </a:r>
            <a:r>
              <a:rPr lang="en-US" sz="1350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intelligent web platform</a:t>
            </a:r>
            <a:r>
              <a:rPr lang="en-US" sz="1350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that helps businesses understand their data better.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00050" y="3177540"/>
            <a:ext cx="56578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Think of it as your personal data analyst that: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00050" y="363474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lnTo>
                  <a:pt x="152400" y="0"/>
                </a:lnTo>
                <a:cubicBezTo>
                  <a:pt x="236512" y="0"/>
                  <a:pt x="304800" y="68288"/>
                  <a:pt x="304800" y="152400"/>
                </a:cubicBezTo>
                <a:lnTo>
                  <a:pt x="304800" y="152400"/>
                </a:lnTo>
                <a:cubicBezTo>
                  <a:pt x="304800" y="236512"/>
                  <a:pt x="236512" y="304800"/>
                  <a:pt x="15240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13" name="Shape 11"/>
          <p:cNvSpPr/>
          <p:nvPr/>
        </p:nvSpPr>
        <p:spPr>
          <a:xfrm>
            <a:off x="496491" y="3720465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6681" y="53600"/>
                </a:moveTo>
                <a:cubicBezTo>
                  <a:pt x="112827" y="56153"/>
                  <a:pt x="108399" y="58210"/>
                  <a:pt x="103789" y="59851"/>
                </a:cubicBezTo>
                <a:cubicBezTo>
                  <a:pt x="91548" y="64227"/>
                  <a:pt x="75478" y="66675"/>
                  <a:pt x="58341" y="66675"/>
                </a:cubicBezTo>
                <a:cubicBezTo>
                  <a:pt x="41203" y="66675"/>
                  <a:pt x="25107" y="64201"/>
                  <a:pt x="12892" y="59851"/>
                </a:cubicBezTo>
                <a:cubicBezTo>
                  <a:pt x="8308" y="58210"/>
                  <a:pt x="3855" y="56153"/>
                  <a:pt x="0" y="53600"/>
                </a:cubicBezTo>
                <a:lnTo>
                  <a:pt x="0" y="75009"/>
                </a:lnTo>
                <a:cubicBezTo>
                  <a:pt x="0" y="86521"/>
                  <a:pt x="26123" y="95845"/>
                  <a:pt x="58341" y="95845"/>
                </a:cubicBezTo>
                <a:cubicBezTo>
                  <a:pt x="90558" y="95845"/>
                  <a:pt x="116681" y="86521"/>
                  <a:pt x="116681" y="75009"/>
                </a:cubicBezTo>
                <a:lnTo>
                  <a:pt x="116681" y="53600"/>
                </a:lnTo>
                <a:close/>
                <a:moveTo>
                  <a:pt x="116681" y="33337"/>
                </a:moveTo>
                <a:lnTo>
                  <a:pt x="116681" y="20836"/>
                </a:lnTo>
                <a:cubicBezTo>
                  <a:pt x="116681" y="9324"/>
                  <a:pt x="90558" y="0"/>
                  <a:pt x="58341" y="0"/>
                </a:cubicBezTo>
                <a:cubicBezTo>
                  <a:pt x="26123" y="0"/>
                  <a:pt x="0" y="9324"/>
                  <a:pt x="0" y="20836"/>
                </a:cubicBezTo>
                <a:lnTo>
                  <a:pt x="0" y="33337"/>
                </a:lnTo>
                <a:cubicBezTo>
                  <a:pt x="0" y="44849"/>
                  <a:pt x="26123" y="54173"/>
                  <a:pt x="58341" y="54173"/>
                </a:cubicBezTo>
                <a:cubicBezTo>
                  <a:pt x="90558" y="54173"/>
                  <a:pt x="116681" y="44849"/>
                  <a:pt x="116681" y="33337"/>
                </a:cubicBezTo>
                <a:close/>
                <a:moveTo>
                  <a:pt x="103789" y="101523"/>
                </a:moveTo>
                <a:cubicBezTo>
                  <a:pt x="91574" y="105873"/>
                  <a:pt x="75504" y="108347"/>
                  <a:pt x="58341" y="108347"/>
                </a:cubicBezTo>
                <a:cubicBezTo>
                  <a:pt x="41177" y="108347"/>
                  <a:pt x="25107" y="105873"/>
                  <a:pt x="12892" y="101523"/>
                </a:cubicBezTo>
                <a:cubicBezTo>
                  <a:pt x="8308" y="99882"/>
                  <a:pt x="3855" y="97825"/>
                  <a:pt x="0" y="95272"/>
                </a:cubicBezTo>
                <a:lnTo>
                  <a:pt x="0" y="112514"/>
                </a:lnTo>
                <a:cubicBezTo>
                  <a:pt x="0" y="124026"/>
                  <a:pt x="26123" y="133350"/>
                  <a:pt x="58341" y="133350"/>
                </a:cubicBezTo>
                <a:cubicBezTo>
                  <a:pt x="90558" y="133350"/>
                  <a:pt x="116681" y="124026"/>
                  <a:pt x="116681" y="112514"/>
                </a:cubicBezTo>
                <a:lnTo>
                  <a:pt x="116681" y="95272"/>
                </a:lnTo>
                <a:cubicBezTo>
                  <a:pt x="112827" y="97825"/>
                  <a:pt x="108399" y="99882"/>
                  <a:pt x="103789" y="101523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4" name="Text 12"/>
          <p:cNvSpPr/>
          <p:nvPr/>
        </p:nvSpPr>
        <p:spPr>
          <a:xfrm>
            <a:off x="819150" y="3596640"/>
            <a:ext cx="34671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Takes your business data (sales, expenses, profits)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00050" y="409194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lnTo>
                  <a:pt x="152400" y="0"/>
                </a:lnTo>
                <a:cubicBezTo>
                  <a:pt x="236512" y="0"/>
                  <a:pt x="304800" y="68288"/>
                  <a:pt x="304800" y="152400"/>
                </a:cubicBezTo>
                <a:lnTo>
                  <a:pt x="304800" y="152400"/>
                </a:lnTo>
                <a:cubicBezTo>
                  <a:pt x="304800" y="236512"/>
                  <a:pt x="236512" y="304800"/>
                  <a:pt x="15240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16" name="Shape 14"/>
          <p:cNvSpPr/>
          <p:nvPr/>
        </p:nvSpPr>
        <p:spPr>
          <a:xfrm>
            <a:off x="479822" y="4177665"/>
            <a:ext cx="150019" cy="133350"/>
          </a:xfrm>
          <a:custGeom>
            <a:avLst/>
            <a:gdLst/>
            <a:ahLst/>
            <a:cxnLst/>
            <a:rect l="l" t="t" r="r" b="b"/>
            <a:pathLst>
              <a:path w="150019" h="133350">
                <a:moveTo>
                  <a:pt x="133454" y="62508"/>
                </a:moveTo>
                <a:lnTo>
                  <a:pt x="87615" y="62508"/>
                </a:lnTo>
                <a:cubicBezTo>
                  <a:pt x="83005" y="62508"/>
                  <a:pt x="79281" y="58783"/>
                  <a:pt x="79281" y="54173"/>
                </a:cubicBezTo>
                <a:lnTo>
                  <a:pt x="79281" y="8334"/>
                </a:lnTo>
                <a:cubicBezTo>
                  <a:pt x="79281" y="3724"/>
                  <a:pt x="83031" y="-52"/>
                  <a:pt x="87589" y="547"/>
                </a:cubicBezTo>
                <a:cubicBezTo>
                  <a:pt x="115457" y="4245"/>
                  <a:pt x="137543" y="26331"/>
                  <a:pt x="141242" y="54199"/>
                </a:cubicBezTo>
                <a:cubicBezTo>
                  <a:pt x="141841" y="58757"/>
                  <a:pt x="138064" y="62508"/>
                  <a:pt x="133454" y="62508"/>
                </a:cubicBezTo>
                <a:close/>
                <a:moveTo>
                  <a:pt x="57976" y="9689"/>
                </a:moveTo>
                <a:cubicBezTo>
                  <a:pt x="62690" y="8699"/>
                  <a:pt x="66779" y="12554"/>
                  <a:pt x="66779" y="17372"/>
                </a:cubicBezTo>
                <a:lnTo>
                  <a:pt x="66779" y="68759"/>
                </a:lnTo>
                <a:cubicBezTo>
                  <a:pt x="66779" y="70217"/>
                  <a:pt x="67300" y="71624"/>
                  <a:pt x="68212" y="72743"/>
                </a:cubicBezTo>
                <a:lnTo>
                  <a:pt x="102617" y="114259"/>
                </a:lnTo>
                <a:cubicBezTo>
                  <a:pt x="105664" y="117931"/>
                  <a:pt x="105013" y="123479"/>
                  <a:pt x="100820" y="125745"/>
                </a:cubicBezTo>
                <a:cubicBezTo>
                  <a:pt x="91939" y="130589"/>
                  <a:pt x="81755" y="133350"/>
                  <a:pt x="70946" y="133350"/>
                </a:cubicBezTo>
                <a:cubicBezTo>
                  <a:pt x="36437" y="133350"/>
                  <a:pt x="8439" y="105352"/>
                  <a:pt x="8439" y="70842"/>
                </a:cubicBezTo>
                <a:cubicBezTo>
                  <a:pt x="8439" y="40760"/>
                  <a:pt x="29665" y="15653"/>
                  <a:pt x="57976" y="9689"/>
                </a:cubicBezTo>
                <a:close/>
                <a:moveTo>
                  <a:pt x="124443" y="75009"/>
                </a:moveTo>
                <a:lnTo>
                  <a:pt x="141111" y="75009"/>
                </a:lnTo>
                <a:cubicBezTo>
                  <a:pt x="145930" y="75009"/>
                  <a:pt x="149784" y="79098"/>
                  <a:pt x="148795" y="83813"/>
                </a:cubicBezTo>
                <a:cubicBezTo>
                  <a:pt x="146138" y="96418"/>
                  <a:pt x="139679" y="107618"/>
                  <a:pt x="130667" y="116160"/>
                </a:cubicBezTo>
                <a:cubicBezTo>
                  <a:pt x="127464" y="119208"/>
                  <a:pt x="122437" y="118556"/>
                  <a:pt x="119624" y="115145"/>
                </a:cubicBezTo>
                <a:lnTo>
                  <a:pt x="97642" y="88657"/>
                </a:lnTo>
                <a:cubicBezTo>
                  <a:pt x="93137" y="83214"/>
                  <a:pt x="97017" y="75009"/>
                  <a:pt x="104049" y="75009"/>
                </a:cubicBezTo>
                <a:lnTo>
                  <a:pt x="124417" y="75009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7" name="Text 15"/>
          <p:cNvSpPr/>
          <p:nvPr/>
        </p:nvSpPr>
        <p:spPr>
          <a:xfrm>
            <a:off x="819150" y="4053840"/>
            <a:ext cx="28670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Creates beautiful visual charts and graphs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00050" y="454914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lnTo>
                  <a:pt x="152400" y="0"/>
                </a:lnTo>
                <a:cubicBezTo>
                  <a:pt x="236512" y="0"/>
                  <a:pt x="304800" y="68288"/>
                  <a:pt x="304800" y="152400"/>
                </a:cubicBezTo>
                <a:lnTo>
                  <a:pt x="304800" y="152400"/>
                </a:lnTo>
                <a:cubicBezTo>
                  <a:pt x="304800" y="236512"/>
                  <a:pt x="236512" y="304800"/>
                  <a:pt x="15240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19" name="Shape 17"/>
          <p:cNvSpPr/>
          <p:nvPr/>
        </p:nvSpPr>
        <p:spPr>
          <a:xfrm>
            <a:off x="479822" y="4634865"/>
            <a:ext cx="150019" cy="133350"/>
          </a:xfrm>
          <a:custGeom>
            <a:avLst/>
            <a:gdLst/>
            <a:ahLst/>
            <a:cxnLst/>
            <a:rect l="l" t="t" r="r" b="b"/>
            <a:pathLst>
              <a:path w="150019" h="133350">
                <a:moveTo>
                  <a:pt x="100013" y="37505"/>
                </a:moveTo>
                <a:cubicBezTo>
                  <a:pt x="100013" y="62820"/>
                  <a:pt x="77614" y="83344"/>
                  <a:pt x="50006" y="83344"/>
                </a:cubicBezTo>
                <a:cubicBezTo>
                  <a:pt x="43052" y="83344"/>
                  <a:pt x="36437" y="82042"/>
                  <a:pt x="30420" y="79697"/>
                </a:cubicBezTo>
                <a:lnTo>
                  <a:pt x="9168" y="90949"/>
                </a:lnTo>
                <a:cubicBezTo>
                  <a:pt x="6746" y="92225"/>
                  <a:pt x="3777" y="91782"/>
                  <a:pt x="1823" y="89855"/>
                </a:cubicBezTo>
                <a:cubicBezTo>
                  <a:pt x="-130" y="87928"/>
                  <a:pt x="-573" y="84932"/>
                  <a:pt x="729" y="82510"/>
                </a:cubicBezTo>
                <a:lnTo>
                  <a:pt x="10001" y="65008"/>
                </a:lnTo>
                <a:cubicBezTo>
                  <a:pt x="3724" y="57351"/>
                  <a:pt x="0" y="47818"/>
                  <a:pt x="0" y="37505"/>
                </a:cubicBezTo>
                <a:cubicBezTo>
                  <a:pt x="0" y="12189"/>
                  <a:pt x="22399" y="-8334"/>
                  <a:pt x="50006" y="-8334"/>
                </a:cubicBezTo>
                <a:cubicBezTo>
                  <a:pt x="77614" y="-8334"/>
                  <a:pt x="100013" y="12189"/>
                  <a:pt x="100013" y="37505"/>
                </a:cubicBezTo>
                <a:close/>
                <a:moveTo>
                  <a:pt x="100013" y="133350"/>
                </a:moveTo>
                <a:cubicBezTo>
                  <a:pt x="75504" y="133350"/>
                  <a:pt x="55111" y="117176"/>
                  <a:pt x="50840" y="95845"/>
                </a:cubicBezTo>
                <a:cubicBezTo>
                  <a:pt x="82094" y="95455"/>
                  <a:pt x="109258" y="73212"/>
                  <a:pt x="112254" y="43052"/>
                </a:cubicBezTo>
                <a:cubicBezTo>
                  <a:pt x="133949" y="48053"/>
                  <a:pt x="150019" y="66050"/>
                  <a:pt x="150019" y="87511"/>
                </a:cubicBezTo>
                <a:cubicBezTo>
                  <a:pt x="150019" y="97825"/>
                  <a:pt x="146294" y="107357"/>
                  <a:pt x="140018" y="115014"/>
                </a:cubicBezTo>
                <a:lnTo>
                  <a:pt x="149289" y="132517"/>
                </a:lnTo>
                <a:cubicBezTo>
                  <a:pt x="150566" y="134939"/>
                  <a:pt x="150123" y="137908"/>
                  <a:pt x="148196" y="139861"/>
                </a:cubicBezTo>
                <a:cubicBezTo>
                  <a:pt x="146268" y="141815"/>
                  <a:pt x="143273" y="142257"/>
                  <a:pt x="140851" y="140955"/>
                </a:cubicBezTo>
                <a:lnTo>
                  <a:pt x="119598" y="129704"/>
                </a:lnTo>
                <a:cubicBezTo>
                  <a:pt x="113582" y="132048"/>
                  <a:pt x="106966" y="133350"/>
                  <a:pt x="100013" y="13335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0" name="Text 18"/>
          <p:cNvSpPr/>
          <p:nvPr/>
        </p:nvSpPr>
        <p:spPr>
          <a:xfrm>
            <a:off x="819150" y="4511040"/>
            <a:ext cx="27051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Answers your questions in plain English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400050" y="500634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lnTo>
                  <a:pt x="152400" y="0"/>
                </a:lnTo>
                <a:cubicBezTo>
                  <a:pt x="236512" y="0"/>
                  <a:pt x="304800" y="68288"/>
                  <a:pt x="304800" y="152400"/>
                </a:cubicBezTo>
                <a:lnTo>
                  <a:pt x="304800" y="152400"/>
                </a:lnTo>
                <a:cubicBezTo>
                  <a:pt x="304800" y="236512"/>
                  <a:pt x="236512" y="304800"/>
                  <a:pt x="15240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22" name="Shape 20"/>
          <p:cNvSpPr/>
          <p:nvPr/>
        </p:nvSpPr>
        <p:spPr>
          <a:xfrm>
            <a:off x="488156" y="5092065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108347" y="54173"/>
                </a:moveTo>
                <a:cubicBezTo>
                  <a:pt x="108347" y="66128"/>
                  <a:pt x="104466" y="77171"/>
                  <a:pt x="97929" y="86131"/>
                </a:cubicBezTo>
                <a:lnTo>
                  <a:pt x="130902" y="119129"/>
                </a:lnTo>
                <a:cubicBezTo>
                  <a:pt x="134157" y="122385"/>
                  <a:pt x="134157" y="127672"/>
                  <a:pt x="130902" y="130928"/>
                </a:cubicBezTo>
                <a:cubicBezTo>
                  <a:pt x="127646" y="134183"/>
                  <a:pt x="122359" y="134183"/>
                  <a:pt x="119103" y="130928"/>
                </a:cubicBezTo>
                <a:lnTo>
                  <a:pt x="86131" y="97929"/>
                </a:lnTo>
                <a:cubicBezTo>
                  <a:pt x="77171" y="104466"/>
                  <a:pt x="66128" y="108347"/>
                  <a:pt x="54173" y="108347"/>
                </a:cubicBezTo>
                <a:cubicBezTo>
                  <a:pt x="24248" y="108347"/>
                  <a:pt x="0" y="84099"/>
                  <a:pt x="0" y="54173"/>
                </a:cubicBezTo>
                <a:cubicBezTo>
                  <a:pt x="0" y="24248"/>
                  <a:pt x="24248" y="0"/>
                  <a:pt x="54173" y="0"/>
                </a:cubicBezTo>
                <a:cubicBezTo>
                  <a:pt x="84099" y="0"/>
                  <a:pt x="108347" y="24248"/>
                  <a:pt x="108347" y="54173"/>
                </a:cubicBezTo>
                <a:close/>
                <a:moveTo>
                  <a:pt x="54173" y="91678"/>
                </a:moveTo>
                <a:cubicBezTo>
                  <a:pt x="74873" y="91678"/>
                  <a:pt x="91678" y="74873"/>
                  <a:pt x="91678" y="54173"/>
                </a:cubicBezTo>
                <a:cubicBezTo>
                  <a:pt x="91678" y="33474"/>
                  <a:pt x="74873" y="16669"/>
                  <a:pt x="54173" y="16669"/>
                </a:cubicBezTo>
                <a:cubicBezTo>
                  <a:pt x="33474" y="16669"/>
                  <a:pt x="16669" y="33474"/>
                  <a:pt x="16669" y="54173"/>
                </a:cubicBezTo>
                <a:cubicBezTo>
                  <a:pt x="16669" y="74873"/>
                  <a:pt x="33474" y="91678"/>
                  <a:pt x="54173" y="91678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3" name="Text 21"/>
          <p:cNvSpPr/>
          <p:nvPr/>
        </p:nvSpPr>
        <p:spPr>
          <a:xfrm>
            <a:off x="819150" y="4968240"/>
            <a:ext cx="25241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Finds unusual patterns automatically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400050" y="546354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lnTo>
                  <a:pt x="152400" y="0"/>
                </a:lnTo>
                <a:cubicBezTo>
                  <a:pt x="236512" y="0"/>
                  <a:pt x="304800" y="68288"/>
                  <a:pt x="304800" y="152400"/>
                </a:cubicBezTo>
                <a:lnTo>
                  <a:pt x="304800" y="152400"/>
                </a:lnTo>
                <a:cubicBezTo>
                  <a:pt x="304800" y="236512"/>
                  <a:pt x="236512" y="304800"/>
                  <a:pt x="15240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25" name="Shape 23"/>
          <p:cNvSpPr/>
          <p:nvPr/>
        </p:nvSpPr>
        <p:spPr>
          <a:xfrm>
            <a:off x="504825" y="5549265"/>
            <a:ext cx="100013" cy="133350"/>
          </a:xfrm>
          <a:custGeom>
            <a:avLst/>
            <a:gdLst/>
            <a:ahLst/>
            <a:cxnLst/>
            <a:rect l="l" t="t" r="r" b="b"/>
            <a:pathLst>
              <a:path w="100013" h="133350">
                <a:moveTo>
                  <a:pt x="76286" y="100013"/>
                </a:moveTo>
                <a:cubicBezTo>
                  <a:pt x="78187" y="94204"/>
                  <a:pt x="81989" y="88943"/>
                  <a:pt x="86287" y="84412"/>
                </a:cubicBezTo>
                <a:cubicBezTo>
                  <a:pt x="94804" y="75452"/>
                  <a:pt x="100012" y="63341"/>
                  <a:pt x="100012" y="50006"/>
                </a:cubicBezTo>
                <a:cubicBezTo>
                  <a:pt x="100012" y="22399"/>
                  <a:pt x="77614" y="0"/>
                  <a:pt x="50006" y="0"/>
                </a:cubicBezTo>
                <a:cubicBezTo>
                  <a:pt x="22399" y="0"/>
                  <a:pt x="0" y="22399"/>
                  <a:pt x="0" y="50006"/>
                </a:cubicBezTo>
                <a:cubicBezTo>
                  <a:pt x="0" y="63341"/>
                  <a:pt x="5209" y="75452"/>
                  <a:pt x="13726" y="84412"/>
                </a:cubicBezTo>
                <a:cubicBezTo>
                  <a:pt x="18023" y="88943"/>
                  <a:pt x="21852" y="94204"/>
                  <a:pt x="23727" y="100013"/>
                </a:cubicBezTo>
                <a:lnTo>
                  <a:pt x="76260" y="100013"/>
                </a:lnTo>
                <a:close/>
                <a:moveTo>
                  <a:pt x="75009" y="112514"/>
                </a:moveTo>
                <a:lnTo>
                  <a:pt x="25003" y="112514"/>
                </a:lnTo>
                <a:lnTo>
                  <a:pt x="25003" y="116681"/>
                </a:lnTo>
                <a:cubicBezTo>
                  <a:pt x="25003" y="128193"/>
                  <a:pt x="34327" y="137517"/>
                  <a:pt x="45839" y="137517"/>
                </a:cubicBezTo>
                <a:lnTo>
                  <a:pt x="54173" y="137517"/>
                </a:lnTo>
                <a:cubicBezTo>
                  <a:pt x="65685" y="137517"/>
                  <a:pt x="75009" y="128193"/>
                  <a:pt x="75009" y="116681"/>
                </a:cubicBezTo>
                <a:lnTo>
                  <a:pt x="75009" y="112514"/>
                </a:lnTo>
                <a:close/>
                <a:moveTo>
                  <a:pt x="47923" y="29170"/>
                </a:moveTo>
                <a:cubicBezTo>
                  <a:pt x="37557" y="29170"/>
                  <a:pt x="29170" y="37557"/>
                  <a:pt x="29170" y="47923"/>
                </a:cubicBezTo>
                <a:cubicBezTo>
                  <a:pt x="29170" y="51387"/>
                  <a:pt x="26384" y="54173"/>
                  <a:pt x="22920" y="54173"/>
                </a:cubicBezTo>
                <a:cubicBezTo>
                  <a:pt x="19456" y="54173"/>
                  <a:pt x="16669" y="51387"/>
                  <a:pt x="16669" y="47923"/>
                </a:cubicBezTo>
                <a:cubicBezTo>
                  <a:pt x="16669" y="30655"/>
                  <a:pt x="30655" y="16669"/>
                  <a:pt x="47923" y="16669"/>
                </a:cubicBezTo>
                <a:cubicBezTo>
                  <a:pt x="51387" y="16669"/>
                  <a:pt x="54173" y="19456"/>
                  <a:pt x="54173" y="22920"/>
                </a:cubicBezTo>
                <a:cubicBezTo>
                  <a:pt x="54173" y="26384"/>
                  <a:pt x="51387" y="29170"/>
                  <a:pt x="47923" y="2917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6" name="Text 24"/>
          <p:cNvSpPr/>
          <p:nvPr/>
        </p:nvSpPr>
        <p:spPr>
          <a:xfrm>
            <a:off x="819150" y="5425440"/>
            <a:ext cx="29908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Helps you make smarter business decisions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6267450" y="1934527"/>
            <a:ext cx="5562600" cy="1333500"/>
          </a:xfrm>
          <a:custGeom>
            <a:avLst/>
            <a:gdLst/>
            <a:ahLst/>
            <a:cxnLst/>
            <a:rect l="l" t="t" r="r" b="b"/>
            <a:pathLst>
              <a:path w="5562600" h="1333500">
                <a:moveTo>
                  <a:pt x="152406" y="0"/>
                </a:moveTo>
                <a:lnTo>
                  <a:pt x="5410194" y="0"/>
                </a:lnTo>
                <a:cubicBezTo>
                  <a:pt x="5494309" y="0"/>
                  <a:pt x="5562600" y="68291"/>
                  <a:pt x="5562600" y="152406"/>
                </a:cubicBezTo>
                <a:lnTo>
                  <a:pt x="5562600" y="1181094"/>
                </a:lnTo>
                <a:cubicBezTo>
                  <a:pt x="5562600" y="1265209"/>
                  <a:pt x="5494309" y="1333500"/>
                  <a:pt x="5410194" y="1333500"/>
                </a:cubicBezTo>
                <a:lnTo>
                  <a:pt x="152406" y="1333500"/>
                </a:lnTo>
                <a:cubicBezTo>
                  <a:pt x="68291" y="1333500"/>
                  <a:pt x="0" y="1265209"/>
                  <a:pt x="0" y="1181094"/>
                </a:cubicBezTo>
                <a:lnTo>
                  <a:pt x="0" y="152406"/>
                </a:lnTo>
                <a:cubicBezTo>
                  <a:pt x="0" y="68291"/>
                  <a:pt x="68291" y="0"/>
                  <a:pt x="152406" y="0"/>
                </a:cubicBezTo>
                <a:close/>
              </a:path>
            </a:pathLst>
          </a:custGeom>
          <a:gradFill flip="none" rotWithShape="1">
            <a:gsLst>
              <a:gs pos="0">
                <a:srgbClr val="4F46E5"/>
              </a:gs>
              <a:gs pos="100000">
                <a:srgbClr val="6366F1"/>
              </a:gs>
            </a:gsLst>
            <a:lin ang="2700000" scaled="1"/>
          </a:gradFill>
          <a:ln/>
        </p:spPr>
      </p:sp>
      <p:sp>
        <p:nvSpPr>
          <p:cNvPr id="28" name="Text 26"/>
          <p:cNvSpPr/>
          <p:nvPr/>
        </p:nvSpPr>
        <p:spPr>
          <a:xfrm>
            <a:off x="6496050" y="2163127"/>
            <a:ext cx="51911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Core Idea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6496050" y="2544127"/>
            <a:ext cx="51816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"Making data analysis simple and accessible for everyone - no technical expertise required."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6275070" y="3504247"/>
            <a:ext cx="5549265" cy="2425065"/>
          </a:xfrm>
          <a:custGeom>
            <a:avLst/>
            <a:gdLst/>
            <a:ahLst/>
            <a:cxnLst/>
            <a:rect l="l" t="t" r="r" b="b"/>
            <a:pathLst>
              <a:path w="5549265" h="2425065">
                <a:moveTo>
                  <a:pt x="152391" y="0"/>
                </a:moveTo>
                <a:lnTo>
                  <a:pt x="5396874" y="0"/>
                </a:lnTo>
                <a:cubicBezTo>
                  <a:pt x="5481037" y="0"/>
                  <a:pt x="5549265" y="68228"/>
                  <a:pt x="5549265" y="152391"/>
                </a:cubicBezTo>
                <a:lnTo>
                  <a:pt x="5549265" y="2272674"/>
                </a:lnTo>
                <a:cubicBezTo>
                  <a:pt x="5549265" y="2356837"/>
                  <a:pt x="5481037" y="2425065"/>
                  <a:pt x="5396874" y="2425065"/>
                </a:cubicBezTo>
                <a:lnTo>
                  <a:pt x="152391" y="2425065"/>
                </a:lnTo>
                <a:cubicBezTo>
                  <a:pt x="68228" y="2425065"/>
                  <a:pt x="0" y="2356837"/>
                  <a:pt x="0" y="2272674"/>
                </a:cubicBezTo>
                <a:lnTo>
                  <a:pt x="0" y="152391"/>
                </a:lnTo>
                <a:cubicBezTo>
                  <a:pt x="0" y="68284"/>
                  <a:pt x="68284" y="0"/>
                  <a:pt x="152391" y="0"/>
                </a:cubicBezTo>
                <a:close/>
              </a:path>
            </a:pathLst>
          </a:custGeom>
          <a:solidFill>
            <a:srgbClr val="F8FAFC"/>
          </a:solidFill>
          <a:ln w="20320">
            <a:solidFill>
              <a:srgbClr val="6366F1">
                <a:alpha val="20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511290" y="3740467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32" name="Shape 30"/>
          <p:cNvSpPr/>
          <p:nvPr/>
        </p:nvSpPr>
        <p:spPr>
          <a:xfrm>
            <a:off x="6620828" y="3873817"/>
            <a:ext cx="238125" cy="190500"/>
          </a:xfrm>
          <a:custGeom>
            <a:avLst/>
            <a:gdLst/>
            <a:ahLst/>
            <a:cxnLst/>
            <a:rect l="l" t="t" r="r" b="b"/>
            <a:pathLst>
              <a:path w="238125" h="190500">
                <a:moveTo>
                  <a:pt x="130969" y="0"/>
                </a:moveTo>
                <a:cubicBezTo>
                  <a:pt x="130969" y="-6586"/>
                  <a:pt x="125648" y="-11906"/>
                  <a:pt x="119063" y="-11906"/>
                </a:cubicBezTo>
                <a:cubicBezTo>
                  <a:pt x="112477" y="-11906"/>
                  <a:pt x="107156" y="-6586"/>
                  <a:pt x="107156" y="0"/>
                </a:cubicBezTo>
                <a:lnTo>
                  <a:pt x="107156" y="23812"/>
                </a:lnTo>
                <a:lnTo>
                  <a:pt x="71438" y="23812"/>
                </a:lnTo>
                <a:cubicBezTo>
                  <a:pt x="51718" y="23812"/>
                  <a:pt x="35719" y="39812"/>
                  <a:pt x="35719" y="59531"/>
                </a:cubicBezTo>
                <a:lnTo>
                  <a:pt x="35719" y="142875"/>
                </a:lnTo>
                <a:cubicBezTo>
                  <a:pt x="35719" y="162595"/>
                  <a:pt x="51718" y="178594"/>
                  <a:pt x="71438" y="178594"/>
                </a:cubicBezTo>
                <a:lnTo>
                  <a:pt x="166688" y="178594"/>
                </a:lnTo>
                <a:cubicBezTo>
                  <a:pt x="186407" y="178594"/>
                  <a:pt x="202406" y="162595"/>
                  <a:pt x="202406" y="142875"/>
                </a:cubicBezTo>
                <a:lnTo>
                  <a:pt x="202406" y="59531"/>
                </a:lnTo>
                <a:cubicBezTo>
                  <a:pt x="202406" y="39812"/>
                  <a:pt x="186407" y="23812"/>
                  <a:pt x="166688" y="23812"/>
                </a:cubicBezTo>
                <a:lnTo>
                  <a:pt x="130969" y="23812"/>
                </a:lnTo>
                <a:lnTo>
                  <a:pt x="130969" y="0"/>
                </a:lnTo>
                <a:close/>
                <a:moveTo>
                  <a:pt x="59531" y="136922"/>
                </a:moveTo>
                <a:cubicBezTo>
                  <a:pt x="59531" y="131973"/>
                  <a:pt x="63512" y="127992"/>
                  <a:pt x="68461" y="127992"/>
                </a:cubicBezTo>
                <a:lnTo>
                  <a:pt x="80367" y="127992"/>
                </a:lnTo>
                <a:cubicBezTo>
                  <a:pt x="85316" y="127992"/>
                  <a:pt x="89297" y="131973"/>
                  <a:pt x="89297" y="136922"/>
                </a:cubicBezTo>
                <a:cubicBezTo>
                  <a:pt x="89297" y="141870"/>
                  <a:pt x="85316" y="145852"/>
                  <a:pt x="80367" y="145852"/>
                </a:cubicBezTo>
                <a:lnTo>
                  <a:pt x="68461" y="145852"/>
                </a:lnTo>
                <a:cubicBezTo>
                  <a:pt x="63512" y="145852"/>
                  <a:pt x="59531" y="141870"/>
                  <a:pt x="59531" y="136922"/>
                </a:cubicBezTo>
                <a:close/>
                <a:moveTo>
                  <a:pt x="104180" y="136922"/>
                </a:moveTo>
                <a:cubicBezTo>
                  <a:pt x="104180" y="131973"/>
                  <a:pt x="108161" y="127992"/>
                  <a:pt x="113109" y="127992"/>
                </a:cubicBezTo>
                <a:lnTo>
                  <a:pt x="125016" y="127992"/>
                </a:lnTo>
                <a:cubicBezTo>
                  <a:pt x="129964" y="127992"/>
                  <a:pt x="133945" y="131973"/>
                  <a:pt x="133945" y="136922"/>
                </a:cubicBezTo>
                <a:cubicBezTo>
                  <a:pt x="133945" y="141870"/>
                  <a:pt x="129964" y="145852"/>
                  <a:pt x="125016" y="145852"/>
                </a:cubicBezTo>
                <a:lnTo>
                  <a:pt x="113109" y="145852"/>
                </a:lnTo>
                <a:cubicBezTo>
                  <a:pt x="108161" y="145852"/>
                  <a:pt x="104180" y="141870"/>
                  <a:pt x="104180" y="136922"/>
                </a:cubicBezTo>
                <a:close/>
                <a:moveTo>
                  <a:pt x="148828" y="136922"/>
                </a:moveTo>
                <a:cubicBezTo>
                  <a:pt x="148828" y="131973"/>
                  <a:pt x="152809" y="127992"/>
                  <a:pt x="157758" y="127992"/>
                </a:cubicBezTo>
                <a:lnTo>
                  <a:pt x="169664" y="127992"/>
                </a:lnTo>
                <a:cubicBezTo>
                  <a:pt x="174613" y="127992"/>
                  <a:pt x="178594" y="131973"/>
                  <a:pt x="178594" y="136922"/>
                </a:cubicBezTo>
                <a:cubicBezTo>
                  <a:pt x="178594" y="141870"/>
                  <a:pt x="174613" y="145852"/>
                  <a:pt x="169664" y="145852"/>
                </a:cubicBezTo>
                <a:lnTo>
                  <a:pt x="157758" y="145852"/>
                </a:lnTo>
                <a:cubicBezTo>
                  <a:pt x="152809" y="145852"/>
                  <a:pt x="148828" y="141870"/>
                  <a:pt x="148828" y="136922"/>
                </a:cubicBezTo>
                <a:close/>
                <a:moveTo>
                  <a:pt x="83344" y="65484"/>
                </a:moveTo>
                <a:cubicBezTo>
                  <a:pt x="93201" y="65484"/>
                  <a:pt x="101203" y="73487"/>
                  <a:pt x="101203" y="83344"/>
                </a:cubicBezTo>
                <a:cubicBezTo>
                  <a:pt x="101203" y="93201"/>
                  <a:pt x="93201" y="101203"/>
                  <a:pt x="83344" y="101203"/>
                </a:cubicBezTo>
                <a:cubicBezTo>
                  <a:pt x="73487" y="101203"/>
                  <a:pt x="65484" y="93201"/>
                  <a:pt x="65484" y="83344"/>
                </a:cubicBezTo>
                <a:cubicBezTo>
                  <a:pt x="65484" y="73487"/>
                  <a:pt x="73487" y="65484"/>
                  <a:pt x="83344" y="65484"/>
                </a:cubicBezTo>
                <a:close/>
                <a:moveTo>
                  <a:pt x="136922" y="83344"/>
                </a:moveTo>
                <a:cubicBezTo>
                  <a:pt x="136922" y="73487"/>
                  <a:pt x="144924" y="65484"/>
                  <a:pt x="154781" y="65484"/>
                </a:cubicBezTo>
                <a:cubicBezTo>
                  <a:pt x="164638" y="65484"/>
                  <a:pt x="172641" y="73487"/>
                  <a:pt x="172641" y="83344"/>
                </a:cubicBezTo>
                <a:cubicBezTo>
                  <a:pt x="172641" y="93201"/>
                  <a:pt x="164638" y="101203"/>
                  <a:pt x="154781" y="101203"/>
                </a:cubicBezTo>
                <a:cubicBezTo>
                  <a:pt x="144924" y="101203"/>
                  <a:pt x="136922" y="93201"/>
                  <a:pt x="136922" y="83344"/>
                </a:cubicBezTo>
                <a:close/>
                <a:moveTo>
                  <a:pt x="23812" y="83344"/>
                </a:moveTo>
                <a:cubicBezTo>
                  <a:pt x="23812" y="76758"/>
                  <a:pt x="18492" y="71438"/>
                  <a:pt x="11906" y="71438"/>
                </a:cubicBezTo>
                <a:cubicBezTo>
                  <a:pt x="5321" y="71438"/>
                  <a:pt x="0" y="76758"/>
                  <a:pt x="0" y="83344"/>
                </a:cubicBezTo>
                <a:lnTo>
                  <a:pt x="0" y="119063"/>
                </a:lnTo>
                <a:cubicBezTo>
                  <a:pt x="0" y="125648"/>
                  <a:pt x="5321" y="130969"/>
                  <a:pt x="11906" y="130969"/>
                </a:cubicBezTo>
                <a:cubicBezTo>
                  <a:pt x="18492" y="130969"/>
                  <a:pt x="23812" y="125648"/>
                  <a:pt x="23812" y="119063"/>
                </a:cubicBezTo>
                <a:lnTo>
                  <a:pt x="23812" y="83344"/>
                </a:lnTo>
                <a:close/>
                <a:moveTo>
                  <a:pt x="226219" y="71438"/>
                </a:moveTo>
                <a:cubicBezTo>
                  <a:pt x="219633" y="71438"/>
                  <a:pt x="214313" y="76758"/>
                  <a:pt x="214313" y="83344"/>
                </a:cubicBezTo>
                <a:lnTo>
                  <a:pt x="214313" y="119063"/>
                </a:lnTo>
                <a:cubicBezTo>
                  <a:pt x="214313" y="125648"/>
                  <a:pt x="219633" y="130969"/>
                  <a:pt x="226219" y="130969"/>
                </a:cubicBezTo>
                <a:cubicBezTo>
                  <a:pt x="232804" y="130969"/>
                  <a:pt x="238125" y="125648"/>
                  <a:pt x="238125" y="119063"/>
                </a:cubicBezTo>
                <a:lnTo>
                  <a:pt x="238125" y="83344"/>
                </a:lnTo>
                <a:cubicBezTo>
                  <a:pt x="238125" y="76758"/>
                  <a:pt x="232804" y="71438"/>
                  <a:pt x="226219" y="71438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3" name="Text 31"/>
          <p:cNvSpPr/>
          <p:nvPr/>
        </p:nvSpPr>
        <p:spPr>
          <a:xfrm>
            <a:off x="7082790" y="3835717"/>
            <a:ext cx="1483694" cy="2781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E293B"/>
                </a:solidFill>
                <a:latin typeface="Arial" panose="020B0604020202020204" pitchFamily="34" charset="0"/>
                <a:ea typeface="Liter" pitchFamily="34" charset="-122"/>
                <a:cs typeface="Arial" panose="020B0604020202020204" pitchFamily="34" charset="0"/>
              </a:rPr>
              <a:t>Key Highlight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4" name="Shape 32"/>
          <p:cNvSpPr/>
          <p:nvPr/>
        </p:nvSpPr>
        <p:spPr>
          <a:xfrm>
            <a:off x="6511290" y="4350067"/>
            <a:ext cx="5076825" cy="800100"/>
          </a:xfrm>
          <a:custGeom>
            <a:avLst/>
            <a:gdLst/>
            <a:ahLst/>
            <a:cxnLst/>
            <a:rect l="l" t="t" r="r" b="b"/>
            <a:pathLst>
              <a:path w="5076825" h="800100">
                <a:moveTo>
                  <a:pt x="114302" y="0"/>
                </a:moveTo>
                <a:lnTo>
                  <a:pt x="4962523" y="0"/>
                </a:lnTo>
                <a:cubicBezTo>
                  <a:pt x="5025608" y="0"/>
                  <a:pt x="5076825" y="51217"/>
                  <a:pt x="5076825" y="114302"/>
                </a:cubicBezTo>
                <a:lnTo>
                  <a:pt x="5076825" y="685798"/>
                </a:lnTo>
                <a:cubicBezTo>
                  <a:pt x="5076825" y="748883"/>
                  <a:pt x="5025608" y="800100"/>
                  <a:pt x="4962523" y="800100"/>
                </a:cubicBezTo>
                <a:lnTo>
                  <a:pt x="114302" y="800100"/>
                </a:lnTo>
                <a:cubicBezTo>
                  <a:pt x="51217" y="800100"/>
                  <a:pt x="0" y="748883"/>
                  <a:pt x="0" y="6857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28575" dist="9525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6663690" y="4502467"/>
            <a:ext cx="4848225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💡 Chat with AI like talking to a colleague: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"How were my sales last month?" and get instant, intelligent answers.</a:t>
            </a:r>
            <a:endParaRPr lang="en-US" sz="1600" dirty="0"/>
          </a:p>
        </p:txBody>
      </p:sp>
      <p:sp>
        <p:nvSpPr>
          <p:cNvPr id="40" name="Text 18">
            <a:extLst>
              <a:ext uri="{FF2B5EF4-FFF2-40B4-BE49-F238E27FC236}">
                <a16:creationId xmlns:a16="http://schemas.microsoft.com/office/drawing/2014/main" id="{B7E29783-B10B-C0E7-CCBF-5F879C18CD73}"/>
              </a:ext>
            </a:extLst>
          </p:cNvPr>
          <p:cNvSpPr/>
          <p:nvPr/>
        </p:nvSpPr>
        <p:spPr>
          <a:xfrm>
            <a:off x="3733762" y="6548748"/>
            <a:ext cx="4820678" cy="2423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ts val="1980"/>
              </a:lnSpc>
            </a:pPr>
            <a:r>
              <a:rPr lang="en-US" sz="1600" b="1" dirty="0">
                <a:latin typeface="Calibri (MS)"/>
                <a:ea typeface="Calibri (MS)"/>
                <a:cs typeface="Calibri (MS)"/>
                <a:sym typeface="Calibri (MS)"/>
              </a:rPr>
              <a:t>Department of Computer Science &amp; Engineering ,CSPIT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257609E-D514-08FE-D820-571FACFA6C3D}"/>
              </a:ext>
            </a:extLst>
          </p:cNvPr>
          <p:cNvSpPr/>
          <p:nvPr/>
        </p:nvSpPr>
        <p:spPr>
          <a:xfrm>
            <a:off x="30479" y="66891"/>
            <a:ext cx="12085321" cy="6714790"/>
          </a:xfrm>
          <a:prstGeom prst="rect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4"/>
          <p:cNvSpPr/>
          <p:nvPr/>
        </p:nvSpPr>
        <p:spPr>
          <a:xfrm>
            <a:off x="265662" y="973463"/>
            <a:ext cx="11660675" cy="4554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586" b="1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Problem We're Solving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265662" y="1542739"/>
            <a:ext cx="910842" cy="37952"/>
          </a:xfrm>
          <a:custGeom>
            <a:avLst/>
            <a:gdLst/>
            <a:ahLst/>
            <a:cxnLst/>
            <a:rect l="l" t="t" r="r" b="b"/>
            <a:pathLst>
              <a:path w="910842" h="37952">
                <a:moveTo>
                  <a:pt x="18976" y="0"/>
                </a:moveTo>
                <a:lnTo>
                  <a:pt x="891866" y="0"/>
                </a:lnTo>
                <a:cubicBezTo>
                  <a:pt x="902346" y="0"/>
                  <a:pt x="910842" y="8496"/>
                  <a:pt x="910842" y="18976"/>
                </a:cubicBezTo>
                <a:lnTo>
                  <a:pt x="910842" y="18976"/>
                </a:lnTo>
                <a:cubicBezTo>
                  <a:pt x="910842" y="29456"/>
                  <a:pt x="902346" y="37952"/>
                  <a:pt x="891866" y="37952"/>
                </a:cubicBezTo>
                <a:lnTo>
                  <a:pt x="18976" y="37952"/>
                </a:lnTo>
                <a:cubicBezTo>
                  <a:pt x="8503" y="37952"/>
                  <a:pt x="0" y="29449"/>
                  <a:pt x="0" y="18976"/>
                </a:cubicBezTo>
                <a:lnTo>
                  <a:pt x="0" y="18976"/>
                </a:lnTo>
                <a:cubicBezTo>
                  <a:pt x="0" y="8503"/>
                  <a:pt x="8503" y="0"/>
                  <a:pt x="18976" y="0"/>
                </a:cubicBezTo>
                <a:close/>
              </a:path>
            </a:pathLst>
          </a:custGeom>
          <a:gradFill flip="none" rotWithShape="1">
            <a:gsLst>
              <a:gs pos="0">
                <a:srgbClr val="6366F1"/>
              </a:gs>
              <a:gs pos="100000">
                <a:srgbClr val="818CF8"/>
              </a:gs>
            </a:gsLst>
            <a:lin ang="0" scaled="1"/>
          </a:gradFill>
          <a:ln/>
        </p:spPr>
      </p:sp>
      <p:sp>
        <p:nvSpPr>
          <p:cNvPr id="8" name="Shape 6"/>
          <p:cNvSpPr/>
          <p:nvPr/>
        </p:nvSpPr>
        <p:spPr>
          <a:xfrm>
            <a:off x="269457" y="1812196"/>
            <a:ext cx="3679422" cy="1601564"/>
          </a:xfrm>
          <a:custGeom>
            <a:avLst/>
            <a:gdLst/>
            <a:ahLst/>
            <a:cxnLst/>
            <a:rect l="l" t="t" r="r" b="b"/>
            <a:pathLst>
              <a:path w="3679422" h="1601564">
                <a:moveTo>
                  <a:pt x="113855" y="0"/>
                </a:moveTo>
                <a:lnTo>
                  <a:pt x="3565567" y="0"/>
                </a:lnTo>
                <a:cubicBezTo>
                  <a:pt x="3628448" y="0"/>
                  <a:pt x="3679422" y="50975"/>
                  <a:pt x="3679422" y="113855"/>
                </a:cubicBezTo>
                <a:lnTo>
                  <a:pt x="3679422" y="1487709"/>
                </a:lnTo>
                <a:cubicBezTo>
                  <a:pt x="3679422" y="1550589"/>
                  <a:pt x="3628448" y="1601564"/>
                  <a:pt x="3565567" y="1601564"/>
                </a:cubicBezTo>
                <a:lnTo>
                  <a:pt x="113855" y="1601564"/>
                </a:lnTo>
                <a:cubicBezTo>
                  <a:pt x="50975" y="1601564"/>
                  <a:pt x="0" y="1550589"/>
                  <a:pt x="0" y="1487709"/>
                </a:cubicBezTo>
                <a:lnTo>
                  <a:pt x="0" y="113855"/>
                </a:lnTo>
                <a:cubicBezTo>
                  <a:pt x="0" y="51017"/>
                  <a:pt x="51017" y="0"/>
                  <a:pt x="113855" y="0"/>
                </a:cubicBezTo>
                <a:close/>
              </a:path>
            </a:pathLst>
          </a:custGeom>
          <a:solidFill>
            <a:srgbClr val="FFFFFF"/>
          </a:solidFill>
          <a:ln w="10160">
            <a:solidFill>
              <a:srgbClr val="F3F4F6"/>
            </a:solidFill>
            <a:prstDash val="solid"/>
          </a:ln>
          <a:effectLst>
            <a:outerShdw blurRad="28464" dist="9488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63011" y="2005751"/>
            <a:ext cx="455421" cy="455421"/>
          </a:xfrm>
          <a:custGeom>
            <a:avLst/>
            <a:gdLst/>
            <a:ahLst/>
            <a:cxnLst/>
            <a:rect l="l" t="t" r="r" b="b"/>
            <a:pathLst>
              <a:path w="455421" h="455421">
                <a:moveTo>
                  <a:pt x="113855" y="0"/>
                </a:moveTo>
                <a:lnTo>
                  <a:pt x="341566" y="0"/>
                </a:lnTo>
                <a:cubicBezTo>
                  <a:pt x="404404" y="0"/>
                  <a:pt x="455421" y="51017"/>
                  <a:pt x="455421" y="113855"/>
                </a:cubicBezTo>
                <a:lnTo>
                  <a:pt x="455421" y="341566"/>
                </a:lnTo>
                <a:cubicBezTo>
                  <a:pt x="455421" y="404404"/>
                  <a:pt x="404404" y="455421"/>
                  <a:pt x="341566" y="455421"/>
                </a:cubicBezTo>
                <a:lnTo>
                  <a:pt x="113855" y="455421"/>
                </a:lnTo>
                <a:cubicBezTo>
                  <a:pt x="51017" y="455421"/>
                  <a:pt x="0" y="404404"/>
                  <a:pt x="0" y="341566"/>
                </a:cubicBezTo>
                <a:lnTo>
                  <a:pt x="0" y="113855"/>
                </a:lnTo>
                <a:cubicBezTo>
                  <a:pt x="0" y="51017"/>
                  <a:pt x="51017" y="0"/>
                  <a:pt x="113855" y="0"/>
                </a:cubicBezTo>
                <a:close/>
              </a:path>
            </a:pathLst>
          </a:custGeom>
          <a:solidFill>
            <a:srgbClr val="6366F1">
              <a:alpha val="10196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607702" y="2138582"/>
            <a:ext cx="166039" cy="189759"/>
          </a:xfrm>
          <a:custGeom>
            <a:avLst/>
            <a:gdLst/>
            <a:ahLst/>
            <a:cxnLst/>
            <a:rect l="l" t="t" r="r" b="b"/>
            <a:pathLst>
              <a:path w="166039" h="189759">
                <a:moveTo>
                  <a:pt x="166039" y="76274"/>
                </a:moveTo>
                <a:cubicBezTo>
                  <a:pt x="160554" y="79906"/>
                  <a:pt x="154253" y="82834"/>
                  <a:pt x="147693" y="85169"/>
                </a:cubicBezTo>
                <a:cubicBezTo>
                  <a:pt x="130274" y="91396"/>
                  <a:pt x="107406" y="94879"/>
                  <a:pt x="83019" y="94879"/>
                </a:cubicBezTo>
                <a:cubicBezTo>
                  <a:pt x="58632" y="94879"/>
                  <a:pt x="35728" y="91358"/>
                  <a:pt x="18346" y="85169"/>
                </a:cubicBezTo>
                <a:cubicBezTo>
                  <a:pt x="11823" y="82834"/>
                  <a:pt x="5485" y="79906"/>
                  <a:pt x="0" y="76274"/>
                </a:cubicBezTo>
                <a:lnTo>
                  <a:pt x="0" y="106739"/>
                </a:lnTo>
                <a:cubicBezTo>
                  <a:pt x="0" y="123121"/>
                  <a:pt x="37173" y="136389"/>
                  <a:pt x="83019" y="136389"/>
                </a:cubicBezTo>
                <a:cubicBezTo>
                  <a:pt x="128865" y="136389"/>
                  <a:pt x="166039" y="123121"/>
                  <a:pt x="166039" y="106739"/>
                </a:cubicBezTo>
                <a:lnTo>
                  <a:pt x="166039" y="76274"/>
                </a:lnTo>
                <a:close/>
                <a:moveTo>
                  <a:pt x="166039" y="47440"/>
                </a:moveTo>
                <a:lnTo>
                  <a:pt x="166039" y="29650"/>
                </a:lnTo>
                <a:cubicBezTo>
                  <a:pt x="166039" y="13268"/>
                  <a:pt x="128865" y="0"/>
                  <a:pt x="83019" y="0"/>
                </a:cubicBezTo>
                <a:cubicBezTo>
                  <a:pt x="37173" y="0"/>
                  <a:pt x="0" y="13268"/>
                  <a:pt x="0" y="29650"/>
                </a:cubicBezTo>
                <a:lnTo>
                  <a:pt x="0" y="47440"/>
                </a:lnTo>
                <a:cubicBezTo>
                  <a:pt x="0" y="63821"/>
                  <a:pt x="37173" y="77089"/>
                  <a:pt x="83019" y="77089"/>
                </a:cubicBezTo>
                <a:cubicBezTo>
                  <a:pt x="128865" y="77089"/>
                  <a:pt x="166039" y="63821"/>
                  <a:pt x="166039" y="47440"/>
                </a:cubicBezTo>
                <a:close/>
                <a:moveTo>
                  <a:pt x="147693" y="144469"/>
                </a:moveTo>
                <a:cubicBezTo>
                  <a:pt x="130311" y="150658"/>
                  <a:pt x="107443" y="154179"/>
                  <a:pt x="83019" y="154179"/>
                </a:cubicBezTo>
                <a:cubicBezTo>
                  <a:pt x="58595" y="154179"/>
                  <a:pt x="35728" y="150658"/>
                  <a:pt x="18346" y="144469"/>
                </a:cubicBezTo>
                <a:cubicBezTo>
                  <a:pt x="11823" y="142134"/>
                  <a:pt x="5485" y="139206"/>
                  <a:pt x="0" y="135574"/>
                </a:cubicBezTo>
                <a:lnTo>
                  <a:pt x="0" y="160109"/>
                </a:lnTo>
                <a:cubicBezTo>
                  <a:pt x="0" y="176490"/>
                  <a:pt x="37173" y="189759"/>
                  <a:pt x="83019" y="189759"/>
                </a:cubicBezTo>
                <a:cubicBezTo>
                  <a:pt x="128865" y="189759"/>
                  <a:pt x="166039" y="176490"/>
                  <a:pt x="166039" y="160109"/>
                </a:cubicBezTo>
                <a:lnTo>
                  <a:pt x="166039" y="135574"/>
                </a:lnTo>
                <a:cubicBezTo>
                  <a:pt x="160554" y="139206"/>
                  <a:pt x="154253" y="142134"/>
                  <a:pt x="147693" y="144469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11" name="Text 9"/>
          <p:cNvSpPr/>
          <p:nvPr/>
        </p:nvSpPr>
        <p:spPr>
          <a:xfrm>
            <a:off x="1032287" y="2100630"/>
            <a:ext cx="1157528" cy="265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45" b="1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Data Overload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63011" y="2650930"/>
            <a:ext cx="56928" cy="56928"/>
          </a:xfrm>
          <a:custGeom>
            <a:avLst/>
            <a:gdLst/>
            <a:ahLst/>
            <a:cxnLst/>
            <a:rect l="l" t="t" r="r" b="b"/>
            <a:pathLst>
              <a:path w="56928" h="56928">
                <a:moveTo>
                  <a:pt x="0" y="28464"/>
                </a:moveTo>
                <a:cubicBezTo>
                  <a:pt x="0" y="12754"/>
                  <a:pt x="12754" y="0"/>
                  <a:pt x="28464" y="0"/>
                </a:cubicBezTo>
                <a:cubicBezTo>
                  <a:pt x="44173" y="0"/>
                  <a:pt x="56928" y="12754"/>
                  <a:pt x="56928" y="28464"/>
                </a:cubicBezTo>
                <a:cubicBezTo>
                  <a:pt x="56928" y="44173"/>
                  <a:pt x="44173" y="56928"/>
                  <a:pt x="28464" y="56928"/>
                </a:cubicBezTo>
                <a:cubicBezTo>
                  <a:pt x="12754" y="56928"/>
                  <a:pt x="0" y="44173"/>
                  <a:pt x="0" y="28464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13" name="Text 11"/>
          <p:cNvSpPr/>
          <p:nvPr/>
        </p:nvSpPr>
        <p:spPr>
          <a:xfrm>
            <a:off x="600467" y="2575027"/>
            <a:ext cx="3216411" cy="3795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6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Businesses collect tons of data but struggle to make sense of it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72499" y="3106351"/>
            <a:ext cx="56928" cy="56928"/>
          </a:xfrm>
          <a:custGeom>
            <a:avLst/>
            <a:gdLst/>
            <a:ahLst/>
            <a:cxnLst/>
            <a:rect l="l" t="t" r="r" b="b"/>
            <a:pathLst>
              <a:path w="56928" h="56928">
                <a:moveTo>
                  <a:pt x="0" y="28464"/>
                </a:moveTo>
                <a:cubicBezTo>
                  <a:pt x="0" y="12754"/>
                  <a:pt x="12754" y="0"/>
                  <a:pt x="28464" y="0"/>
                </a:cubicBezTo>
                <a:cubicBezTo>
                  <a:pt x="44173" y="0"/>
                  <a:pt x="56928" y="12754"/>
                  <a:pt x="56928" y="28464"/>
                </a:cubicBezTo>
                <a:cubicBezTo>
                  <a:pt x="56928" y="44173"/>
                  <a:pt x="44173" y="56928"/>
                  <a:pt x="28464" y="56928"/>
                </a:cubicBezTo>
                <a:cubicBezTo>
                  <a:pt x="12754" y="56928"/>
                  <a:pt x="0" y="44173"/>
                  <a:pt x="0" y="28464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15" name="Text 13"/>
          <p:cNvSpPr/>
          <p:nvPr/>
        </p:nvSpPr>
        <p:spPr>
          <a:xfrm>
            <a:off x="610074" y="3030448"/>
            <a:ext cx="2618671" cy="189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6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Manual analysis in Excel takes hours or days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144686" y="1812196"/>
            <a:ext cx="3679422" cy="1601564"/>
          </a:xfrm>
          <a:custGeom>
            <a:avLst/>
            <a:gdLst/>
            <a:ahLst/>
            <a:cxnLst/>
            <a:rect l="l" t="t" r="r" b="b"/>
            <a:pathLst>
              <a:path w="3679422" h="1601564">
                <a:moveTo>
                  <a:pt x="113855" y="0"/>
                </a:moveTo>
                <a:lnTo>
                  <a:pt x="3565567" y="0"/>
                </a:lnTo>
                <a:cubicBezTo>
                  <a:pt x="3628448" y="0"/>
                  <a:pt x="3679422" y="50975"/>
                  <a:pt x="3679422" y="113855"/>
                </a:cubicBezTo>
                <a:lnTo>
                  <a:pt x="3679422" y="1487709"/>
                </a:lnTo>
                <a:cubicBezTo>
                  <a:pt x="3679422" y="1550589"/>
                  <a:pt x="3628448" y="1601564"/>
                  <a:pt x="3565567" y="1601564"/>
                </a:cubicBezTo>
                <a:lnTo>
                  <a:pt x="113855" y="1601564"/>
                </a:lnTo>
                <a:cubicBezTo>
                  <a:pt x="50975" y="1601564"/>
                  <a:pt x="0" y="1550589"/>
                  <a:pt x="0" y="1487709"/>
                </a:cubicBezTo>
                <a:lnTo>
                  <a:pt x="0" y="113855"/>
                </a:lnTo>
                <a:cubicBezTo>
                  <a:pt x="0" y="51017"/>
                  <a:pt x="51017" y="0"/>
                  <a:pt x="113855" y="0"/>
                </a:cubicBezTo>
                <a:close/>
              </a:path>
            </a:pathLst>
          </a:custGeom>
          <a:solidFill>
            <a:srgbClr val="FFFFFF"/>
          </a:solidFill>
          <a:ln w="10160">
            <a:solidFill>
              <a:srgbClr val="F3F4F6"/>
            </a:solidFill>
            <a:prstDash val="solid"/>
          </a:ln>
          <a:effectLst>
            <a:outerShdw blurRad="28464" dist="9488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338240" y="2005751"/>
            <a:ext cx="455421" cy="455421"/>
          </a:xfrm>
          <a:custGeom>
            <a:avLst/>
            <a:gdLst/>
            <a:ahLst/>
            <a:cxnLst/>
            <a:rect l="l" t="t" r="r" b="b"/>
            <a:pathLst>
              <a:path w="455421" h="455421">
                <a:moveTo>
                  <a:pt x="113855" y="0"/>
                </a:moveTo>
                <a:lnTo>
                  <a:pt x="341566" y="0"/>
                </a:lnTo>
                <a:cubicBezTo>
                  <a:pt x="404404" y="0"/>
                  <a:pt x="455421" y="51017"/>
                  <a:pt x="455421" y="113855"/>
                </a:cubicBezTo>
                <a:lnTo>
                  <a:pt x="455421" y="341566"/>
                </a:lnTo>
                <a:cubicBezTo>
                  <a:pt x="455421" y="404404"/>
                  <a:pt x="404404" y="455421"/>
                  <a:pt x="341566" y="455421"/>
                </a:cubicBezTo>
                <a:lnTo>
                  <a:pt x="113855" y="455421"/>
                </a:lnTo>
                <a:cubicBezTo>
                  <a:pt x="51017" y="455421"/>
                  <a:pt x="0" y="404404"/>
                  <a:pt x="0" y="341566"/>
                </a:cubicBezTo>
                <a:lnTo>
                  <a:pt x="0" y="113855"/>
                </a:lnTo>
                <a:cubicBezTo>
                  <a:pt x="0" y="51017"/>
                  <a:pt x="51017" y="0"/>
                  <a:pt x="113855" y="0"/>
                </a:cubicBezTo>
                <a:close/>
              </a:path>
            </a:pathLst>
          </a:custGeom>
          <a:solidFill>
            <a:srgbClr val="818CF8">
              <a:alpha val="10196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4471071" y="2138582"/>
            <a:ext cx="189759" cy="189759"/>
          </a:xfrm>
          <a:custGeom>
            <a:avLst/>
            <a:gdLst/>
            <a:ahLst/>
            <a:cxnLst/>
            <a:rect l="l" t="t" r="r" b="b"/>
            <a:pathLst>
              <a:path w="189759" h="189759">
                <a:moveTo>
                  <a:pt x="94879" y="0"/>
                </a:moveTo>
                <a:cubicBezTo>
                  <a:pt x="147245" y="0"/>
                  <a:pt x="189759" y="42514"/>
                  <a:pt x="189759" y="94879"/>
                </a:cubicBezTo>
                <a:cubicBezTo>
                  <a:pt x="189759" y="147245"/>
                  <a:pt x="147245" y="189759"/>
                  <a:pt x="94879" y="189759"/>
                </a:cubicBezTo>
                <a:cubicBezTo>
                  <a:pt x="42514" y="189759"/>
                  <a:pt x="0" y="147245"/>
                  <a:pt x="0" y="94879"/>
                </a:cubicBezTo>
                <a:cubicBezTo>
                  <a:pt x="0" y="42514"/>
                  <a:pt x="42514" y="0"/>
                  <a:pt x="94879" y="0"/>
                </a:cubicBezTo>
                <a:close/>
                <a:moveTo>
                  <a:pt x="85984" y="44475"/>
                </a:moveTo>
                <a:lnTo>
                  <a:pt x="85984" y="94879"/>
                </a:lnTo>
                <a:cubicBezTo>
                  <a:pt x="85984" y="97844"/>
                  <a:pt x="87467" y="100624"/>
                  <a:pt x="89950" y="102292"/>
                </a:cubicBezTo>
                <a:lnTo>
                  <a:pt x="125530" y="126012"/>
                </a:lnTo>
                <a:cubicBezTo>
                  <a:pt x="129607" y="128754"/>
                  <a:pt x="135129" y="127642"/>
                  <a:pt x="137872" y="123529"/>
                </a:cubicBezTo>
                <a:cubicBezTo>
                  <a:pt x="140614" y="119415"/>
                  <a:pt x="139502" y="113929"/>
                  <a:pt x="135388" y="111187"/>
                </a:cubicBezTo>
                <a:lnTo>
                  <a:pt x="103774" y="90135"/>
                </a:lnTo>
                <a:lnTo>
                  <a:pt x="103774" y="44475"/>
                </a:lnTo>
                <a:cubicBezTo>
                  <a:pt x="103774" y="39545"/>
                  <a:pt x="99809" y="35580"/>
                  <a:pt x="94879" y="35580"/>
                </a:cubicBezTo>
                <a:cubicBezTo>
                  <a:pt x="89950" y="35580"/>
                  <a:pt x="85984" y="39545"/>
                  <a:pt x="85984" y="44475"/>
                </a:cubicBezTo>
                <a:close/>
              </a:path>
            </a:pathLst>
          </a:custGeom>
          <a:solidFill>
            <a:srgbClr val="818CF8"/>
          </a:solidFill>
          <a:ln/>
        </p:spPr>
      </p:sp>
      <p:sp>
        <p:nvSpPr>
          <p:cNvPr id="19" name="Text 17"/>
          <p:cNvSpPr/>
          <p:nvPr/>
        </p:nvSpPr>
        <p:spPr>
          <a:xfrm>
            <a:off x="4907516" y="2100630"/>
            <a:ext cx="1394727" cy="265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45" b="1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Time-Consuming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4347728" y="2650930"/>
            <a:ext cx="56928" cy="56928"/>
          </a:xfrm>
          <a:custGeom>
            <a:avLst/>
            <a:gdLst/>
            <a:ahLst/>
            <a:cxnLst/>
            <a:rect l="l" t="t" r="r" b="b"/>
            <a:pathLst>
              <a:path w="56928" h="56928">
                <a:moveTo>
                  <a:pt x="0" y="28464"/>
                </a:moveTo>
                <a:cubicBezTo>
                  <a:pt x="0" y="12754"/>
                  <a:pt x="12754" y="0"/>
                  <a:pt x="28464" y="0"/>
                </a:cubicBezTo>
                <a:cubicBezTo>
                  <a:pt x="44173" y="0"/>
                  <a:pt x="56928" y="12754"/>
                  <a:pt x="56928" y="28464"/>
                </a:cubicBezTo>
                <a:cubicBezTo>
                  <a:pt x="56928" y="44173"/>
                  <a:pt x="44173" y="56928"/>
                  <a:pt x="28464" y="56928"/>
                </a:cubicBezTo>
                <a:cubicBezTo>
                  <a:pt x="12754" y="56928"/>
                  <a:pt x="0" y="44173"/>
                  <a:pt x="0" y="28464"/>
                </a:cubicBezTo>
                <a:close/>
              </a:path>
            </a:pathLst>
          </a:custGeom>
          <a:solidFill>
            <a:srgbClr val="818CF8"/>
          </a:solidFill>
          <a:ln/>
        </p:spPr>
      </p:sp>
      <p:sp>
        <p:nvSpPr>
          <p:cNvPr id="21" name="Text 19"/>
          <p:cNvSpPr/>
          <p:nvPr/>
        </p:nvSpPr>
        <p:spPr>
          <a:xfrm>
            <a:off x="4485303" y="2575027"/>
            <a:ext cx="2798942" cy="189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6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Creating reports and charts manually is tedious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4347728" y="2916593"/>
            <a:ext cx="56928" cy="56928"/>
          </a:xfrm>
          <a:custGeom>
            <a:avLst/>
            <a:gdLst/>
            <a:ahLst/>
            <a:cxnLst/>
            <a:rect l="l" t="t" r="r" b="b"/>
            <a:pathLst>
              <a:path w="56928" h="56928">
                <a:moveTo>
                  <a:pt x="0" y="28464"/>
                </a:moveTo>
                <a:cubicBezTo>
                  <a:pt x="0" y="12754"/>
                  <a:pt x="12754" y="0"/>
                  <a:pt x="28464" y="0"/>
                </a:cubicBezTo>
                <a:cubicBezTo>
                  <a:pt x="44173" y="0"/>
                  <a:pt x="56928" y="12754"/>
                  <a:pt x="56928" y="28464"/>
                </a:cubicBezTo>
                <a:cubicBezTo>
                  <a:pt x="56928" y="44173"/>
                  <a:pt x="44173" y="56928"/>
                  <a:pt x="28464" y="56928"/>
                </a:cubicBezTo>
                <a:cubicBezTo>
                  <a:pt x="12754" y="56928"/>
                  <a:pt x="0" y="44173"/>
                  <a:pt x="0" y="28464"/>
                </a:cubicBezTo>
                <a:close/>
              </a:path>
            </a:pathLst>
          </a:custGeom>
          <a:solidFill>
            <a:srgbClr val="818CF8"/>
          </a:solidFill>
          <a:ln/>
        </p:spPr>
      </p:sp>
      <p:sp>
        <p:nvSpPr>
          <p:cNvPr id="23" name="Text 21"/>
          <p:cNvSpPr/>
          <p:nvPr/>
        </p:nvSpPr>
        <p:spPr>
          <a:xfrm>
            <a:off x="4485303" y="2840689"/>
            <a:ext cx="2798942" cy="189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6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No quick answers to urgent business questions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8019916" y="1812196"/>
            <a:ext cx="3679422" cy="1601564"/>
          </a:xfrm>
          <a:custGeom>
            <a:avLst/>
            <a:gdLst/>
            <a:ahLst/>
            <a:cxnLst/>
            <a:rect l="l" t="t" r="r" b="b"/>
            <a:pathLst>
              <a:path w="3679422" h="1601564">
                <a:moveTo>
                  <a:pt x="113855" y="0"/>
                </a:moveTo>
                <a:lnTo>
                  <a:pt x="3565567" y="0"/>
                </a:lnTo>
                <a:cubicBezTo>
                  <a:pt x="3628448" y="0"/>
                  <a:pt x="3679422" y="50975"/>
                  <a:pt x="3679422" y="113855"/>
                </a:cubicBezTo>
                <a:lnTo>
                  <a:pt x="3679422" y="1487709"/>
                </a:lnTo>
                <a:cubicBezTo>
                  <a:pt x="3679422" y="1550589"/>
                  <a:pt x="3628448" y="1601564"/>
                  <a:pt x="3565567" y="1601564"/>
                </a:cubicBezTo>
                <a:lnTo>
                  <a:pt x="113855" y="1601564"/>
                </a:lnTo>
                <a:cubicBezTo>
                  <a:pt x="50975" y="1601564"/>
                  <a:pt x="0" y="1550589"/>
                  <a:pt x="0" y="1487709"/>
                </a:cubicBezTo>
                <a:lnTo>
                  <a:pt x="0" y="113855"/>
                </a:lnTo>
                <a:cubicBezTo>
                  <a:pt x="0" y="51017"/>
                  <a:pt x="51017" y="0"/>
                  <a:pt x="113855" y="0"/>
                </a:cubicBezTo>
                <a:close/>
              </a:path>
            </a:pathLst>
          </a:custGeom>
          <a:solidFill>
            <a:srgbClr val="FFFFFF"/>
          </a:solidFill>
          <a:ln w="10160">
            <a:solidFill>
              <a:srgbClr val="F3F4F6"/>
            </a:solidFill>
            <a:prstDash val="solid"/>
          </a:ln>
          <a:effectLst>
            <a:outerShdw blurRad="28464" dist="9488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8213470" y="2005751"/>
            <a:ext cx="455421" cy="455421"/>
          </a:xfrm>
          <a:custGeom>
            <a:avLst/>
            <a:gdLst/>
            <a:ahLst/>
            <a:cxnLst/>
            <a:rect l="l" t="t" r="r" b="b"/>
            <a:pathLst>
              <a:path w="455421" h="455421">
                <a:moveTo>
                  <a:pt x="113855" y="0"/>
                </a:moveTo>
                <a:lnTo>
                  <a:pt x="341566" y="0"/>
                </a:lnTo>
                <a:cubicBezTo>
                  <a:pt x="404404" y="0"/>
                  <a:pt x="455421" y="51017"/>
                  <a:pt x="455421" y="113855"/>
                </a:cubicBezTo>
                <a:lnTo>
                  <a:pt x="455421" y="341566"/>
                </a:lnTo>
                <a:cubicBezTo>
                  <a:pt x="455421" y="404404"/>
                  <a:pt x="404404" y="455421"/>
                  <a:pt x="341566" y="455421"/>
                </a:cubicBezTo>
                <a:lnTo>
                  <a:pt x="113855" y="455421"/>
                </a:lnTo>
                <a:cubicBezTo>
                  <a:pt x="51017" y="455421"/>
                  <a:pt x="0" y="404404"/>
                  <a:pt x="0" y="341566"/>
                </a:cubicBezTo>
                <a:lnTo>
                  <a:pt x="0" y="113855"/>
                </a:lnTo>
                <a:cubicBezTo>
                  <a:pt x="0" y="51017"/>
                  <a:pt x="51017" y="0"/>
                  <a:pt x="113855" y="0"/>
                </a:cubicBezTo>
                <a:close/>
              </a:path>
            </a:pathLst>
          </a:custGeom>
          <a:solidFill>
            <a:srgbClr val="4F46E5">
              <a:alpha val="10196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8334441" y="2138582"/>
            <a:ext cx="213479" cy="189759"/>
          </a:xfrm>
          <a:custGeom>
            <a:avLst/>
            <a:gdLst/>
            <a:ahLst/>
            <a:cxnLst/>
            <a:rect l="l" t="t" r="r" b="b"/>
            <a:pathLst>
              <a:path w="213479" h="189759">
                <a:moveTo>
                  <a:pt x="15196" y="-9229"/>
                </a:moveTo>
                <a:cubicBezTo>
                  <a:pt x="11712" y="-12712"/>
                  <a:pt x="6078" y="-12712"/>
                  <a:pt x="2631" y="-9229"/>
                </a:cubicBezTo>
                <a:cubicBezTo>
                  <a:pt x="-815" y="-5745"/>
                  <a:pt x="-852" y="-111"/>
                  <a:pt x="2594" y="3373"/>
                </a:cubicBezTo>
                <a:lnTo>
                  <a:pt x="198283" y="199061"/>
                </a:lnTo>
                <a:cubicBezTo>
                  <a:pt x="201767" y="202545"/>
                  <a:pt x="207400" y="202545"/>
                  <a:pt x="210847" y="199061"/>
                </a:cubicBezTo>
                <a:cubicBezTo>
                  <a:pt x="214294" y="195578"/>
                  <a:pt x="214331" y="189944"/>
                  <a:pt x="210847" y="186497"/>
                </a:cubicBezTo>
                <a:lnTo>
                  <a:pt x="175119" y="150769"/>
                </a:lnTo>
                <a:cubicBezTo>
                  <a:pt x="176120" y="149880"/>
                  <a:pt x="177121" y="148990"/>
                  <a:pt x="178084" y="148101"/>
                </a:cubicBezTo>
                <a:cubicBezTo>
                  <a:pt x="195429" y="131979"/>
                  <a:pt x="207030" y="112743"/>
                  <a:pt x="212552" y="99512"/>
                </a:cubicBezTo>
                <a:cubicBezTo>
                  <a:pt x="213775" y="96584"/>
                  <a:pt x="213775" y="93323"/>
                  <a:pt x="212552" y="90395"/>
                </a:cubicBezTo>
                <a:cubicBezTo>
                  <a:pt x="207030" y="77164"/>
                  <a:pt x="195429" y="57891"/>
                  <a:pt x="178084" y="41806"/>
                </a:cubicBezTo>
                <a:cubicBezTo>
                  <a:pt x="160628" y="25610"/>
                  <a:pt x="136649" y="11934"/>
                  <a:pt x="106702" y="11934"/>
                </a:cubicBezTo>
                <a:cubicBezTo>
                  <a:pt x="85651" y="11934"/>
                  <a:pt x="67564" y="18679"/>
                  <a:pt x="52591" y="28316"/>
                </a:cubicBezTo>
                <a:lnTo>
                  <a:pt x="15196" y="-9229"/>
                </a:lnTo>
                <a:close/>
                <a:moveTo>
                  <a:pt x="75792" y="51405"/>
                </a:moveTo>
                <a:cubicBezTo>
                  <a:pt x="84502" y="45179"/>
                  <a:pt x="95213" y="41510"/>
                  <a:pt x="106739" y="41510"/>
                </a:cubicBezTo>
                <a:cubicBezTo>
                  <a:pt x="136204" y="41510"/>
                  <a:pt x="160109" y="65415"/>
                  <a:pt x="160109" y="94879"/>
                </a:cubicBezTo>
                <a:cubicBezTo>
                  <a:pt x="160109" y="106406"/>
                  <a:pt x="156440" y="117080"/>
                  <a:pt x="150213" y="125826"/>
                </a:cubicBezTo>
                <a:lnTo>
                  <a:pt x="137353" y="112966"/>
                </a:lnTo>
                <a:cubicBezTo>
                  <a:pt x="142060" y="105034"/>
                  <a:pt x="143653" y="95287"/>
                  <a:pt x="141096" y="85651"/>
                </a:cubicBezTo>
                <a:cubicBezTo>
                  <a:pt x="136018" y="66675"/>
                  <a:pt x="116487" y="55408"/>
                  <a:pt x="97511" y="60486"/>
                </a:cubicBezTo>
                <a:cubicBezTo>
                  <a:pt x="94323" y="61338"/>
                  <a:pt x="91321" y="62598"/>
                  <a:pt x="88616" y="64192"/>
                </a:cubicBezTo>
                <a:lnTo>
                  <a:pt x="75755" y="51331"/>
                </a:lnTo>
                <a:close/>
                <a:moveTo>
                  <a:pt x="120564" y="146433"/>
                </a:moveTo>
                <a:cubicBezTo>
                  <a:pt x="116153" y="147619"/>
                  <a:pt x="111520" y="148249"/>
                  <a:pt x="106739" y="148249"/>
                </a:cubicBezTo>
                <a:cubicBezTo>
                  <a:pt x="77275" y="148249"/>
                  <a:pt x="53370" y="124344"/>
                  <a:pt x="53370" y="94879"/>
                </a:cubicBezTo>
                <a:cubicBezTo>
                  <a:pt x="53370" y="90098"/>
                  <a:pt x="54000" y="85466"/>
                  <a:pt x="55186" y="81055"/>
                </a:cubicBezTo>
                <a:lnTo>
                  <a:pt x="25721" y="51591"/>
                </a:lnTo>
                <a:cubicBezTo>
                  <a:pt x="13639" y="65230"/>
                  <a:pt x="5337" y="79684"/>
                  <a:pt x="927" y="90321"/>
                </a:cubicBezTo>
                <a:cubicBezTo>
                  <a:pt x="-296" y="93249"/>
                  <a:pt x="-296" y="96510"/>
                  <a:pt x="927" y="99438"/>
                </a:cubicBezTo>
                <a:cubicBezTo>
                  <a:pt x="6449" y="112669"/>
                  <a:pt x="18049" y="131942"/>
                  <a:pt x="35394" y="148027"/>
                </a:cubicBezTo>
                <a:cubicBezTo>
                  <a:pt x="52851" y="164223"/>
                  <a:pt x="76830" y="177899"/>
                  <a:pt x="106776" y="177899"/>
                </a:cubicBezTo>
                <a:cubicBezTo>
                  <a:pt x="120601" y="177899"/>
                  <a:pt x="133165" y="174971"/>
                  <a:pt x="144395" y="170264"/>
                </a:cubicBezTo>
                <a:lnTo>
                  <a:pt x="120601" y="146470"/>
                </a:lnTo>
                <a:close/>
              </a:path>
            </a:pathLst>
          </a:custGeom>
          <a:solidFill>
            <a:srgbClr val="4F46E5"/>
          </a:solidFill>
          <a:ln/>
        </p:spPr>
      </p:sp>
      <p:sp>
        <p:nvSpPr>
          <p:cNvPr id="27" name="Text 25"/>
          <p:cNvSpPr/>
          <p:nvPr/>
        </p:nvSpPr>
        <p:spPr>
          <a:xfrm>
            <a:off x="8782746" y="2100630"/>
            <a:ext cx="1261896" cy="265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45" b="1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Lack of Insights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8222958" y="2650930"/>
            <a:ext cx="56928" cy="56928"/>
          </a:xfrm>
          <a:custGeom>
            <a:avLst/>
            <a:gdLst/>
            <a:ahLst/>
            <a:cxnLst/>
            <a:rect l="l" t="t" r="r" b="b"/>
            <a:pathLst>
              <a:path w="56928" h="56928">
                <a:moveTo>
                  <a:pt x="0" y="28464"/>
                </a:moveTo>
                <a:cubicBezTo>
                  <a:pt x="0" y="12754"/>
                  <a:pt x="12754" y="0"/>
                  <a:pt x="28464" y="0"/>
                </a:cubicBezTo>
                <a:cubicBezTo>
                  <a:pt x="44173" y="0"/>
                  <a:pt x="56928" y="12754"/>
                  <a:pt x="56928" y="28464"/>
                </a:cubicBezTo>
                <a:cubicBezTo>
                  <a:pt x="56928" y="44173"/>
                  <a:pt x="44173" y="56928"/>
                  <a:pt x="28464" y="56928"/>
                </a:cubicBezTo>
                <a:cubicBezTo>
                  <a:pt x="12754" y="56928"/>
                  <a:pt x="0" y="44173"/>
                  <a:pt x="0" y="28464"/>
                </a:cubicBezTo>
                <a:close/>
              </a:path>
            </a:pathLst>
          </a:custGeom>
          <a:solidFill>
            <a:srgbClr val="4F46E5"/>
          </a:solidFill>
          <a:ln/>
        </p:spPr>
      </p:sp>
      <p:sp>
        <p:nvSpPr>
          <p:cNvPr id="29" name="Text 27"/>
          <p:cNvSpPr/>
          <p:nvPr/>
        </p:nvSpPr>
        <p:spPr>
          <a:xfrm>
            <a:off x="8360533" y="2575027"/>
            <a:ext cx="2514304" cy="189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6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Hard to spot trends without data expertise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8222958" y="2916593"/>
            <a:ext cx="56928" cy="56928"/>
          </a:xfrm>
          <a:custGeom>
            <a:avLst/>
            <a:gdLst/>
            <a:ahLst/>
            <a:cxnLst/>
            <a:rect l="l" t="t" r="r" b="b"/>
            <a:pathLst>
              <a:path w="56928" h="56928">
                <a:moveTo>
                  <a:pt x="0" y="28464"/>
                </a:moveTo>
                <a:cubicBezTo>
                  <a:pt x="0" y="12754"/>
                  <a:pt x="12754" y="0"/>
                  <a:pt x="28464" y="0"/>
                </a:cubicBezTo>
                <a:cubicBezTo>
                  <a:pt x="44173" y="0"/>
                  <a:pt x="56928" y="12754"/>
                  <a:pt x="56928" y="28464"/>
                </a:cubicBezTo>
                <a:cubicBezTo>
                  <a:pt x="56928" y="44173"/>
                  <a:pt x="44173" y="56928"/>
                  <a:pt x="28464" y="56928"/>
                </a:cubicBezTo>
                <a:cubicBezTo>
                  <a:pt x="12754" y="56928"/>
                  <a:pt x="0" y="44173"/>
                  <a:pt x="0" y="28464"/>
                </a:cubicBezTo>
                <a:close/>
              </a:path>
            </a:pathLst>
          </a:custGeom>
          <a:solidFill>
            <a:srgbClr val="4F46E5"/>
          </a:solidFill>
          <a:ln/>
        </p:spPr>
      </p:sp>
      <p:sp>
        <p:nvSpPr>
          <p:cNvPr id="31" name="Text 29"/>
          <p:cNvSpPr/>
          <p:nvPr/>
        </p:nvSpPr>
        <p:spPr>
          <a:xfrm>
            <a:off x="8360533" y="2840689"/>
            <a:ext cx="2789454" cy="189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6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Unusual patterns go unnoticed until it's too late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269457" y="3611109"/>
            <a:ext cx="3679422" cy="1411805"/>
          </a:xfrm>
          <a:custGeom>
            <a:avLst/>
            <a:gdLst/>
            <a:ahLst/>
            <a:cxnLst/>
            <a:rect l="l" t="t" r="r" b="b"/>
            <a:pathLst>
              <a:path w="3679422" h="1411805">
                <a:moveTo>
                  <a:pt x="113862" y="0"/>
                </a:moveTo>
                <a:lnTo>
                  <a:pt x="3565560" y="0"/>
                </a:lnTo>
                <a:cubicBezTo>
                  <a:pt x="3628444" y="0"/>
                  <a:pt x="3679422" y="50978"/>
                  <a:pt x="3679422" y="113862"/>
                </a:cubicBezTo>
                <a:lnTo>
                  <a:pt x="3679422" y="1297943"/>
                </a:lnTo>
                <a:cubicBezTo>
                  <a:pt x="3679422" y="1360827"/>
                  <a:pt x="3628444" y="1411805"/>
                  <a:pt x="3565560" y="1411805"/>
                </a:cubicBezTo>
                <a:lnTo>
                  <a:pt x="113862" y="1411805"/>
                </a:lnTo>
                <a:cubicBezTo>
                  <a:pt x="50978" y="1411805"/>
                  <a:pt x="0" y="1360827"/>
                  <a:pt x="0" y="1297943"/>
                </a:cubicBezTo>
                <a:lnTo>
                  <a:pt x="0" y="113862"/>
                </a:lnTo>
                <a:cubicBezTo>
                  <a:pt x="0" y="51020"/>
                  <a:pt x="51020" y="0"/>
                  <a:pt x="113862" y="0"/>
                </a:cubicBezTo>
                <a:close/>
              </a:path>
            </a:pathLst>
          </a:custGeom>
          <a:solidFill>
            <a:srgbClr val="FFFFFF"/>
          </a:solidFill>
          <a:ln w="10160">
            <a:solidFill>
              <a:srgbClr val="F3F4F6"/>
            </a:solidFill>
            <a:prstDash val="solid"/>
          </a:ln>
          <a:effectLst>
            <a:outerShdw blurRad="28464" dist="9488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63011" y="3804663"/>
            <a:ext cx="455421" cy="455421"/>
          </a:xfrm>
          <a:custGeom>
            <a:avLst/>
            <a:gdLst/>
            <a:ahLst/>
            <a:cxnLst/>
            <a:rect l="l" t="t" r="r" b="b"/>
            <a:pathLst>
              <a:path w="455421" h="455421">
                <a:moveTo>
                  <a:pt x="113855" y="0"/>
                </a:moveTo>
                <a:lnTo>
                  <a:pt x="341566" y="0"/>
                </a:lnTo>
                <a:cubicBezTo>
                  <a:pt x="404404" y="0"/>
                  <a:pt x="455421" y="51017"/>
                  <a:pt x="455421" y="113855"/>
                </a:cubicBezTo>
                <a:lnTo>
                  <a:pt x="455421" y="341566"/>
                </a:lnTo>
                <a:cubicBezTo>
                  <a:pt x="455421" y="404404"/>
                  <a:pt x="404404" y="455421"/>
                  <a:pt x="341566" y="455421"/>
                </a:cubicBezTo>
                <a:lnTo>
                  <a:pt x="113855" y="455421"/>
                </a:lnTo>
                <a:cubicBezTo>
                  <a:pt x="51017" y="455421"/>
                  <a:pt x="0" y="404404"/>
                  <a:pt x="0" y="341566"/>
                </a:cubicBezTo>
                <a:lnTo>
                  <a:pt x="0" y="113855"/>
                </a:lnTo>
                <a:cubicBezTo>
                  <a:pt x="0" y="51017"/>
                  <a:pt x="51017" y="0"/>
                  <a:pt x="113855" y="0"/>
                </a:cubicBezTo>
                <a:close/>
              </a:path>
            </a:pathLst>
          </a:custGeom>
          <a:solidFill>
            <a:srgbClr val="FB2C36">
              <a:alpha val="10196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631422" y="3937495"/>
            <a:ext cx="118599" cy="189759"/>
          </a:xfrm>
          <a:custGeom>
            <a:avLst/>
            <a:gdLst/>
            <a:ahLst/>
            <a:cxnLst/>
            <a:rect l="l" t="t" r="r" b="b"/>
            <a:pathLst>
              <a:path w="118599" h="189759">
                <a:moveTo>
                  <a:pt x="50405" y="8895"/>
                </a:moveTo>
                <a:cubicBezTo>
                  <a:pt x="50405" y="3966"/>
                  <a:pt x="54370" y="0"/>
                  <a:pt x="59300" y="0"/>
                </a:cubicBezTo>
                <a:cubicBezTo>
                  <a:pt x="64229" y="0"/>
                  <a:pt x="68195" y="3966"/>
                  <a:pt x="68195" y="8895"/>
                </a:cubicBezTo>
                <a:lnTo>
                  <a:pt x="68195" y="23720"/>
                </a:lnTo>
                <a:lnTo>
                  <a:pt x="88949" y="23720"/>
                </a:lnTo>
                <a:cubicBezTo>
                  <a:pt x="95509" y="23720"/>
                  <a:pt x="100809" y="29020"/>
                  <a:pt x="100809" y="35580"/>
                </a:cubicBezTo>
                <a:cubicBezTo>
                  <a:pt x="100809" y="42140"/>
                  <a:pt x="95509" y="47440"/>
                  <a:pt x="88949" y="47440"/>
                </a:cubicBezTo>
                <a:lnTo>
                  <a:pt x="46365" y="47440"/>
                </a:lnTo>
                <a:cubicBezTo>
                  <a:pt x="37136" y="47440"/>
                  <a:pt x="29650" y="54926"/>
                  <a:pt x="29650" y="64155"/>
                </a:cubicBezTo>
                <a:cubicBezTo>
                  <a:pt x="29650" y="72494"/>
                  <a:pt x="35765" y="79536"/>
                  <a:pt x="43993" y="80722"/>
                </a:cubicBezTo>
                <a:lnTo>
                  <a:pt x="77942" y="85577"/>
                </a:lnTo>
                <a:cubicBezTo>
                  <a:pt x="97881" y="88431"/>
                  <a:pt x="112669" y="105479"/>
                  <a:pt x="112669" y="125604"/>
                </a:cubicBezTo>
                <a:cubicBezTo>
                  <a:pt x="112669" y="147953"/>
                  <a:pt x="94546" y="166039"/>
                  <a:pt x="72234" y="166039"/>
                </a:cubicBezTo>
                <a:lnTo>
                  <a:pt x="68195" y="166039"/>
                </a:lnTo>
                <a:lnTo>
                  <a:pt x="68195" y="180864"/>
                </a:lnTo>
                <a:cubicBezTo>
                  <a:pt x="68195" y="185793"/>
                  <a:pt x="64229" y="189759"/>
                  <a:pt x="59300" y="189759"/>
                </a:cubicBezTo>
                <a:cubicBezTo>
                  <a:pt x="54370" y="189759"/>
                  <a:pt x="50405" y="185793"/>
                  <a:pt x="50405" y="180864"/>
                </a:cubicBezTo>
                <a:lnTo>
                  <a:pt x="50405" y="166039"/>
                </a:lnTo>
                <a:lnTo>
                  <a:pt x="23720" y="166039"/>
                </a:lnTo>
                <a:cubicBezTo>
                  <a:pt x="17160" y="166039"/>
                  <a:pt x="11860" y="160739"/>
                  <a:pt x="11860" y="154179"/>
                </a:cubicBezTo>
                <a:cubicBezTo>
                  <a:pt x="11860" y="147619"/>
                  <a:pt x="17160" y="142319"/>
                  <a:pt x="23720" y="142319"/>
                </a:cubicBezTo>
                <a:lnTo>
                  <a:pt x="72234" y="142319"/>
                </a:lnTo>
                <a:cubicBezTo>
                  <a:pt x="81463" y="142319"/>
                  <a:pt x="88949" y="134832"/>
                  <a:pt x="88949" y="125604"/>
                </a:cubicBezTo>
                <a:cubicBezTo>
                  <a:pt x="88949" y="117265"/>
                  <a:pt x="82834" y="110223"/>
                  <a:pt x="74606" y="109037"/>
                </a:cubicBezTo>
                <a:lnTo>
                  <a:pt x="40657" y="104182"/>
                </a:lnTo>
                <a:cubicBezTo>
                  <a:pt x="20718" y="101365"/>
                  <a:pt x="5930" y="84280"/>
                  <a:pt x="5930" y="64155"/>
                </a:cubicBezTo>
                <a:cubicBezTo>
                  <a:pt x="5930" y="41843"/>
                  <a:pt x="24053" y="23720"/>
                  <a:pt x="46365" y="23720"/>
                </a:cubicBezTo>
                <a:lnTo>
                  <a:pt x="50405" y="23720"/>
                </a:lnTo>
                <a:lnTo>
                  <a:pt x="50405" y="8895"/>
                </a:lnTo>
                <a:close/>
              </a:path>
            </a:pathLst>
          </a:custGeom>
          <a:solidFill>
            <a:srgbClr val="FB2C36"/>
          </a:solidFill>
          <a:ln/>
        </p:spPr>
      </p:sp>
      <p:sp>
        <p:nvSpPr>
          <p:cNvPr id="35" name="Text 33"/>
          <p:cNvSpPr/>
          <p:nvPr/>
        </p:nvSpPr>
        <p:spPr>
          <a:xfrm>
            <a:off x="1032287" y="3899543"/>
            <a:ext cx="1593974" cy="265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45" b="1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Expensive Solutions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472499" y="4449844"/>
            <a:ext cx="56928" cy="56928"/>
          </a:xfrm>
          <a:custGeom>
            <a:avLst/>
            <a:gdLst/>
            <a:ahLst/>
            <a:cxnLst/>
            <a:rect l="l" t="t" r="r" b="b"/>
            <a:pathLst>
              <a:path w="56928" h="56928">
                <a:moveTo>
                  <a:pt x="0" y="28464"/>
                </a:moveTo>
                <a:cubicBezTo>
                  <a:pt x="0" y="12754"/>
                  <a:pt x="12754" y="0"/>
                  <a:pt x="28464" y="0"/>
                </a:cubicBezTo>
                <a:cubicBezTo>
                  <a:pt x="44173" y="0"/>
                  <a:pt x="56928" y="12754"/>
                  <a:pt x="56928" y="28464"/>
                </a:cubicBezTo>
                <a:cubicBezTo>
                  <a:pt x="56928" y="44173"/>
                  <a:pt x="44173" y="56928"/>
                  <a:pt x="28464" y="56928"/>
                </a:cubicBezTo>
                <a:cubicBezTo>
                  <a:pt x="12754" y="56928"/>
                  <a:pt x="0" y="44173"/>
                  <a:pt x="0" y="28464"/>
                </a:cubicBezTo>
                <a:close/>
              </a:path>
            </a:pathLst>
          </a:custGeom>
          <a:solidFill>
            <a:srgbClr val="FB2C36"/>
          </a:solidFill>
          <a:ln/>
        </p:spPr>
      </p:sp>
      <p:sp>
        <p:nvSpPr>
          <p:cNvPr id="37" name="Text 35"/>
          <p:cNvSpPr/>
          <p:nvPr/>
        </p:nvSpPr>
        <p:spPr>
          <a:xfrm>
            <a:off x="610074" y="4373940"/>
            <a:ext cx="3017164" cy="189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6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Enterprise analytics tools cost thousands of dollars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472499" y="4715507"/>
            <a:ext cx="56928" cy="56928"/>
          </a:xfrm>
          <a:custGeom>
            <a:avLst/>
            <a:gdLst/>
            <a:ahLst/>
            <a:cxnLst/>
            <a:rect l="l" t="t" r="r" b="b"/>
            <a:pathLst>
              <a:path w="56928" h="56928">
                <a:moveTo>
                  <a:pt x="0" y="28464"/>
                </a:moveTo>
                <a:cubicBezTo>
                  <a:pt x="0" y="12754"/>
                  <a:pt x="12754" y="0"/>
                  <a:pt x="28464" y="0"/>
                </a:cubicBezTo>
                <a:cubicBezTo>
                  <a:pt x="44173" y="0"/>
                  <a:pt x="56928" y="12754"/>
                  <a:pt x="56928" y="28464"/>
                </a:cubicBezTo>
                <a:cubicBezTo>
                  <a:pt x="56928" y="44173"/>
                  <a:pt x="44173" y="56928"/>
                  <a:pt x="28464" y="56928"/>
                </a:cubicBezTo>
                <a:cubicBezTo>
                  <a:pt x="12754" y="56928"/>
                  <a:pt x="0" y="44173"/>
                  <a:pt x="0" y="28464"/>
                </a:cubicBezTo>
                <a:close/>
              </a:path>
            </a:pathLst>
          </a:custGeom>
          <a:solidFill>
            <a:srgbClr val="FB2C36"/>
          </a:solidFill>
          <a:ln/>
        </p:spPr>
      </p:sp>
      <p:sp>
        <p:nvSpPr>
          <p:cNvPr id="39" name="Text 37"/>
          <p:cNvSpPr/>
          <p:nvPr/>
        </p:nvSpPr>
        <p:spPr>
          <a:xfrm>
            <a:off x="610074" y="4639603"/>
            <a:ext cx="2836893" cy="189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6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Small businesses can't afford complex software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4144686" y="3611109"/>
            <a:ext cx="7550501" cy="1411805"/>
          </a:xfrm>
          <a:custGeom>
            <a:avLst/>
            <a:gdLst/>
            <a:ahLst/>
            <a:cxnLst/>
            <a:rect l="l" t="t" r="r" b="b"/>
            <a:pathLst>
              <a:path w="7550501" h="1411805">
                <a:moveTo>
                  <a:pt x="113862" y="0"/>
                </a:moveTo>
                <a:lnTo>
                  <a:pt x="7436639" y="0"/>
                </a:lnTo>
                <a:cubicBezTo>
                  <a:pt x="7499523" y="0"/>
                  <a:pt x="7550501" y="50978"/>
                  <a:pt x="7550501" y="113862"/>
                </a:cubicBezTo>
                <a:lnTo>
                  <a:pt x="7550501" y="1297943"/>
                </a:lnTo>
                <a:cubicBezTo>
                  <a:pt x="7550501" y="1360827"/>
                  <a:pt x="7499523" y="1411805"/>
                  <a:pt x="7436639" y="1411805"/>
                </a:cubicBezTo>
                <a:lnTo>
                  <a:pt x="113862" y="1411805"/>
                </a:lnTo>
                <a:cubicBezTo>
                  <a:pt x="50978" y="1411805"/>
                  <a:pt x="0" y="1360827"/>
                  <a:pt x="0" y="1297943"/>
                </a:cubicBezTo>
                <a:lnTo>
                  <a:pt x="0" y="113862"/>
                </a:lnTo>
                <a:cubicBezTo>
                  <a:pt x="0" y="51020"/>
                  <a:pt x="51020" y="0"/>
                  <a:pt x="113862" y="0"/>
                </a:cubicBezTo>
                <a:close/>
              </a:path>
            </a:pathLst>
          </a:custGeom>
          <a:solidFill>
            <a:srgbClr val="FFFFFF"/>
          </a:solidFill>
          <a:ln w="10160">
            <a:solidFill>
              <a:srgbClr val="F3F4F6"/>
            </a:solidFill>
            <a:prstDash val="solid"/>
          </a:ln>
          <a:effectLst>
            <a:outerShdw blurRad="28464" dist="9488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4338240" y="3804663"/>
            <a:ext cx="455421" cy="455421"/>
          </a:xfrm>
          <a:custGeom>
            <a:avLst/>
            <a:gdLst/>
            <a:ahLst/>
            <a:cxnLst/>
            <a:rect l="l" t="t" r="r" b="b"/>
            <a:pathLst>
              <a:path w="455421" h="455421">
                <a:moveTo>
                  <a:pt x="113855" y="0"/>
                </a:moveTo>
                <a:lnTo>
                  <a:pt x="341566" y="0"/>
                </a:lnTo>
                <a:cubicBezTo>
                  <a:pt x="404404" y="0"/>
                  <a:pt x="455421" y="51017"/>
                  <a:pt x="455421" y="113855"/>
                </a:cubicBezTo>
                <a:lnTo>
                  <a:pt x="455421" y="341566"/>
                </a:lnTo>
                <a:cubicBezTo>
                  <a:pt x="455421" y="404404"/>
                  <a:pt x="404404" y="455421"/>
                  <a:pt x="341566" y="455421"/>
                </a:cubicBezTo>
                <a:lnTo>
                  <a:pt x="113855" y="455421"/>
                </a:lnTo>
                <a:cubicBezTo>
                  <a:pt x="51017" y="455421"/>
                  <a:pt x="0" y="404404"/>
                  <a:pt x="0" y="341566"/>
                </a:cubicBezTo>
                <a:lnTo>
                  <a:pt x="0" y="113855"/>
                </a:lnTo>
                <a:cubicBezTo>
                  <a:pt x="0" y="51017"/>
                  <a:pt x="51017" y="0"/>
                  <a:pt x="113855" y="0"/>
                </a:cubicBezTo>
                <a:close/>
              </a:path>
            </a:pathLst>
          </a:custGeom>
          <a:solidFill>
            <a:srgbClr val="FF6900">
              <a:alpha val="10196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4459212" y="3937495"/>
            <a:ext cx="213479" cy="189759"/>
          </a:xfrm>
          <a:custGeom>
            <a:avLst/>
            <a:gdLst/>
            <a:ahLst/>
            <a:cxnLst/>
            <a:rect l="l" t="t" r="r" b="b"/>
            <a:pathLst>
              <a:path w="213479" h="189759">
                <a:moveTo>
                  <a:pt x="133721" y="445"/>
                </a:moveTo>
                <a:cubicBezTo>
                  <a:pt x="127420" y="-1371"/>
                  <a:pt x="120860" y="2298"/>
                  <a:pt x="119044" y="8598"/>
                </a:cubicBezTo>
                <a:lnTo>
                  <a:pt x="71604" y="174637"/>
                </a:lnTo>
                <a:cubicBezTo>
                  <a:pt x="69788" y="180938"/>
                  <a:pt x="73457" y="187498"/>
                  <a:pt x="79758" y="189314"/>
                </a:cubicBezTo>
                <a:cubicBezTo>
                  <a:pt x="86059" y="191130"/>
                  <a:pt x="92619" y="187461"/>
                  <a:pt x="94435" y="181160"/>
                </a:cubicBezTo>
                <a:lnTo>
                  <a:pt x="141874" y="15121"/>
                </a:lnTo>
                <a:cubicBezTo>
                  <a:pt x="143690" y="8821"/>
                  <a:pt x="140021" y="2261"/>
                  <a:pt x="133721" y="445"/>
                </a:cubicBezTo>
                <a:close/>
                <a:moveTo>
                  <a:pt x="157663" y="50886"/>
                </a:moveTo>
                <a:cubicBezTo>
                  <a:pt x="153030" y="55519"/>
                  <a:pt x="153030" y="63043"/>
                  <a:pt x="157663" y="67676"/>
                </a:cubicBezTo>
                <a:lnTo>
                  <a:pt x="184867" y="94879"/>
                </a:lnTo>
                <a:lnTo>
                  <a:pt x="157663" y="122083"/>
                </a:lnTo>
                <a:cubicBezTo>
                  <a:pt x="153030" y="126716"/>
                  <a:pt x="153030" y="134239"/>
                  <a:pt x="157663" y="138872"/>
                </a:cubicBezTo>
                <a:cubicBezTo>
                  <a:pt x="162296" y="143505"/>
                  <a:pt x="169819" y="143505"/>
                  <a:pt x="174452" y="138872"/>
                </a:cubicBezTo>
                <a:lnTo>
                  <a:pt x="210032" y="103293"/>
                </a:lnTo>
                <a:cubicBezTo>
                  <a:pt x="214665" y="98660"/>
                  <a:pt x="214665" y="91136"/>
                  <a:pt x="210032" y="86503"/>
                </a:cubicBezTo>
                <a:lnTo>
                  <a:pt x="174452" y="50924"/>
                </a:lnTo>
                <a:cubicBezTo>
                  <a:pt x="169819" y="46291"/>
                  <a:pt x="162296" y="46291"/>
                  <a:pt x="157663" y="50924"/>
                </a:cubicBezTo>
                <a:close/>
                <a:moveTo>
                  <a:pt x="55853" y="50886"/>
                </a:moveTo>
                <a:cubicBezTo>
                  <a:pt x="51220" y="46254"/>
                  <a:pt x="43696" y="46254"/>
                  <a:pt x="39064" y="50886"/>
                </a:cubicBezTo>
                <a:lnTo>
                  <a:pt x="3484" y="86466"/>
                </a:lnTo>
                <a:cubicBezTo>
                  <a:pt x="-1149" y="91099"/>
                  <a:pt x="-1149" y="98623"/>
                  <a:pt x="3484" y="103255"/>
                </a:cubicBezTo>
                <a:lnTo>
                  <a:pt x="39064" y="138835"/>
                </a:lnTo>
                <a:cubicBezTo>
                  <a:pt x="43696" y="143468"/>
                  <a:pt x="51220" y="143468"/>
                  <a:pt x="55853" y="138835"/>
                </a:cubicBezTo>
                <a:cubicBezTo>
                  <a:pt x="60486" y="134202"/>
                  <a:pt x="60486" y="126679"/>
                  <a:pt x="55853" y="122046"/>
                </a:cubicBezTo>
                <a:lnTo>
                  <a:pt x="28649" y="94879"/>
                </a:lnTo>
                <a:lnTo>
                  <a:pt x="55816" y="67676"/>
                </a:lnTo>
                <a:cubicBezTo>
                  <a:pt x="60449" y="63043"/>
                  <a:pt x="60449" y="55519"/>
                  <a:pt x="55816" y="50886"/>
                </a:cubicBezTo>
                <a:close/>
              </a:path>
            </a:pathLst>
          </a:custGeom>
          <a:solidFill>
            <a:srgbClr val="FF6900"/>
          </a:solidFill>
          <a:ln/>
        </p:spPr>
      </p:sp>
      <p:sp>
        <p:nvSpPr>
          <p:cNvPr id="43" name="Text 41"/>
          <p:cNvSpPr/>
          <p:nvPr/>
        </p:nvSpPr>
        <p:spPr>
          <a:xfrm>
            <a:off x="4907516" y="3899543"/>
            <a:ext cx="1432679" cy="265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45" b="1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Technical Barriers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4347728" y="4449844"/>
            <a:ext cx="56928" cy="56928"/>
          </a:xfrm>
          <a:custGeom>
            <a:avLst/>
            <a:gdLst/>
            <a:ahLst/>
            <a:cxnLst/>
            <a:rect l="l" t="t" r="r" b="b"/>
            <a:pathLst>
              <a:path w="56928" h="56928">
                <a:moveTo>
                  <a:pt x="0" y="28464"/>
                </a:moveTo>
                <a:cubicBezTo>
                  <a:pt x="0" y="12754"/>
                  <a:pt x="12754" y="0"/>
                  <a:pt x="28464" y="0"/>
                </a:cubicBezTo>
                <a:cubicBezTo>
                  <a:pt x="44173" y="0"/>
                  <a:pt x="56928" y="12754"/>
                  <a:pt x="56928" y="28464"/>
                </a:cubicBezTo>
                <a:cubicBezTo>
                  <a:pt x="56928" y="44173"/>
                  <a:pt x="44173" y="56928"/>
                  <a:pt x="28464" y="56928"/>
                </a:cubicBezTo>
                <a:cubicBezTo>
                  <a:pt x="12754" y="56928"/>
                  <a:pt x="0" y="44173"/>
                  <a:pt x="0" y="28464"/>
                </a:cubicBezTo>
                <a:close/>
              </a:path>
            </a:pathLst>
          </a:custGeom>
          <a:solidFill>
            <a:srgbClr val="FF6900"/>
          </a:solidFill>
          <a:ln/>
        </p:spPr>
      </p:sp>
      <p:sp>
        <p:nvSpPr>
          <p:cNvPr id="45" name="Text 43"/>
          <p:cNvSpPr/>
          <p:nvPr/>
        </p:nvSpPr>
        <p:spPr>
          <a:xfrm>
            <a:off x="4485303" y="4373940"/>
            <a:ext cx="2011443" cy="189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6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Requires data science knowledge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4347728" y="4715507"/>
            <a:ext cx="56928" cy="56928"/>
          </a:xfrm>
          <a:custGeom>
            <a:avLst/>
            <a:gdLst/>
            <a:ahLst/>
            <a:cxnLst/>
            <a:rect l="l" t="t" r="r" b="b"/>
            <a:pathLst>
              <a:path w="56928" h="56928">
                <a:moveTo>
                  <a:pt x="0" y="28464"/>
                </a:moveTo>
                <a:cubicBezTo>
                  <a:pt x="0" y="12754"/>
                  <a:pt x="12754" y="0"/>
                  <a:pt x="28464" y="0"/>
                </a:cubicBezTo>
                <a:cubicBezTo>
                  <a:pt x="44173" y="0"/>
                  <a:pt x="56928" y="12754"/>
                  <a:pt x="56928" y="28464"/>
                </a:cubicBezTo>
                <a:cubicBezTo>
                  <a:pt x="56928" y="44173"/>
                  <a:pt x="44173" y="56928"/>
                  <a:pt x="28464" y="56928"/>
                </a:cubicBezTo>
                <a:cubicBezTo>
                  <a:pt x="12754" y="56928"/>
                  <a:pt x="0" y="44173"/>
                  <a:pt x="0" y="28464"/>
                </a:cubicBezTo>
                <a:close/>
              </a:path>
            </a:pathLst>
          </a:custGeom>
          <a:solidFill>
            <a:srgbClr val="FF6900"/>
          </a:solidFill>
          <a:ln/>
        </p:spPr>
      </p:sp>
      <p:sp>
        <p:nvSpPr>
          <p:cNvPr id="47" name="Text 45"/>
          <p:cNvSpPr/>
          <p:nvPr/>
        </p:nvSpPr>
        <p:spPr>
          <a:xfrm>
            <a:off x="4485303" y="4639603"/>
            <a:ext cx="2941261" cy="189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6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Not everyone can write complex formulas or code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284637" y="5254420"/>
            <a:ext cx="11413989" cy="910842"/>
          </a:xfrm>
          <a:custGeom>
            <a:avLst/>
            <a:gdLst/>
            <a:ahLst/>
            <a:cxnLst/>
            <a:rect l="l" t="t" r="r" b="b"/>
            <a:pathLst>
              <a:path w="11413989" h="910842">
                <a:moveTo>
                  <a:pt x="37952" y="0"/>
                </a:moveTo>
                <a:lnTo>
                  <a:pt x="11300134" y="0"/>
                </a:lnTo>
                <a:cubicBezTo>
                  <a:pt x="11363014" y="0"/>
                  <a:pt x="11413989" y="50975"/>
                  <a:pt x="11413989" y="113855"/>
                </a:cubicBezTo>
                <a:lnTo>
                  <a:pt x="11413989" y="796987"/>
                </a:lnTo>
                <a:cubicBezTo>
                  <a:pt x="11413989" y="859867"/>
                  <a:pt x="11363014" y="910842"/>
                  <a:pt x="11300134" y="910842"/>
                </a:cubicBezTo>
                <a:lnTo>
                  <a:pt x="37952" y="910842"/>
                </a:lnTo>
                <a:cubicBezTo>
                  <a:pt x="16992" y="910842"/>
                  <a:pt x="0" y="893850"/>
                  <a:pt x="0" y="872890"/>
                </a:cubicBezTo>
                <a:lnTo>
                  <a:pt x="0" y="37952"/>
                </a:lnTo>
                <a:cubicBezTo>
                  <a:pt x="0" y="17006"/>
                  <a:pt x="17006" y="0"/>
                  <a:pt x="37952" y="0"/>
                </a:cubicBezTo>
                <a:close/>
              </a:path>
            </a:pathLst>
          </a:custGeom>
          <a:gradFill flip="none" rotWithShape="1">
            <a:gsLst>
              <a:gs pos="0">
                <a:srgbClr val="FEF2F2"/>
              </a:gs>
              <a:gs pos="100000">
                <a:srgbClr val="FFF7ED"/>
              </a:gs>
            </a:gsLst>
            <a:lin ang="0" scaled="1"/>
          </a:gradFill>
          <a:ln/>
        </p:spPr>
      </p:sp>
      <p:sp>
        <p:nvSpPr>
          <p:cNvPr id="49" name="Shape 47"/>
          <p:cNvSpPr/>
          <p:nvPr/>
        </p:nvSpPr>
        <p:spPr>
          <a:xfrm>
            <a:off x="284637" y="5254420"/>
            <a:ext cx="37952" cy="910842"/>
          </a:xfrm>
          <a:custGeom>
            <a:avLst/>
            <a:gdLst/>
            <a:ahLst/>
            <a:cxnLst/>
            <a:rect l="l" t="t" r="r" b="b"/>
            <a:pathLst>
              <a:path w="37952" h="910842">
                <a:moveTo>
                  <a:pt x="37952" y="0"/>
                </a:moveTo>
                <a:lnTo>
                  <a:pt x="37952" y="0"/>
                </a:lnTo>
                <a:lnTo>
                  <a:pt x="37952" y="910842"/>
                </a:lnTo>
                <a:lnTo>
                  <a:pt x="37952" y="910842"/>
                </a:lnTo>
                <a:cubicBezTo>
                  <a:pt x="16992" y="910842"/>
                  <a:pt x="0" y="893850"/>
                  <a:pt x="0" y="872890"/>
                </a:cubicBezTo>
                <a:lnTo>
                  <a:pt x="0" y="37952"/>
                </a:lnTo>
                <a:cubicBezTo>
                  <a:pt x="0" y="17006"/>
                  <a:pt x="17006" y="0"/>
                  <a:pt x="37952" y="0"/>
                </a:cubicBezTo>
                <a:close/>
              </a:path>
            </a:pathLst>
          </a:custGeom>
          <a:solidFill>
            <a:srgbClr val="FB2C36"/>
          </a:solidFill>
          <a:ln/>
        </p:spPr>
      </p:sp>
      <p:sp>
        <p:nvSpPr>
          <p:cNvPr id="50" name="Shape 48"/>
          <p:cNvSpPr/>
          <p:nvPr/>
        </p:nvSpPr>
        <p:spPr>
          <a:xfrm>
            <a:off x="521836" y="5595985"/>
            <a:ext cx="227711" cy="227711"/>
          </a:xfrm>
          <a:custGeom>
            <a:avLst/>
            <a:gdLst/>
            <a:ahLst/>
            <a:cxnLst/>
            <a:rect l="l" t="t" r="r" b="b"/>
            <a:pathLst>
              <a:path w="227711" h="227711">
                <a:moveTo>
                  <a:pt x="223530" y="123907"/>
                </a:moveTo>
                <a:cubicBezTo>
                  <a:pt x="229089" y="118347"/>
                  <a:pt x="229089" y="109319"/>
                  <a:pt x="223530" y="103759"/>
                </a:cubicBezTo>
                <a:lnTo>
                  <a:pt x="152370" y="32600"/>
                </a:lnTo>
                <a:cubicBezTo>
                  <a:pt x="146811" y="27041"/>
                  <a:pt x="137783" y="27041"/>
                  <a:pt x="132223" y="32600"/>
                </a:cubicBezTo>
                <a:cubicBezTo>
                  <a:pt x="126664" y="38159"/>
                  <a:pt x="126664" y="47188"/>
                  <a:pt x="132223" y="52747"/>
                </a:cubicBezTo>
                <a:lnTo>
                  <a:pt x="179100" y="99623"/>
                </a:lnTo>
                <a:lnTo>
                  <a:pt x="14232" y="99623"/>
                </a:lnTo>
                <a:cubicBezTo>
                  <a:pt x="6360" y="99623"/>
                  <a:pt x="0" y="105983"/>
                  <a:pt x="0" y="113855"/>
                </a:cubicBezTo>
                <a:cubicBezTo>
                  <a:pt x="0" y="121727"/>
                  <a:pt x="6360" y="128087"/>
                  <a:pt x="14232" y="128087"/>
                </a:cubicBezTo>
                <a:lnTo>
                  <a:pt x="179100" y="128087"/>
                </a:lnTo>
                <a:lnTo>
                  <a:pt x="132223" y="174964"/>
                </a:lnTo>
                <a:cubicBezTo>
                  <a:pt x="126664" y="180523"/>
                  <a:pt x="126664" y="189551"/>
                  <a:pt x="132223" y="195111"/>
                </a:cubicBezTo>
                <a:cubicBezTo>
                  <a:pt x="137783" y="200670"/>
                  <a:pt x="146811" y="200670"/>
                  <a:pt x="152370" y="195111"/>
                </a:cubicBezTo>
                <a:lnTo>
                  <a:pt x="223530" y="123951"/>
                </a:lnTo>
                <a:close/>
              </a:path>
            </a:pathLst>
          </a:custGeom>
          <a:solidFill>
            <a:srgbClr val="FB2C36"/>
          </a:solidFill>
          <a:ln/>
        </p:spPr>
      </p:sp>
      <p:sp>
        <p:nvSpPr>
          <p:cNvPr id="51" name="Text 49"/>
          <p:cNvSpPr/>
          <p:nvPr/>
        </p:nvSpPr>
        <p:spPr>
          <a:xfrm>
            <a:off x="929817" y="5444178"/>
            <a:ext cx="3928006" cy="265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45" b="1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Result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929817" y="5747792"/>
            <a:ext cx="3918518" cy="2277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5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Delayed decisions, missed opportunities, and wasted time</a:t>
            </a:r>
            <a:endParaRPr lang="en-US" sz="1600" dirty="0"/>
          </a:p>
        </p:txBody>
      </p:sp>
      <p:sp>
        <p:nvSpPr>
          <p:cNvPr id="57" name="Text 18">
            <a:extLst>
              <a:ext uri="{FF2B5EF4-FFF2-40B4-BE49-F238E27FC236}">
                <a16:creationId xmlns:a16="http://schemas.microsoft.com/office/drawing/2014/main" id="{860FB2DB-0DBC-D134-7EDD-07745E3D8BB5}"/>
              </a:ext>
            </a:extLst>
          </p:cNvPr>
          <p:cNvSpPr/>
          <p:nvPr/>
        </p:nvSpPr>
        <p:spPr>
          <a:xfrm>
            <a:off x="3749002" y="6548748"/>
            <a:ext cx="4820678" cy="2423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ts val="1980"/>
              </a:lnSpc>
            </a:pPr>
            <a:r>
              <a:rPr lang="en-US" sz="1600" b="1" dirty="0">
                <a:latin typeface="Calibri (MS)"/>
                <a:ea typeface="Calibri (MS)"/>
                <a:cs typeface="Calibri (MS)"/>
                <a:sym typeface="Calibri (MS)"/>
              </a:rPr>
              <a:t>Department of Computer Science &amp; Engineering ,CSPIT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4F5274B-A438-3EFA-0872-73DEF0F50BAF}"/>
              </a:ext>
            </a:extLst>
          </p:cNvPr>
          <p:cNvSpPr/>
          <p:nvPr/>
        </p:nvSpPr>
        <p:spPr>
          <a:xfrm>
            <a:off x="30479" y="66891"/>
            <a:ext cx="12085321" cy="6714790"/>
          </a:xfrm>
          <a:prstGeom prst="rect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4"/>
          <p:cNvSpPr/>
          <p:nvPr/>
        </p:nvSpPr>
        <p:spPr>
          <a:xfrm>
            <a:off x="364088" y="831728"/>
            <a:ext cx="11724362" cy="4008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156" b="1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Who Can Use DataXpert?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64088" y="1332769"/>
            <a:ext cx="801666" cy="33403"/>
          </a:xfrm>
          <a:custGeom>
            <a:avLst/>
            <a:gdLst/>
            <a:ahLst/>
            <a:cxnLst/>
            <a:rect l="l" t="t" r="r" b="b"/>
            <a:pathLst>
              <a:path w="801666" h="33403">
                <a:moveTo>
                  <a:pt x="16701" y="0"/>
                </a:moveTo>
                <a:lnTo>
                  <a:pt x="784964" y="0"/>
                </a:lnTo>
                <a:cubicBezTo>
                  <a:pt x="794188" y="0"/>
                  <a:pt x="801666" y="7477"/>
                  <a:pt x="801666" y="16701"/>
                </a:cubicBezTo>
                <a:lnTo>
                  <a:pt x="801666" y="16701"/>
                </a:lnTo>
                <a:cubicBezTo>
                  <a:pt x="801666" y="25925"/>
                  <a:pt x="794188" y="33403"/>
                  <a:pt x="784964" y="33403"/>
                </a:cubicBezTo>
                <a:lnTo>
                  <a:pt x="16701" y="33403"/>
                </a:lnTo>
                <a:cubicBezTo>
                  <a:pt x="7477" y="33403"/>
                  <a:pt x="0" y="25925"/>
                  <a:pt x="0" y="16701"/>
                </a:cubicBezTo>
                <a:lnTo>
                  <a:pt x="0" y="16701"/>
                </a:lnTo>
                <a:cubicBezTo>
                  <a:pt x="0" y="7477"/>
                  <a:pt x="7477" y="0"/>
                  <a:pt x="16701" y="0"/>
                </a:cubicBezTo>
                <a:close/>
              </a:path>
            </a:pathLst>
          </a:custGeom>
          <a:gradFill flip="none" rotWithShape="1">
            <a:gsLst>
              <a:gs pos="0">
                <a:srgbClr val="6366F1"/>
              </a:gs>
              <a:gs pos="100000">
                <a:srgbClr val="818CF8"/>
              </a:gs>
            </a:gsLst>
            <a:lin ang="0" scaled="1"/>
          </a:gradFill>
          <a:ln/>
        </p:spPr>
      </p:sp>
      <p:sp>
        <p:nvSpPr>
          <p:cNvPr id="8" name="Shape 6"/>
          <p:cNvSpPr/>
          <p:nvPr/>
        </p:nvSpPr>
        <p:spPr>
          <a:xfrm>
            <a:off x="367429" y="1569929"/>
            <a:ext cx="5668445" cy="1209179"/>
          </a:xfrm>
          <a:custGeom>
            <a:avLst/>
            <a:gdLst/>
            <a:ahLst/>
            <a:cxnLst/>
            <a:rect l="l" t="t" r="r" b="b"/>
            <a:pathLst>
              <a:path w="5668445" h="1209179">
                <a:moveTo>
                  <a:pt x="100205" y="0"/>
                </a:moveTo>
                <a:lnTo>
                  <a:pt x="5568240" y="0"/>
                </a:lnTo>
                <a:cubicBezTo>
                  <a:pt x="5623582" y="0"/>
                  <a:pt x="5668445" y="44863"/>
                  <a:pt x="5668445" y="100205"/>
                </a:cubicBezTo>
                <a:lnTo>
                  <a:pt x="5668445" y="1108974"/>
                </a:lnTo>
                <a:cubicBezTo>
                  <a:pt x="5668445" y="1164316"/>
                  <a:pt x="5623582" y="1209179"/>
                  <a:pt x="5568240" y="1209179"/>
                </a:cubicBezTo>
                <a:lnTo>
                  <a:pt x="100205" y="1209179"/>
                </a:lnTo>
                <a:cubicBezTo>
                  <a:pt x="44863" y="1209179"/>
                  <a:pt x="0" y="1164316"/>
                  <a:pt x="0" y="1108974"/>
                </a:cubicBezTo>
                <a:lnTo>
                  <a:pt x="0" y="100205"/>
                </a:lnTo>
                <a:cubicBezTo>
                  <a:pt x="0" y="44900"/>
                  <a:pt x="44900" y="0"/>
                  <a:pt x="100205" y="0"/>
                </a:cubicBezTo>
                <a:close/>
              </a:path>
            </a:pathLst>
          </a:custGeom>
          <a:solidFill>
            <a:srgbClr val="FFFFFF"/>
          </a:solidFill>
          <a:ln w="10160">
            <a:solidFill>
              <a:srgbClr val="F3F4F6"/>
            </a:solidFill>
            <a:prstDash val="solid"/>
          </a:ln>
          <a:effectLst>
            <a:outerShdw blurRad="25052" dist="8351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37783" y="1740283"/>
            <a:ext cx="534444" cy="534444"/>
          </a:xfrm>
          <a:custGeom>
            <a:avLst/>
            <a:gdLst/>
            <a:ahLst/>
            <a:cxnLst/>
            <a:rect l="l" t="t" r="r" b="b"/>
            <a:pathLst>
              <a:path w="534444" h="534444">
                <a:moveTo>
                  <a:pt x="100208" y="0"/>
                </a:moveTo>
                <a:lnTo>
                  <a:pt x="434236" y="0"/>
                </a:lnTo>
                <a:cubicBezTo>
                  <a:pt x="489579" y="0"/>
                  <a:pt x="534444" y="44865"/>
                  <a:pt x="534444" y="100208"/>
                </a:cubicBezTo>
                <a:lnTo>
                  <a:pt x="534444" y="434236"/>
                </a:lnTo>
                <a:cubicBezTo>
                  <a:pt x="534444" y="489579"/>
                  <a:pt x="489579" y="534444"/>
                  <a:pt x="434236" y="534444"/>
                </a:cubicBezTo>
                <a:lnTo>
                  <a:pt x="100208" y="534444"/>
                </a:lnTo>
                <a:cubicBezTo>
                  <a:pt x="44865" y="534444"/>
                  <a:pt x="0" y="489579"/>
                  <a:pt x="0" y="434236"/>
                </a:cubicBezTo>
                <a:lnTo>
                  <a:pt x="0" y="100208"/>
                </a:lnTo>
                <a:cubicBezTo>
                  <a:pt x="0" y="44902"/>
                  <a:pt x="44902" y="0"/>
                  <a:pt x="100208" y="0"/>
                </a:cubicBezTo>
                <a:close/>
              </a:path>
            </a:pathLst>
          </a:custGeom>
          <a:solidFill>
            <a:srgbClr val="6366F1">
              <a:alpha val="10196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717322" y="1907297"/>
            <a:ext cx="175364" cy="200416"/>
          </a:xfrm>
          <a:custGeom>
            <a:avLst/>
            <a:gdLst/>
            <a:ahLst/>
            <a:cxnLst/>
            <a:rect l="l" t="t" r="r" b="b"/>
            <a:pathLst>
              <a:path w="175364" h="200416">
                <a:moveTo>
                  <a:pt x="87682" y="97077"/>
                </a:moveTo>
                <a:cubicBezTo>
                  <a:pt x="61757" y="97077"/>
                  <a:pt x="40710" y="76029"/>
                  <a:pt x="40710" y="50104"/>
                </a:cubicBezTo>
                <a:cubicBezTo>
                  <a:pt x="40710" y="24179"/>
                  <a:pt x="61757" y="3132"/>
                  <a:pt x="87682" y="3132"/>
                </a:cubicBezTo>
                <a:cubicBezTo>
                  <a:pt x="113607" y="3132"/>
                  <a:pt x="134655" y="24179"/>
                  <a:pt x="134655" y="50104"/>
                </a:cubicBezTo>
                <a:cubicBezTo>
                  <a:pt x="134655" y="76029"/>
                  <a:pt x="113607" y="97077"/>
                  <a:pt x="87682" y="97077"/>
                </a:cubicBezTo>
                <a:close/>
                <a:moveTo>
                  <a:pt x="75743" y="118997"/>
                </a:moveTo>
                <a:lnTo>
                  <a:pt x="99621" y="118997"/>
                </a:lnTo>
                <a:cubicBezTo>
                  <a:pt x="103418" y="118997"/>
                  <a:pt x="106471" y="122050"/>
                  <a:pt x="106471" y="125847"/>
                </a:cubicBezTo>
                <a:cubicBezTo>
                  <a:pt x="106471" y="127491"/>
                  <a:pt x="105884" y="129057"/>
                  <a:pt x="104827" y="130310"/>
                </a:cubicBezTo>
                <a:lnTo>
                  <a:pt x="94102" y="142836"/>
                </a:lnTo>
                <a:lnTo>
                  <a:pt x="106236" y="187890"/>
                </a:lnTo>
                <a:lnTo>
                  <a:pt x="106471" y="187890"/>
                </a:lnTo>
                <a:lnTo>
                  <a:pt x="120015" y="133676"/>
                </a:lnTo>
                <a:cubicBezTo>
                  <a:pt x="120876" y="130271"/>
                  <a:pt x="124360" y="128196"/>
                  <a:pt x="127648" y="129449"/>
                </a:cubicBezTo>
                <a:cubicBezTo>
                  <a:pt x="151878" y="138687"/>
                  <a:pt x="169101" y="162173"/>
                  <a:pt x="169101" y="189652"/>
                </a:cubicBezTo>
                <a:cubicBezTo>
                  <a:pt x="169101" y="195563"/>
                  <a:pt x="164287" y="200377"/>
                  <a:pt x="158376" y="200377"/>
                </a:cubicBezTo>
                <a:lnTo>
                  <a:pt x="16988" y="200416"/>
                </a:lnTo>
                <a:cubicBezTo>
                  <a:pt x="11078" y="200416"/>
                  <a:pt x="6263" y="195602"/>
                  <a:pt x="6263" y="189691"/>
                </a:cubicBezTo>
                <a:cubicBezTo>
                  <a:pt x="6263" y="162212"/>
                  <a:pt x="23486" y="138726"/>
                  <a:pt x="47716" y="129488"/>
                </a:cubicBezTo>
                <a:cubicBezTo>
                  <a:pt x="51004" y="128235"/>
                  <a:pt x="54488" y="130310"/>
                  <a:pt x="55349" y="133715"/>
                </a:cubicBezTo>
                <a:lnTo>
                  <a:pt x="68893" y="187930"/>
                </a:lnTo>
                <a:lnTo>
                  <a:pt x="69128" y="187930"/>
                </a:lnTo>
                <a:lnTo>
                  <a:pt x="81263" y="142875"/>
                </a:lnTo>
                <a:lnTo>
                  <a:pt x="70537" y="130349"/>
                </a:lnTo>
                <a:cubicBezTo>
                  <a:pt x="69480" y="129096"/>
                  <a:pt x="68893" y="127531"/>
                  <a:pt x="68893" y="125887"/>
                </a:cubicBezTo>
                <a:cubicBezTo>
                  <a:pt x="68893" y="122090"/>
                  <a:pt x="71946" y="119036"/>
                  <a:pt x="75743" y="119036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11" name="Text 9"/>
          <p:cNvSpPr/>
          <p:nvPr/>
        </p:nvSpPr>
        <p:spPr>
          <a:xfrm>
            <a:off x="1205837" y="1740283"/>
            <a:ext cx="4734838" cy="2338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4" b="1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1. Small Business Owners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1224627" y="2074310"/>
            <a:ext cx="87682" cy="100208"/>
          </a:xfrm>
          <a:custGeom>
            <a:avLst/>
            <a:gdLst/>
            <a:ahLst/>
            <a:cxnLst/>
            <a:rect l="l" t="t" r="r" b="b"/>
            <a:pathLst>
              <a:path w="87682" h="100208">
                <a:moveTo>
                  <a:pt x="85099" y="13720"/>
                </a:moveTo>
                <a:cubicBezTo>
                  <a:pt x="87897" y="15755"/>
                  <a:pt x="88524" y="19670"/>
                  <a:pt x="86488" y="22469"/>
                </a:cubicBezTo>
                <a:lnTo>
                  <a:pt x="36384" y="91362"/>
                </a:lnTo>
                <a:cubicBezTo>
                  <a:pt x="35308" y="92849"/>
                  <a:pt x="33644" y="93769"/>
                  <a:pt x="31804" y="93926"/>
                </a:cubicBezTo>
                <a:cubicBezTo>
                  <a:pt x="29965" y="94082"/>
                  <a:pt x="28184" y="93397"/>
                  <a:pt x="26892" y="92105"/>
                </a:cubicBezTo>
                <a:lnTo>
                  <a:pt x="1840" y="67053"/>
                </a:lnTo>
                <a:cubicBezTo>
                  <a:pt x="-607" y="64607"/>
                  <a:pt x="-607" y="60634"/>
                  <a:pt x="1840" y="58187"/>
                </a:cubicBezTo>
                <a:cubicBezTo>
                  <a:pt x="4286" y="55741"/>
                  <a:pt x="8259" y="55741"/>
                  <a:pt x="10706" y="58187"/>
                </a:cubicBezTo>
                <a:lnTo>
                  <a:pt x="30571" y="78053"/>
                </a:lnTo>
                <a:lnTo>
                  <a:pt x="76370" y="15090"/>
                </a:lnTo>
                <a:cubicBezTo>
                  <a:pt x="78405" y="12291"/>
                  <a:pt x="82319" y="11665"/>
                  <a:pt x="85118" y="13700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13" name="Text 11"/>
          <p:cNvSpPr/>
          <p:nvPr/>
        </p:nvSpPr>
        <p:spPr>
          <a:xfrm>
            <a:off x="1397903" y="2040908"/>
            <a:ext cx="1536526" cy="1670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1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Track sales and profits easily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1224627" y="2274727"/>
            <a:ext cx="87682" cy="100208"/>
          </a:xfrm>
          <a:custGeom>
            <a:avLst/>
            <a:gdLst/>
            <a:ahLst/>
            <a:cxnLst/>
            <a:rect l="l" t="t" r="r" b="b"/>
            <a:pathLst>
              <a:path w="87682" h="100208">
                <a:moveTo>
                  <a:pt x="85099" y="13720"/>
                </a:moveTo>
                <a:cubicBezTo>
                  <a:pt x="87897" y="15755"/>
                  <a:pt x="88524" y="19670"/>
                  <a:pt x="86488" y="22469"/>
                </a:cubicBezTo>
                <a:lnTo>
                  <a:pt x="36384" y="91362"/>
                </a:lnTo>
                <a:cubicBezTo>
                  <a:pt x="35308" y="92849"/>
                  <a:pt x="33644" y="93769"/>
                  <a:pt x="31804" y="93926"/>
                </a:cubicBezTo>
                <a:cubicBezTo>
                  <a:pt x="29965" y="94082"/>
                  <a:pt x="28184" y="93397"/>
                  <a:pt x="26892" y="92105"/>
                </a:cubicBezTo>
                <a:lnTo>
                  <a:pt x="1840" y="67053"/>
                </a:lnTo>
                <a:cubicBezTo>
                  <a:pt x="-607" y="64607"/>
                  <a:pt x="-607" y="60634"/>
                  <a:pt x="1840" y="58187"/>
                </a:cubicBezTo>
                <a:cubicBezTo>
                  <a:pt x="4286" y="55741"/>
                  <a:pt x="8259" y="55741"/>
                  <a:pt x="10706" y="58187"/>
                </a:cubicBezTo>
                <a:lnTo>
                  <a:pt x="30571" y="78053"/>
                </a:lnTo>
                <a:lnTo>
                  <a:pt x="76370" y="15090"/>
                </a:lnTo>
                <a:cubicBezTo>
                  <a:pt x="78405" y="12291"/>
                  <a:pt x="82319" y="11665"/>
                  <a:pt x="85118" y="13700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15" name="Text 13"/>
          <p:cNvSpPr/>
          <p:nvPr/>
        </p:nvSpPr>
        <p:spPr>
          <a:xfrm>
            <a:off x="1397903" y="2241324"/>
            <a:ext cx="2179529" cy="1670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1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Get quick answers without hiring analysts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1224627" y="2475143"/>
            <a:ext cx="87682" cy="100208"/>
          </a:xfrm>
          <a:custGeom>
            <a:avLst/>
            <a:gdLst/>
            <a:ahLst/>
            <a:cxnLst/>
            <a:rect l="l" t="t" r="r" b="b"/>
            <a:pathLst>
              <a:path w="87682" h="100208">
                <a:moveTo>
                  <a:pt x="85099" y="13720"/>
                </a:moveTo>
                <a:cubicBezTo>
                  <a:pt x="87897" y="15755"/>
                  <a:pt x="88524" y="19670"/>
                  <a:pt x="86488" y="22469"/>
                </a:cubicBezTo>
                <a:lnTo>
                  <a:pt x="36384" y="91362"/>
                </a:lnTo>
                <a:cubicBezTo>
                  <a:pt x="35308" y="92849"/>
                  <a:pt x="33644" y="93769"/>
                  <a:pt x="31804" y="93926"/>
                </a:cubicBezTo>
                <a:cubicBezTo>
                  <a:pt x="29965" y="94082"/>
                  <a:pt x="28184" y="93397"/>
                  <a:pt x="26892" y="92105"/>
                </a:cubicBezTo>
                <a:lnTo>
                  <a:pt x="1840" y="67053"/>
                </a:lnTo>
                <a:cubicBezTo>
                  <a:pt x="-607" y="64607"/>
                  <a:pt x="-607" y="60634"/>
                  <a:pt x="1840" y="58187"/>
                </a:cubicBezTo>
                <a:cubicBezTo>
                  <a:pt x="4286" y="55741"/>
                  <a:pt x="8259" y="55741"/>
                  <a:pt x="10706" y="58187"/>
                </a:cubicBezTo>
                <a:lnTo>
                  <a:pt x="30571" y="78053"/>
                </a:lnTo>
                <a:lnTo>
                  <a:pt x="76370" y="15090"/>
                </a:lnTo>
                <a:cubicBezTo>
                  <a:pt x="78405" y="12291"/>
                  <a:pt x="82319" y="11665"/>
                  <a:pt x="85118" y="13700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17" name="Text 15"/>
          <p:cNvSpPr/>
          <p:nvPr/>
        </p:nvSpPr>
        <p:spPr>
          <a:xfrm>
            <a:off x="1397903" y="2441741"/>
            <a:ext cx="2079321" cy="1670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1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Make data-driven decisions confidently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211029" y="1569929"/>
            <a:ext cx="5668445" cy="1209179"/>
          </a:xfrm>
          <a:custGeom>
            <a:avLst/>
            <a:gdLst/>
            <a:ahLst/>
            <a:cxnLst/>
            <a:rect l="l" t="t" r="r" b="b"/>
            <a:pathLst>
              <a:path w="5668445" h="1209179">
                <a:moveTo>
                  <a:pt x="100205" y="0"/>
                </a:moveTo>
                <a:lnTo>
                  <a:pt x="5568240" y="0"/>
                </a:lnTo>
                <a:cubicBezTo>
                  <a:pt x="5623582" y="0"/>
                  <a:pt x="5668445" y="44863"/>
                  <a:pt x="5668445" y="100205"/>
                </a:cubicBezTo>
                <a:lnTo>
                  <a:pt x="5668445" y="1108974"/>
                </a:lnTo>
                <a:cubicBezTo>
                  <a:pt x="5668445" y="1164316"/>
                  <a:pt x="5623582" y="1209179"/>
                  <a:pt x="5568240" y="1209179"/>
                </a:cubicBezTo>
                <a:lnTo>
                  <a:pt x="100205" y="1209179"/>
                </a:lnTo>
                <a:cubicBezTo>
                  <a:pt x="44863" y="1209179"/>
                  <a:pt x="0" y="1164316"/>
                  <a:pt x="0" y="1108974"/>
                </a:cubicBezTo>
                <a:lnTo>
                  <a:pt x="0" y="100205"/>
                </a:lnTo>
                <a:cubicBezTo>
                  <a:pt x="0" y="44900"/>
                  <a:pt x="44900" y="0"/>
                  <a:pt x="100205" y="0"/>
                </a:cubicBezTo>
                <a:close/>
              </a:path>
            </a:pathLst>
          </a:custGeom>
          <a:solidFill>
            <a:srgbClr val="FFFFFF"/>
          </a:solidFill>
          <a:ln w="10160">
            <a:solidFill>
              <a:srgbClr val="F3F4F6"/>
            </a:solidFill>
            <a:prstDash val="solid"/>
          </a:ln>
          <a:effectLst>
            <a:outerShdw blurRad="25052" dist="8351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381383" y="1740283"/>
            <a:ext cx="534444" cy="534444"/>
          </a:xfrm>
          <a:custGeom>
            <a:avLst/>
            <a:gdLst/>
            <a:ahLst/>
            <a:cxnLst/>
            <a:rect l="l" t="t" r="r" b="b"/>
            <a:pathLst>
              <a:path w="534444" h="534444">
                <a:moveTo>
                  <a:pt x="100208" y="0"/>
                </a:moveTo>
                <a:lnTo>
                  <a:pt x="434236" y="0"/>
                </a:lnTo>
                <a:cubicBezTo>
                  <a:pt x="489579" y="0"/>
                  <a:pt x="534444" y="44865"/>
                  <a:pt x="534444" y="100208"/>
                </a:cubicBezTo>
                <a:lnTo>
                  <a:pt x="534444" y="434236"/>
                </a:lnTo>
                <a:cubicBezTo>
                  <a:pt x="534444" y="489579"/>
                  <a:pt x="489579" y="534444"/>
                  <a:pt x="434236" y="534444"/>
                </a:cubicBezTo>
                <a:lnTo>
                  <a:pt x="100208" y="534444"/>
                </a:lnTo>
                <a:cubicBezTo>
                  <a:pt x="44865" y="534444"/>
                  <a:pt x="0" y="489579"/>
                  <a:pt x="0" y="434236"/>
                </a:cubicBezTo>
                <a:lnTo>
                  <a:pt x="0" y="100208"/>
                </a:lnTo>
                <a:cubicBezTo>
                  <a:pt x="0" y="44902"/>
                  <a:pt x="44902" y="0"/>
                  <a:pt x="100208" y="0"/>
                </a:cubicBezTo>
                <a:close/>
              </a:path>
            </a:pathLst>
          </a:custGeom>
          <a:solidFill>
            <a:srgbClr val="818CF8">
              <a:alpha val="10196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6548397" y="1907297"/>
            <a:ext cx="200416" cy="200416"/>
          </a:xfrm>
          <a:custGeom>
            <a:avLst/>
            <a:gdLst/>
            <a:ahLst/>
            <a:cxnLst/>
            <a:rect l="l" t="t" r="r" b="b"/>
            <a:pathLst>
              <a:path w="200416" h="200416">
                <a:moveTo>
                  <a:pt x="12017" y="28301"/>
                </a:moveTo>
                <a:cubicBezTo>
                  <a:pt x="14718" y="18946"/>
                  <a:pt x="23291" y="12526"/>
                  <a:pt x="33037" y="12526"/>
                </a:cubicBezTo>
                <a:lnTo>
                  <a:pt x="167692" y="12526"/>
                </a:lnTo>
                <a:cubicBezTo>
                  <a:pt x="177439" y="12526"/>
                  <a:pt x="186012" y="18946"/>
                  <a:pt x="188752" y="28301"/>
                </a:cubicBezTo>
                <a:lnTo>
                  <a:pt x="197911" y="59694"/>
                </a:lnTo>
                <a:cubicBezTo>
                  <a:pt x="202922" y="76800"/>
                  <a:pt x="190043" y="93945"/>
                  <a:pt x="172233" y="93945"/>
                </a:cubicBezTo>
                <a:cubicBezTo>
                  <a:pt x="161938" y="93945"/>
                  <a:pt x="152896" y="88113"/>
                  <a:pt x="148433" y="79423"/>
                </a:cubicBezTo>
                <a:cubicBezTo>
                  <a:pt x="143893" y="87995"/>
                  <a:pt x="134890" y="93945"/>
                  <a:pt x="124399" y="93945"/>
                </a:cubicBezTo>
                <a:cubicBezTo>
                  <a:pt x="113987" y="93945"/>
                  <a:pt x="104945" y="88074"/>
                  <a:pt x="100404" y="79462"/>
                </a:cubicBezTo>
                <a:cubicBezTo>
                  <a:pt x="95863" y="88074"/>
                  <a:pt x="86821" y="93945"/>
                  <a:pt x="76409" y="93945"/>
                </a:cubicBezTo>
                <a:cubicBezTo>
                  <a:pt x="65918" y="93945"/>
                  <a:pt x="56915" y="88034"/>
                  <a:pt x="52374" y="79423"/>
                </a:cubicBezTo>
                <a:cubicBezTo>
                  <a:pt x="47912" y="88074"/>
                  <a:pt x="38870" y="93945"/>
                  <a:pt x="28575" y="93945"/>
                </a:cubicBezTo>
                <a:cubicBezTo>
                  <a:pt x="10725" y="93945"/>
                  <a:pt x="-2114" y="76839"/>
                  <a:pt x="2897" y="59694"/>
                </a:cubicBezTo>
                <a:lnTo>
                  <a:pt x="12017" y="28301"/>
                </a:lnTo>
                <a:close/>
                <a:moveTo>
                  <a:pt x="37735" y="137786"/>
                </a:moveTo>
                <a:lnTo>
                  <a:pt x="162995" y="137786"/>
                </a:lnTo>
                <a:lnTo>
                  <a:pt x="162995" y="111795"/>
                </a:lnTo>
                <a:cubicBezTo>
                  <a:pt x="165970" y="112421"/>
                  <a:pt x="169062" y="112734"/>
                  <a:pt x="172194" y="112734"/>
                </a:cubicBezTo>
                <a:cubicBezTo>
                  <a:pt x="177791" y="112734"/>
                  <a:pt x="183154" y="111717"/>
                  <a:pt x="188047" y="109916"/>
                </a:cubicBezTo>
                <a:lnTo>
                  <a:pt x="188047" y="169101"/>
                </a:lnTo>
                <a:cubicBezTo>
                  <a:pt x="188047" y="179474"/>
                  <a:pt x="179631" y="187890"/>
                  <a:pt x="169258" y="187890"/>
                </a:cubicBezTo>
                <a:lnTo>
                  <a:pt x="31472" y="187890"/>
                </a:lnTo>
                <a:cubicBezTo>
                  <a:pt x="21099" y="187890"/>
                  <a:pt x="12683" y="179474"/>
                  <a:pt x="12683" y="169101"/>
                </a:cubicBezTo>
                <a:lnTo>
                  <a:pt x="12683" y="109916"/>
                </a:lnTo>
                <a:cubicBezTo>
                  <a:pt x="17576" y="111717"/>
                  <a:pt x="22899" y="112734"/>
                  <a:pt x="28536" y="112734"/>
                </a:cubicBezTo>
                <a:cubicBezTo>
                  <a:pt x="31707" y="112734"/>
                  <a:pt x="34760" y="112421"/>
                  <a:pt x="37735" y="111795"/>
                </a:cubicBezTo>
                <a:lnTo>
                  <a:pt x="37735" y="137786"/>
                </a:lnTo>
                <a:close/>
              </a:path>
            </a:pathLst>
          </a:custGeom>
          <a:solidFill>
            <a:srgbClr val="818CF8"/>
          </a:solidFill>
          <a:ln/>
        </p:spPr>
      </p:sp>
      <p:sp>
        <p:nvSpPr>
          <p:cNvPr id="21" name="Text 19"/>
          <p:cNvSpPr/>
          <p:nvPr/>
        </p:nvSpPr>
        <p:spPr>
          <a:xfrm>
            <a:off x="7049438" y="1740283"/>
            <a:ext cx="4734838" cy="2338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4" b="1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2. Retail Shop Managers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7068227" y="2074310"/>
            <a:ext cx="87682" cy="100208"/>
          </a:xfrm>
          <a:custGeom>
            <a:avLst/>
            <a:gdLst/>
            <a:ahLst/>
            <a:cxnLst/>
            <a:rect l="l" t="t" r="r" b="b"/>
            <a:pathLst>
              <a:path w="87682" h="100208">
                <a:moveTo>
                  <a:pt x="85099" y="13720"/>
                </a:moveTo>
                <a:cubicBezTo>
                  <a:pt x="87897" y="15755"/>
                  <a:pt x="88524" y="19670"/>
                  <a:pt x="86488" y="22469"/>
                </a:cubicBezTo>
                <a:lnTo>
                  <a:pt x="36384" y="91362"/>
                </a:lnTo>
                <a:cubicBezTo>
                  <a:pt x="35308" y="92849"/>
                  <a:pt x="33644" y="93769"/>
                  <a:pt x="31804" y="93926"/>
                </a:cubicBezTo>
                <a:cubicBezTo>
                  <a:pt x="29965" y="94082"/>
                  <a:pt x="28184" y="93397"/>
                  <a:pt x="26892" y="92105"/>
                </a:cubicBezTo>
                <a:lnTo>
                  <a:pt x="1840" y="67053"/>
                </a:lnTo>
                <a:cubicBezTo>
                  <a:pt x="-607" y="64607"/>
                  <a:pt x="-607" y="60634"/>
                  <a:pt x="1840" y="58187"/>
                </a:cubicBezTo>
                <a:cubicBezTo>
                  <a:pt x="4286" y="55741"/>
                  <a:pt x="8259" y="55741"/>
                  <a:pt x="10706" y="58187"/>
                </a:cubicBezTo>
                <a:lnTo>
                  <a:pt x="30571" y="78053"/>
                </a:lnTo>
                <a:lnTo>
                  <a:pt x="76370" y="15090"/>
                </a:lnTo>
                <a:cubicBezTo>
                  <a:pt x="78405" y="12291"/>
                  <a:pt x="82319" y="11665"/>
                  <a:pt x="85118" y="13700"/>
                </a:cubicBezTo>
                <a:close/>
              </a:path>
            </a:pathLst>
          </a:custGeom>
          <a:solidFill>
            <a:srgbClr val="818CF8"/>
          </a:solidFill>
          <a:ln/>
        </p:spPr>
      </p:sp>
      <p:sp>
        <p:nvSpPr>
          <p:cNvPr id="23" name="Text 21"/>
          <p:cNvSpPr/>
          <p:nvPr/>
        </p:nvSpPr>
        <p:spPr>
          <a:xfrm>
            <a:off x="7241504" y="2040908"/>
            <a:ext cx="1736942" cy="1670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1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Monitor daily sales and inventory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7068227" y="2274727"/>
            <a:ext cx="87682" cy="100208"/>
          </a:xfrm>
          <a:custGeom>
            <a:avLst/>
            <a:gdLst/>
            <a:ahLst/>
            <a:cxnLst/>
            <a:rect l="l" t="t" r="r" b="b"/>
            <a:pathLst>
              <a:path w="87682" h="100208">
                <a:moveTo>
                  <a:pt x="85099" y="13720"/>
                </a:moveTo>
                <a:cubicBezTo>
                  <a:pt x="87897" y="15755"/>
                  <a:pt x="88524" y="19670"/>
                  <a:pt x="86488" y="22469"/>
                </a:cubicBezTo>
                <a:lnTo>
                  <a:pt x="36384" y="91362"/>
                </a:lnTo>
                <a:cubicBezTo>
                  <a:pt x="35308" y="92849"/>
                  <a:pt x="33644" y="93769"/>
                  <a:pt x="31804" y="93926"/>
                </a:cubicBezTo>
                <a:cubicBezTo>
                  <a:pt x="29965" y="94082"/>
                  <a:pt x="28184" y="93397"/>
                  <a:pt x="26892" y="92105"/>
                </a:cubicBezTo>
                <a:lnTo>
                  <a:pt x="1840" y="67053"/>
                </a:lnTo>
                <a:cubicBezTo>
                  <a:pt x="-607" y="64607"/>
                  <a:pt x="-607" y="60634"/>
                  <a:pt x="1840" y="58187"/>
                </a:cubicBezTo>
                <a:cubicBezTo>
                  <a:pt x="4286" y="55741"/>
                  <a:pt x="8259" y="55741"/>
                  <a:pt x="10706" y="58187"/>
                </a:cubicBezTo>
                <a:lnTo>
                  <a:pt x="30571" y="78053"/>
                </a:lnTo>
                <a:lnTo>
                  <a:pt x="76370" y="15090"/>
                </a:lnTo>
                <a:cubicBezTo>
                  <a:pt x="78405" y="12291"/>
                  <a:pt x="82319" y="11665"/>
                  <a:pt x="85118" y="13700"/>
                </a:cubicBezTo>
                <a:close/>
              </a:path>
            </a:pathLst>
          </a:custGeom>
          <a:solidFill>
            <a:srgbClr val="818CF8"/>
          </a:solidFill>
          <a:ln/>
        </p:spPr>
      </p:sp>
      <p:sp>
        <p:nvSpPr>
          <p:cNvPr id="25" name="Text 23"/>
          <p:cNvSpPr/>
          <p:nvPr/>
        </p:nvSpPr>
        <p:spPr>
          <a:xfrm>
            <a:off x="7241504" y="2241324"/>
            <a:ext cx="1569929" cy="1670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1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Identify best-selling products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7068227" y="2475143"/>
            <a:ext cx="87682" cy="100208"/>
          </a:xfrm>
          <a:custGeom>
            <a:avLst/>
            <a:gdLst/>
            <a:ahLst/>
            <a:cxnLst/>
            <a:rect l="l" t="t" r="r" b="b"/>
            <a:pathLst>
              <a:path w="87682" h="100208">
                <a:moveTo>
                  <a:pt x="85099" y="13720"/>
                </a:moveTo>
                <a:cubicBezTo>
                  <a:pt x="87897" y="15755"/>
                  <a:pt x="88524" y="19670"/>
                  <a:pt x="86488" y="22469"/>
                </a:cubicBezTo>
                <a:lnTo>
                  <a:pt x="36384" y="91362"/>
                </a:lnTo>
                <a:cubicBezTo>
                  <a:pt x="35308" y="92849"/>
                  <a:pt x="33644" y="93769"/>
                  <a:pt x="31804" y="93926"/>
                </a:cubicBezTo>
                <a:cubicBezTo>
                  <a:pt x="29965" y="94082"/>
                  <a:pt x="28184" y="93397"/>
                  <a:pt x="26892" y="92105"/>
                </a:cubicBezTo>
                <a:lnTo>
                  <a:pt x="1840" y="67053"/>
                </a:lnTo>
                <a:cubicBezTo>
                  <a:pt x="-607" y="64607"/>
                  <a:pt x="-607" y="60634"/>
                  <a:pt x="1840" y="58187"/>
                </a:cubicBezTo>
                <a:cubicBezTo>
                  <a:pt x="4286" y="55741"/>
                  <a:pt x="8259" y="55741"/>
                  <a:pt x="10706" y="58187"/>
                </a:cubicBezTo>
                <a:lnTo>
                  <a:pt x="30571" y="78053"/>
                </a:lnTo>
                <a:lnTo>
                  <a:pt x="76370" y="15090"/>
                </a:lnTo>
                <a:cubicBezTo>
                  <a:pt x="78405" y="12291"/>
                  <a:pt x="82319" y="11665"/>
                  <a:pt x="85118" y="13700"/>
                </a:cubicBezTo>
                <a:close/>
              </a:path>
            </a:pathLst>
          </a:custGeom>
          <a:solidFill>
            <a:srgbClr val="818CF8"/>
          </a:solidFill>
          <a:ln/>
        </p:spPr>
      </p:sp>
      <p:sp>
        <p:nvSpPr>
          <p:cNvPr id="27" name="Text 25"/>
          <p:cNvSpPr/>
          <p:nvPr/>
        </p:nvSpPr>
        <p:spPr>
          <a:xfrm>
            <a:off x="7241504" y="2441741"/>
            <a:ext cx="1469721" cy="1670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1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Spot unusual sales patterns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367429" y="2952803"/>
            <a:ext cx="5668445" cy="1209179"/>
          </a:xfrm>
          <a:custGeom>
            <a:avLst/>
            <a:gdLst/>
            <a:ahLst/>
            <a:cxnLst/>
            <a:rect l="l" t="t" r="r" b="b"/>
            <a:pathLst>
              <a:path w="5668445" h="1209179">
                <a:moveTo>
                  <a:pt x="100205" y="0"/>
                </a:moveTo>
                <a:lnTo>
                  <a:pt x="5568240" y="0"/>
                </a:lnTo>
                <a:cubicBezTo>
                  <a:pt x="5623582" y="0"/>
                  <a:pt x="5668445" y="44863"/>
                  <a:pt x="5668445" y="100205"/>
                </a:cubicBezTo>
                <a:lnTo>
                  <a:pt x="5668445" y="1108974"/>
                </a:lnTo>
                <a:cubicBezTo>
                  <a:pt x="5668445" y="1164316"/>
                  <a:pt x="5623582" y="1209179"/>
                  <a:pt x="5568240" y="1209179"/>
                </a:cubicBezTo>
                <a:lnTo>
                  <a:pt x="100205" y="1209179"/>
                </a:lnTo>
                <a:cubicBezTo>
                  <a:pt x="44863" y="1209179"/>
                  <a:pt x="0" y="1164316"/>
                  <a:pt x="0" y="1108974"/>
                </a:cubicBezTo>
                <a:lnTo>
                  <a:pt x="0" y="100205"/>
                </a:lnTo>
                <a:cubicBezTo>
                  <a:pt x="0" y="44900"/>
                  <a:pt x="44900" y="0"/>
                  <a:pt x="100205" y="0"/>
                </a:cubicBezTo>
                <a:close/>
              </a:path>
            </a:pathLst>
          </a:custGeom>
          <a:solidFill>
            <a:srgbClr val="FFFFFF"/>
          </a:solidFill>
          <a:ln w="10160">
            <a:solidFill>
              <a:srgbClr val="F3F4F6"/>
            </a:solidFill>
            <a:prstDash val="solid"/>
          </a:ln>
          <a:effectLst>
            <a:outerShdw blurRad="25052" dist="8351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537783" y="3123157"/>
            <a:ext cx="534444" cy="534444"/>
          </a:xfrm>
          <a:custGeom>
            <a:avLst/>
            <a:gdLst/>
            <a:ahLst/>
            <a:cxnLst/>
            <a:rect l="l" t="t" r="r" b="b"/>
            <a:pathLst>
              <a:path w="534444" h="534444">
                <a:moveTo>
                  <a:pt x="100208" y="0"/>
                </a:moveTo>
                <a:lnTo>
                  <a:pt x="434236" y="0"/>
                </a:lnTo>
                <a:cubicBezTo>
                  <a:pt x="489579" y="0"/>
                  <a:pt x="534444" y="44865"/>
                  <a:pt x="534444" y="100208"/>
                </a:cubicBezTo>
                <a:lnTo>
                  <a:pt x="534444" y="434236"/>
                </a:lnTo>
                <a:cubicBezTo>
                  <a:pt x="534444" y="489579"/>
                  <a:pt x="489579" y="534444"/>
                  <a:pt x="434236" y="534444"/>
                </a:cubicBezTo>
                <a:lnTo>
                  <a:pt x="100208" y="534444"/>
                </a:lnTo>
                <a:cubicBezTo>
                  <a:pt x="44865" y="534444"/>
                  <a:pt x="0" y="489579"/>
                  <a:pt x="0" y="434236"/>
                </a:cubicBezTo>
                <a:lnTo>
                  <a:pt x="0" y="100208"/>
                </a:lnTo>
                <a:cubicBezTo>
                  <a:pt x="0" y="44902"/>
                  <a:pt x="44902" y="0"/>
                  <a:pt x="100208" y="0"/>
                </a:cubicBezTo>
                <a:close/>
              </a:path>
            </a:pathLst>
          </a:custGeom>
          <a:solidFill>
            <a:srgbClr val="4F46E5">
              <a:alpha val="10196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704796" y="3290171"/>
            <a:ext cx="200416" cy="200416"/>
          </a:xfrm>
          <a:custGeom>
            <a:avLst/>
            <a:gdLst/>
            <a:ahLst/>
            <a:cxnLst/>
            <a:rect l="l" t="t" r="r" b="b"/>
            <a:pathLst>
              <a:path w="200416" h="200416">
                <a:moveTo>
                  <a:pt x="78288" y="18789"/>
                </a:moveTo>
                <a:lnTo>
                  <a:pt x="122129" y="18789"/>
                </a:lnTo>
                <a:cubicBezTo>
                  <a:pt x="123851" y="18789"/>
                  <a:pt x="125260" y="20198"/>
                  <a:pt x="125260" y="21921"/>
                </a:cubicBezTo>
                <a:lnTo>
                  <a:pt x="125260" y="37578"/>
                </a:lnTo>
                <a:lnTo>
                  <a:pt x="75156" y="37578"/>
                </a:lnTo>
                <a:lnTo>
                  <a:pt x="75156" y="21921"/>
                </a:lnTo>
                <a:cubicBezTo>
                  <a:pt x="75156" y="20198"/>
                  <a:pt x="76565" y="18789"/>
                  <a:pt x="78288" y="18789"/>
                </a:cubicBezTo>
                <a:close/>
                <a:moveTo>
                  <a:pt x="56367" y="21921"/>
                </a:moveTo>
                <a:lnTo>
                  <a:pt x="56367" y="37578"/>
                </a:lnTo>
                <a:lnTo>
                  <a:pt x="25052" y="37578"/>
                </a:lnTo>
                <a:cubicBezTo>
                  <a:pt x="11234" y="37578"/>
                  <a:pt x="0" y="48812"/>
                  <a:pt x="0" y="62630"/>
                </a:cubicBezTo>
                <a:lnTo>
                  <a:pt x="0" y="100208"/>
                </a:lnTo>
                <a:lnTo>
                  <a:pt x="200416" y="100208"/>
                </a:lnTo>
                <a:lnTo>
                  <a:pt x="200416" y="62630"/>
                </a:lnTo>
                <a:cubicBezTo>
                  <a:pt x="200416" y="48812"/>
                  <a:pt x="189182" y="37578"/>
                  <a:pt x="175364" y="37578"/>
                </a:cubicBezTo>
                <a:lnTo>
                  <a:pt x="144049" y="37578"/>
                </a:lnTo>
                <a:lnTo>
                  <a:pt x="144049" y="21921"/>
                </a:lnTo>
                <a:cubicBezTo>
                  <a:pt x="144049" y="9825"/>
                  <a:pt x="134224" y="0"/>
                  <a:pt x="122129" y="0"/>
                </a:cubicBezTo>
                <a:lnTo>
                  <a:pt x="78288" y="0"/>
                </a:lnTo>
                <a:cubicBezTo>
                  <a:pt x="66192" y="0"/>
                  <a:pt x="56367" y="9825"/>
                  <a:pt x="56367" y="21921"/>
                </a:cubicBezTo>
                <a:close/>
                <a:moveTo>
                  <a:pt x="200416" y="118997"/>
                </a:moveTo>
                <a:lnTo>
                  <a:pt x="125260" y="118997"/>
                </a:lnTo>
                <a:lnTo>
                  <a:pt x="125260" y="125260"/>
                </a:lnTo>
                <a:cubicBezTo>
                  <a:pt x="125260" y="132189"/>
                  <a:pt x="119663" y="137786"/>
                  <a:pt x="112734" y="137786"/>
                </a:cubicBezTo>
                <a:lnTo>
                  <a:pt x="87682" y="137786"/>
                </a:lnTo>
                <a:cubicBezTo>
                  <a:pt x="80754" y="137786"/>
                  <a:pt x="75156" y="132189"/>
                  <a:pt x="75156" y="125260"/>
                </a:cubicBezTo>
                <a:lnTo>
                  <a:pt x="75156" y="118997"/>
                </a:lnTo>
                <a:lnTo>
                  <a:pt x="0" y="118997"/>
                </a:lnTo>
                <a:lnTo>
                  <a:pt x="0" y="162838"/>
                </a:lnTo>
                <a:cubicBezTo>
                  <a:pt x="0" y="176656"/>
                  <a:pt x="11234" y="187890"/>
                  <a:pt x="25052" y="187890"/>
                </a:cubicBezTo>
                <a:lnTo>
                  <a:pt x="175364" y="187890"/>
                </a:lnTo>
                <a:cubicBezTo>
                  <a:pt x="189182" y="187890"/>
                  <a:pt x="200416" y="176656"/>
                  <a:pt x="200416" y="162838"/>
                </a:cubicBezTo>
                <a:lnTo>
                  <a:pt x="200416" y="118997"/>
                </a:lnTo>
                <a:close/>
              </a:path>
            </a:pathLst>
          </a:custGeom>
          <a:solidFill>
            <a:srgbClr val="4F46E5"/>
          </a:solidFill>
          <a:ln/>
        </p:spPr>
      </p:sp>
      <p:sp>
        <p:nvSpPr>
          <p:cNvPr id="31" name="Text 29"/>
          <p:cNvSpPr/>
          <p:nvPr/>
        </p:nvSpPr>
        <p:spPr>
          <a:xfrm>
            <a:off x="1205837" y="3123157"/>
            <a:ext cx="4734838" cy="2338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4" b="1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3. Financial Managers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1224627" y="3457185"/>
            <a:ext cx="87682" cy="100208"/>
          </a:xfrm>
          <a:custGeom>
            <a:avLst/>
            <a:gdLst/>
            <a:ahLst/>
            <a:cxnLst/>
            <a:rect l="l" t="t" r="r" b="b"/>
            <a:pathLst>
              <a:path w="87682" h="100208">
                <a:moveTo>
                  <a:pt x="85099" y="13720"/>
                </a:moveTo>
                <a:cubicBezTo>
                  <a:pt x="87897" y="15755"/>
                  <a:pt x="88524" y="19670"/>
                  <a:pt x="86488" y="22469"/>
                </a:cubicBezTo>
                <a:lnTo>
                  <a:pt x="36384" y="91362"/>
                </a:lnTo>
                <a:cubicBezTo>
                  <a:pt x="35308" y="92849"/>
                  <a:pt x="33644" y="93769"/>
                  <a:pt x="31804" y="93926"/>
                </a:cubicBezTo>
                <a:cubicBezTo>
                  <a:pt x="29965" y="94082"/>
                  <a:pt x="28184" y="93397"/>
                  <a:pt x="26892" y="92105"/>
                </a:cubicBezTo>
                <a:lnTo>
                  <a:pt x="1840" y="67053"/>
                </a:lnTo>
                <a:cubicBezTo>
                  <a:pt x="-607" y="64607"/>
                  <a:pt x="-607" y="60634"/>
                  <a:pt x="1840" y="58187"/>
                </a:cubicBezTo>
                <a:cubicBezTo>
                  <a:pt x="4286" y="55741"/>
                  <a:pt x="8259" y="55741"/>
                  <a:pt x="10706" y="58187"/>
                </a:cubicBezTo>
                <a:lnTo>
                  <a:pt x="30571" y="78053"/>
                </a:lnTo>
                <a:lnTo>
                  <a:pt x="76370" y="15090"/>
                </a:lnTo>
                <a:cubicBezTo>
                  <a:pt x="78405" y="12291"/>
                  <a:pt x="82319" y="11665"/>
                  <a:pt x="85118" y="13700"/>
                </a:cubicBezTo>
                <a:close/>
              </a:path>
            </a:pathLst>
          </a:custGeom>
          <a:solidFill>
            <a:srgbClr val="4F46E5"/>
          </a:solidFill>
          <a:ln/>
        </p:spPr>
      </p:sp>
      <p:sp>
        <p:nvSpPr>
          <p:cNvPr id="33" name="Text 31"/>
          <p:cNvSpPr/>
          <p:nvPr/>
        </p:nvSpPr>
        <p:spPr>
          <a:xfrm>
            <a:off x="1397903" y="3423782"/>
            <a:ext cx="1987463" cy="1670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1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Analyze expenses and revenue trends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1224627" y="3657601"/>
            <a:ext cx="87682" cy="100208"/>
          </a:xfrm>
          <a:custGeom>
            <a:avLst/>
            <a:gdLst/>
            <a:ahLst/>
            <a:cxnLst/>
            <a:rect l="l" t="t" r="r" b="b"/>
            <a:pathLst>
              <a:path w="87682" h="100208">
                <a:moveTo>
                  <a:pt x="85099" y="13720"/>
                </a:moveTo>
                <a:cubicBezTo>
                  <a:pt x="87897" y="15755"/>
                  <a:pt x="88524" y="19670"/>
                  <a:pt x="86488" y="22469"/>
                </a:cubicBezTo>
                <a:lnTo>
                  <a:pt x="36384" y="91362"/>
                </a:lnTo>
                <a:cubicBezTo>
                  <a:pt x="35308" y="92849"/>
                  <a:pt x="33644" y="93769"/>
                  <a:pt x="31804" y="93926"/>
                </a:cubicBezTo>
                <a:cubicBezTo>
                  <a:pt x="29965" y="94082"/>
                  <a:pt x="28184" y="93397"/>
                  <a:pt x="26892" y="92105"/>
                </a:cubicBezTo>
                <a:lnTo>
                  <a:pt x="1840" y="67053"/>
                </a:lnTo>
                <a:cubicBezTo>
                  <a:pt x="-607" y="64607"/>
                  <a:pt x="-607" y="60634"/>
                  <a:pt x="1840" y="58187"/>
                </a:cubicBezTo>
                <a:cubicBezTo>
                  <a:pt x="4286" y="55741"/>
                  <a:pt x="8259" y="55741"/>
                  <a:pt x="10706" y="58187"/>
                </a:cubicBezTo>
                <a:lnTo>
                  <a:pt x="30571" y="78053"/>
                </a:lnTo>
                <a:lnTo>
                  <a:pt x="76370" y="15090"/>
                </a:lnTo>
                <a:cubicBezTo>
                  <a:pt x="78405" y="12291"/>
                  <a:pt x="82319" y="11665"/>
                  <a:pt x="85118" y="13700"/>
                </a:cubicBezTo>
                <a:close/>
              </a:path>
            </a:pathLst>
          </a:custGeom>
          <a:solidFill>
            <a:srgbClr val="4F46E5"/>
          </a:solidFill>
          <a:ln/>
        </p:spPr>
      </p:sp>
      <p:sp>
        <p:nvSpPr>
          <p:cNvPr id="35" name="Text 33"/>
          <p:cNvSpPr/>
          <p:nvPr/>
        </p:nvSpPr>
        <p:spPr>
          <a:xfrm>
            <a:off x="1397903" y="3624198"/>
            <a:ext cx="1319408" cy="1670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1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Generate reports quickly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1224627" y="3858018"/>
            <a:ext cx="87682" cy="100208"/>
          </a:xfrm>
          <a:custGeom>
            <a:avLst/>
            <a:gdLst/>
            <a:ahLst/>
            <a:cxnLst/>
            <a:rect l="l" t="t" r="r" b="b"/>
            <a:pathLst>
              <a:path w="87682" h="100208">
                <a:moveTo>
                  <a:pt x="85099" y="13720"/>
                </a:moveTo>
                <a:cubicBezTo>
                  <a:pt x="87897" y="15755"/>
                  <a:pt x="88524" y="19670"/>
                  <a:pt x="86488" y="22469"/>
                </a:cubicBezTo>
                <a:lnTo>
                  <a:pt x="36384" y="91362"/>
                </a:lnTo>
                <a:cubicBezTo>
                  <a:pt x="35308" y="92849"/>
                  <a:pt x="33644" y="93769"/>
                  <a:pt x="31804" y="93926"/>
                </a:cubicBezTo>
                <a:cubicBezTo>
                  <a:pt x="29965" y="94082"/>
                  <a:pt x="28184" y="93397"/>
                  <a:pt x="26892" y="92105"/>
                </a:cubicBezTo>
                <a:lnTo>
                  <a:pt x="1840" y="67053"/>
                </a:lnTo>
                <a:cubicBezTo>
                  <a:pt x="-607" y="64607"/>
                  <a:pt x="-607" y="60634"/>
                  <a:pt x="1840" y="58187"/>
                </a:cubicBezTo>
                <a:cubicBezTo>
                  <a:pt x="4286" y="55741"/>
                  <a:pt x="8259" y="55741"/>
                  <a:pt x="10706" y="58187"/>
                </a:cubicBezTo>
                <a:lnTo>
                  <a:pt x="30571" y="78053"/>
                </a:lnTo>
                <a:lnTo>
                  <a:pt x="76370" y="15090"/>
                </a:lnTo>
                <a:cubicBezTo>
                  <a:pt x="78405" y="12291"/>
                  <a:pt x="82319" y="11665"/>
                  <a:pt x="85118" y="13700"/>
                </a:cubicBezTo>
                <a:close/>
              </a:path>
            </a:pathLst>
          </a:custGeom>
          <a:solidFill>
            <a:srgbClr val="4F46E5"/>
          </a:solidFill>
          <a:ln/>
        </p:spPr>
      </p:sp>
      <p:sp>
        <p:nvSpPr>
          <p:cNvPr id="37" name="Text 35"/>
          <p:cNvSpPr/>
          <p:nvPr/>
        </p:nvSpPr>
        <p:spPr>
          <a:xfrm>
            <a:off x="1397903" y="3824615"/>
            <a:ext cx="1536526" cy="1670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1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Forecast future performance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6211029" y="2952803"/>
            <a:ext cx="5668445" cy="1209179"/>
          </a:xfrm>
          <a:custGeom>
            <a:avLst/>
            <a:gdLst/>
            <a:ahLst/>
            <a:cxnLst/>
            <a:rect l="l" t="t" r="r" b="b"/>
            <a:pathLst>
              <a:path w="5668445" h="1209179">
                <a:moveTo>
                  <a:pt x="100205" y="0"/>
                </a:moveTo>
                <a:lnTo>
                  <a:pt x="5568240" y="0"/>
                </a:lnTo>
                <a:cubicBezTo>
                  <a:pt x="5623582" y="0"/>
                  <a:pt x="5668445" y="44863"/>
                  <a:pt x="5668445" y="100205"/>
                </a:cubicBezTo>
                <a:lnTo>
                  <a:pt x="5668445" y="1108974"/>
                </a:lnTo>
                <a:cubicBezTo>
                  <a:pt x="5668445" y="1164316"/>
                  <a:pt x="5623582" y="1209179"/>
                  <a:pt x="5568240" y="1209179"/>
                </a:cubicBezTo>
                <a:lnTo>
                  <a:pt x="100205" y="1209179"/>
                </a:lnTo>
                <a:cubicBezTo>
                  <a:pt x="44863" y="1209179"/>
                  <a:pt x="0" y="1164316"/>
                  <a:pt x="0" y="1108974"/>
                </a:cubicBezTo>
                <a:lnTo>
                  <a:pt x="0" y="100205"/>
                </a:lnTo>
                <a:cubicBezTo>
                  <a:pt x="0" y="44900"/>
                  <a:pt x="44900" y="0"/>
                  <a:pt x="100205" y="0"/>
                </a:cubicBezTo>
                <a:close/>
              </a:path>
            </a:pathLst>
          </a:custGeom>
          <a:solidFill>
            <a:srgbClr val="FFFFFF"/>
          </a:solidFill>
          <a:ln w="10160">
            <a:solidFill>
              <a:srgbClr val="F3F4F6"/>
            </a:solidFill>
            <a:prstDash val="solid"/>
          </a:ln>
          <a:effectLst>
            <a:outerShdw blurRad="25052" dist="8351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6381383" y="3123157"/>
            <a:ext cx="534444" cy="534444"/>
          </a:xfrm>
          <a:custGeom>
            <a:avLst/>
            <a:gdLst/>
            <a:ahLst/>
            <a:cxnLst/>
            <a:rect l="l" t="t" r="r" b="b"/>
            <a:pathLst>
              <a:path w="534444" h="534444">
                <a:moveTo>
                  <a:pt x="100208" y="0"/>
                </a:moveTo>
                <a:lnTo>
                  <a:pt x="434236" y="0"/>
                </a:lnTo>
                <a:cubicBezTo>
                  <a:pt x="489579" y="0"/>
                  <a:pt x="534444" y="44865"/>
                  <a:pt x="534444" y="100208"/>
                </a:cubicBezTo>
                <a:lnTo>
                  <a:pt x="534444" y="434236"/>
                </a:lnTo>
                <a:cubicBezTo>
                  <a:pt x="534444" y="489579"/>
                  <a:pt x="489579" y="534444"/>
                  <a:pt x="434236" y="534444"/>
                </a:cubicBezTo>
                <a:lnTo>
                  <a:pt x="100208" y="534444"/>
                </a:lnTo>
                <a:cubicBezTo>
                  <a:pt x="44865" y="534444"/>
                  <a:pt x="0" y="489579"/>
                  <a:pt x="0" y="434236"/>
                </a:cubicBezTo>
                <a:lnTo>
                  <a:pt x="0" y="100208"/>
                </a:lnTo>
                <a:cubicBezTo>
                  <a:pt x="0" y="44902"/>
                  <a:pt x="44902" y="0"/>
                  <a:pt x="100208" y="0"/>
                </a:cubicBezTo>
                <a:close/>
              </a:path>
            </a:pathLst>
          </a:custGeom>
          <a:solidFill>
            <a:srgbClr val="00C950">
              <a:alpha val="10196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6548397" y="3290171"/>
            <a:ext cx="200416" cy="200416"/>
          </a:xfrm>
          <a:custGeom>
            <a:avLst/>
            <a:gdLst/>
            <a:ahLst/>
            <a:cxnLst/>
            <a:rect l="l" t="t" r="r" b="b"/>
            <a:pathLst>
              <a:path w="200416" h="200416">
                <a:moveTo>
                  <a:pt x="50104" y="125260"/>
                </a:moveTo>
                <a:lnTo>
                  <a:pt x="9590" y="125260"/>
                </a:lnTo>
                <a:cubicBezTo>
                  <a:pt x="-157" y="125260"/>
                  <a:pt x="-6146" y="114652"/>
                  <a:pt x="-1135" y="106276"/>
                </a:cubicBezTo>
                <a:lnTo>
                  <a:pt x="19572" y="71751"/>
                </a:lnTo>
                <a:cubicBezTo>
                  <a:pt x="22977" y="66075"/>
                  <a:pt x="29084" y="62630"/>
                  <a:pt x="35699" y="62630"/>
                </a:cubicBezTo>
                <a:lnTo>
                  <a:pt x="72886" y="62630"/>
                </a:lnTo>
                <a:cubicBezTo>
                  <a:pt x="102674" y="12174"/>
                  <a:pt x="147103" y="9629"/>
                  <a:pt x="176813" y="13974"/>
                </a:cubicBezTo>
                <a:cubicBezTo>
                  <a:pt x="181823" y="14718"/>
                  <a:pt x="185737" y="18632"/>
                  <a:pt x="186442" y="23604"/>
                </a:cubicBezTo>
                <a:cubicBezTo>
                  <a:pt x="190787" y="53314"/>
                  <a:pt x="188243" y="97742"/>
                  <a:pt x="137786" y="127531"/>
                </a:cubicBezTo>
                <a:lnTo>
                  <a:pt x="137786" y="164717"/>
                </a:lnTo>
                <a:cubicBezTo>
                  <a:pt x="137786" y="171333"/>
                  <a:pt x="134342" y="177439"/>
                  <a:pt x="128666" y="180845"/>
                </a:cubicBezTo>
                <a:lnTo>
                  <a:pt x="94141" y="201552"/>
                </a:lnTo>
                <a:cubicBezTo>
                  <a:pt x="85803" y="206562"/>
                  <a:pt x="75156" y="200534"/>
                  <a:pt x="75156" y="190826"/>
                </a:cubicBezTo>
                <a:lnTo>
                  <a:pt x="75156" y="150312"/>
                </a:lnTo>
                <a:cubicBezTo>
                  <a:pt x="75156" y="136495"/>
                  <a:pt x="63922" y="125260"/>
                  <a:pt x="50104" y="125260"/>
                </a:cubicBezTo>
                <a:lnTo>
                  <a:pt x="50065" y="125260"/>
                </a:lnTo>
                <a:close/>
                <a:moveTo>
                  <a:pt x="156575" y="62630"/>
                </a:moveTo>
                <a:cubicBezTo>
                  <a:pt x="156575" y="52260"/>
                  <a:pt x="148156" y="43841"/>
                  <a:pt x="137786" y="43841"/>
                </a:cubicBezTo>
                <a:cubicBezTo>
                  <a:pt x="127416" y="43841"/>
                  <a:pt x="118997" y="52260"/>
                  <a:pt x="118997" y="62630"/>
                </a:cubicBezTo>
                <a:cubicBezTo>
                  <a:pt x="118997" y="73000"/>
                  <a:pt x="127416" y="81419"/>
                  <a:pt x="137786" y="81419"/>
                </a:cubicBezTo>
                <a:cubicBezTo>
                  <a:pt x="148156" y="81419"/>
                  <a:pt x="156575" y="73000"/>
                  <a:pt x="156575" y="62630"/>
                </a:cubicBezTo>
                <a:close/>
              </a:path>
            </a:pathLst>
          </a:custGeom>
          <a:solidFill>
            <a:srgbClr val="00C950"/>
          </a:solidFill>
          <a:ln/>
        </p:spPr>
      </p:sp>
      <p:sp>
        <p:nvSpPr>
          <p:cNvPr id="41" name="Text 39"/>
          <p:cNvSpPr/>
          <p:nvPr/>
        </p:nvSpPr>
        <p:spPr>
          <a:xfrm>
            <a:off x="7049438" y="3123157"/>
            <a:ext cx="4734838" cy="2338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4" b="1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4. Entrepreneurs &amp; Startups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7068227" y="3457185"/>
            <a:ext cx="87682" cy="100208"/>
          </a:xfrm>
          <a:custGeom>
            <a:avLst/>
            <a:gdLst/>
            <a:ahLst/>
            <a:cxnLst/>
            <a:rect l="l" t="t" r="r" b="b"/>
            <a:pathLst>
              <a:path w="87682" h="100208">
                <a:moveTo>
                  <a:pt x="85099" y="13720"/>
                </a:moveTo>
                <a:cubicBezTo>
                  <a:pt x="87897" y="15755"/>
                  <a:pt x="88524" y="19670"/>
                  <a:pt x="86488" y="22469"/>
                </a:cubicBezTo>
                <a:lnTo>
                  <a:pt x="36384" y="91362"/>
                </a:lnTo>
                <a:cubicBezTo>
                  <a:pt x="35308" y="92849"/>
                  <a:pt x="33644" y="93769"/>
                  <a:pt x="31804" y="93926"/>
                </a:cubicBezTo>
                <a:cubicBezTo>
                  <a:pt x="29965" y="94082"/>
                  <a:pt x="28184" y="93397"/>
                  <a:pt x="26892" y="92105"/>
                </a:cubicBezTo>
                <a:lnTo>
                  <a:pt x="1840" y="67053"/>
                </a:lnTo>
                <a:cubicBezTo>
                  <a:pt x="-607" y="64607"/>
                  <a:pt x="-607" y="60634"/>
                  <a:pt x="1840" y="58187"/>
                </a:cubicBezTo>
                <a:cubicBezTo>
                  <a:pt x="4286" y="55741"/>
                  <a:pt x="8259" y="55741"/>
                  <a:pt x="10706" y="58187"/>
                </a:cubicBezTo>
                <a:lnTo>
                  <a:pt x="30571" y="78053"/>
                </a:lnTo>
                <a:lnTo>
                  <a:pt x="76370" y="15090"/>
                </a:lnTo>
                <a:cubicBezTo>
                  <a:pt x="78405" y="12291"/>
                  <a:pt x="82319" y="11665"/>
                  <a:pt x="85118" y="13700"/>
                </a:cubicBezTo>
                <a:close/>
              </a:path>
            </a:pathLst>
          </a:custGeom>
          <a:solidFill>
            <a:srgbClr val="00C950"/>
          </a:solidFill>
          <a:ln/>
        </p:spPr>
      </p:sp>
      <p:sp>
        <p:nvSpPr>
          <p:cNvPr id="43" name="Text 41"/>
          <p:cNvSpPr/>
          <p:nvPr/>
        </p:nvSpPr>
        <p:spPr>
          <a:xfrm>
            <a:off x="7241504" y="3423782"/>
            <a:ext cx="1787047" cy="1670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1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Budget-friendly analytics solution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7068227" y="3657601"/>
            <a:ext cx="87682" cy="100208"/>
          </a:xfrm>
          <a:custGeom>
            <a:avLst/>
            <a:gdLst/>
            <a:ahLst/>
            <a:cxnLst/>
            <a:rect l="l" t="t" r="r" b="b"/>
            <a:pathLst>
              <a:path w="87682" h="100208">
                <a:moveTo>
                  <a:pt x="85099" y="13720"/>
                </a:moveTo>
                <a:cubicBezTo>
                  <a:pt x="87897" y="15755"/>
                  <a:pt x="88524" y="19670"/>
                  <a:pt x="86488" y="22469"/>
                </a:cubicBezTo>
                <a:lnTo>
                  <a:pt x="36384" y="91362"/>
                </a:lnTo>
                <a:cubicBezTo>
                  <a:pt x="35308" y="92849"/>
                  <a:pt x="33644" y="93769"/>
                  <a:pt x="31804" y="93926"/>
                </a:cubicBezTo>
                <a:cubicBezTo>
                  <a:pt x="29965" y="94082"/>
                  <a:pt x="28184" y="93397"/>
                  <a:pt x="26892" y="92105"/>
                </a:cubicBezTo>
                <a:lnTo>
                  <a:pt x="1840" y="67053"/>
                </a:lnTo>
                <a:cubicBezTo>
                  <a:pt x="-607" y="64607"/>
                  <a:pt x="-607" y="60634"/>
                  <a:pt x="1840" y="58187"/>
                </a:cubicBezTo>
                <a:cubicBezTo>
                  <a:pt x="4286" y="55741"/>
                  <a:pt x="8259" y="55741"/>
                  <a:pt x="10706" y="58187"/>
                </a:cubicBezTo>
                <a:lnTo>
                  <a:pt x="30571" y="78053"/>
                </a:lnTo>
                <a:lnTo>
                  <a:pt x="76370" y="15090"/>
                </a:lnTo>
                <a:cubicBezTo>
                  <a:pt x="78405" y="12291"/>
                  <a:pt x="82319" y="11665"/>
                  <a:pt x="85118" y="13700"/>
                </a:cubicBezTo>
                <a:close/>
              </a:path>
            </a:pathLst>
          </a:custGeom>
          <a:solidFill>
            <a:srgbClr val="00C950"/>
          </a:solidFill>
          <a:ln/>
        </p:spPr>
      </p:sp>
      <p:sp>
        <p:nvSpPr>
          <p:cNvPr id="45" name="Text 43"/>
          <p:cNvSpPr/>
          <p:nvPr/>
        </p:nvSpPr>
        <p:spPr>
          <a:xfrm>
            <a:off x="7241504" y="3624198"/>
            <a:ext cx="1903956" cy="1670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1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Simple interface, no training needed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7068227" y="3858018"/>
            <a:ext cx="87682" cy="100208"/>
          </a:xfrm>
          <a:custGeom>
            <a:avLst/>
            <a:gdLst/>
            <a:ahLst/>
            <a:cxnLst/>
            <a:rect l="l" t="t" r="r" b="b"/>
            <a:pathLst>
              <a:path w="87682" h="100208">
                <a:moveTo>
                  <a:pt x="85099" y="13720"/>
                </a:moveTo>
                <a:cubicBezTo>
                  <a:pt x="87897" y="15755"/>
                  <a:pt x="88524" y="19670"/>
                  <a:pt x="86488" y="22469"/>
                </a:cubicBezTo>
                <a:lnTo>
                  <a:pt x="36384" y="91362"/>
                </a:lnTo>
                <a:cubicBezTo>
                  <a:pt x="35308" y="92849"/>
                  <a:pt x="33644" y="93769"/>
                  <a:pt x="31804" y="93926"/>
                </a:cubicBezTo>
                <a:cubicBezTo>
                  <a:pt x="29965" y="94082"/>
                  <a:pt x="28184" y="93397"/>
                  <a:pt x="26892" y="92105"/>
                </a:cubicBezTo>
                <a:lnTo>
                  <a:pt x="1840" y="67053"/>
                </a:lnTo>
                <a:cubicBezTo>
                  <a:pt x="-607" y="64607"/>
                  <a:pt x="-607" y="60634"/>
                  <a:pt x="1840" y="58187"/>
                </a:cubicBezTo>
                <a:cubicBezTo>
                  <a:pt x="4286" y="55741"/>
                  <a:pt x="8259" y="55741"/>
                  <a:pt x="10706" y="58187"/>
                </a:cubicBezTo>
                <a:lnTo>
                  <a:pt x="30571" y="78053"/>
                </a:lnTo>
                <a:lnTo>
                  <a:pt x="76370" y="15090"/>
                </a:lnTo>
                <a:cubicBezTo>
                  <a:pt x="78405" y="12291"/>
                  <a:pt x="82319" y="11665"/>
                  <a:pt x="85118" y="13700"/>
                </a:cubicBezTo>
                <a:close/>
              </a:path>
            </a:pathLst>
          </a:custGeom>
          <a:solidFill>
            <a:srgbClr val="00C950"/>
          </a:solidFill>
          <a:ln/>
        </p:spPr>
      </p:sp>
      <p:sp>
        <p:nvSpPr>
          <p:cNvPr id="47" name="Text 45"/>
          <p:cNvSpPr/>
          <p:nvPr/>
        </p:nvSpPr>
        <p:spPr>
          <a:xfrm>
            <a:off x="7241504" y="3824615"/>
            <a:ext cx="1853852" cy="1670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1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Focus on growth, not spreadsheets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367429" y="4335675"/>
            <a:ext cx="11513924" cy="875152"/>
          </a:xfrm>
          <a:custGeom>
            <a:avLst/>
            <a:gdLst/>
            <a:ahLst/>
            <a:cxnLst/>
            <a:rect l="l" t="t" r="r" b="b"/>
            <a:pathLst>
              <a:path w="11513924" h="875152">
                <a:moveTo>
                  <a:pt x="100205" y="0"/>
                </a:moveTo>
                <a:lnTo>
                  <a:pt x="11413720" y="0"/>
                </a:lnTo>
                <a:cubicBezTo>
                  <a:pt x="11469061" y="0"/>
                  <a:pt x="11513924" y="44863"/>
                  <a:pt x="11513924" y="100205"/>
                </a:cubicBezTo>
                <a:lnTo>
                  <a:pt x="11513924" y="774947"/>
                </a:lnTo>
                <a:cubicBezTo>
                  <a:pt x="11513924" y="830289"/>
                  <a:pt x="11469061" y="875152"/>
                  <a:pt x="11413720" y="875152"/>
                </a:cubicBezTo>
                <a:lnTo>
                  <a:pt x="100205" y="875152"/>
                </a:lnTo>
                <a:cubicBezTo>
                  <a:pt x="44863" y="875152"/>
                  <a:pt x="0" y="830289"/>
                  <a:pt x="0" y="774947"/>
                </a:cubicBezTo>
                <a:lnTo>
                  <a:pt x="0" y="100205"/>
                </a:lnTo>
                <a:cubicBezTo>
                  <a:pt x="0" y="44900"/>
                  <a:pt x="44900" y="0"/>
                  <a:pt x="100205" y="0"/>
                </a:cubicBezTo>
                <a:close/>
              </a:path>
            </a:pathLst>
          </a:custGeom>
          <a:solidFill>
            <a:srgbClr val="FFFFFF"/>
          </a:solidFill>
          <a:ln w="10160">
            <a:solidFill>
              <a:srgbClr val="F3F4F6"/>
            </a:solidFill>
            <a:prstDash val="solid"/>
          </a:ln>
          <a:effectLst>
            <a:outerShdw blurRad="25052" dist="8351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537783" y="4506030"/>
            <a:ext cx="534444" cy="534444"/>
          </a:xfrm>
          <a:custGeom>
            <a:avLst/>
            <a:gdLst/>
            <a:ahLst/>
            <a:cxnLst/>
            <a:rect l="l" t="t" r="r" b="b"/>
            <a:pathLst>
              <a:path w="534444" h="534444">
                <a:moveTo>
                  <a:pt x="100208" y="0"/>
                </a:moveTo>
                <a:lnTo>
                  <a:pt x="434236" y="0"/>
                </a:lnTo>
                <a:cubicBezTo>
                  <a:pt x="489579" y="0"/>
                  <a:pt x="534444" y="44865"/>
                  <a:pt x="534444" y="100208"/>
                </a:cubicBezTo>
                <a:lnTo>
                  <a:pt x="534444" y="434236"/>
                </a:lnTo>
                <a:cubicBezTo>
                  <a:pt x="534444" y="489579"/>
                  <a:pt x="489579" y="534444"/>
                  <a:pt x="434236" y="534444"/>
                </a:cubicBezTo>
                <a:lnTo>
                  <a:pt x="100208" y="534444"/>
                </a:lnTo>
                <a:cubicBezTo>
                  <a:pt x="44865" y="534444"/>
                  <a:pt x="0" y="489579"/>
                  <a:pt x="0" y="434236"/>
                </a:cubicBezTo>
                <a:lnTo>
                  <a:pt x="0" y="100208"/>
                </a:lnTo>
                <a:cubicBezTo>
                  <a:pt x="0" y="44902"/>
                  <a:pt x="44902" y="0"/>
                  <a:pt x="100208" y="0"/>
                </a:cubicBezTo>
                <a:close/>
              </a:path>
            </a:pathLst>
          </a:custGeom>
          <a:solidFill>
            <a:srgbClr val="AD46FF">
              <a:alpha val="10196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704796" y="4673043"/>
            <a:ext cx="200416" cy="200416"/>
          </a:xfrm>
          <a:custGeom>
            <a:avLst/>
            <a:gdLst/>
            <a:ahLst/>
            <a:cxnLst/>
            <a:rect l="l" t="t" r="r" b="b"/>
            <a:pathLst>
              <a:path w="200416" h="200416">
                <a:moveTo>
                  <a:pt x="12526" y="12526"/>
                </a:moveTo>
                <a:cubicBezTo>
                  <a:pt x="19454" y="12526"/>
                  <a:pt x="25052" y="18124"/>
                  <a:pt x="25052" y="25052"/>
                </a:cubicBezTo>
                <a:lnTo>
                  <a:pt x="25052" y="156575"/>
                </a:lnTo>
                <a:cubicBezTo>
                  <a:pt x="25052" y="160020"/>
                  <a:pt x="27870" y="162838"/>
                  <a:pt x="31315" y="162838"/>
                </a:cubicBezTo>
                <a:lnTo>
                  <a:pt x="187890" y="162838"/>
                </a:lnTo>
                <a:cubicBezTo>
                  <a:pt x="194819" y="162838"/>
                  <a:pt x="200416" y="168436"/>
                  <a:pt x="200416" y="175364"/>
                </a:cubicBezTo>
                <a:cubicBezTo>
                  <a:pt x="200416" y="182293"/>
                  <a:pt x="194819" y="187890"/>
                  <a:pt x="187890" y="187890"/>
                </a:cubicBezTo>
                <a:lnTo>
                  <a:pt x="31315" y="187890"/>
                </a:lnTo>
                <a:cubicBezTo>
                  <a:pt x="14013" y="187890"/>
                  <a:pt x="0" y="173877"/>
                  <a:pt x="0" y="156575"/>
                </a:cubicBezTo>
                <a:lnTo>
                  <a:pt x="0" y="25052"/>
                </a:lnTo>
                <a:cubicBezTo>
                  <a:pt x="0" y="18124"/>
                  <a:pt x="5598" y="12526"/>
                  <a:pt x="12526" y="12526"/>
                </a:cubicBezTo>
                <a:close/>
                <a:moveTo>
                  <a:pt x="50104" y="37578"/>
                </a:moveTo>
                <a:cubicBezTo>
                  <a:pt x="50104" y="30650"/>
                  <a:pt x="55702" y="25052"/>
                  <a:pt x="62630" y="25052"/>
                </a:cubicBezTo>
                <a:lnTo>
                  <a:pt x="137786" y="25052"/>
                </a:lnTo>
                <a:cubicBezTo>
                  <a:pt x="144715" y="25052"/>
                  <a:pt x="150312" y="30650"/>
                  <a:pt x="150312" y="37578"/>
                </a:cubicBezTo>
                <a:cubicBezTo>
                  <a:pt x="150312" y="44507"/>
                  <a:pt x="144715" y="50104"/>
                  <a:pt x="137786" y="50104"/>
                </a:cubicBezTo>
                <a:lnTo>
                  <a:pt x="62630" y="50104"/>
                </a:lnTo>
                <a:cubicBezTo>
                  <a:pt x="55702" y="50104"/>
                  <a:pt x="50104" y="44507"/>
                  <a:pt x="50104" y="37578"/>
                </a:cubicBezTo>
                <a:close/>
                <a:moveTo>
                  <a:pt x="62630" y="68893"/>
                </a:moveTo>
                <a:lnTo>
                  <a:pt x="112734" y="68893"/>
                </a:lnTo>
                <a:cubicBezTo>
                  <a:pt x="119663" y="68893"/>
                  <a:pt x="125260" y="74491"/>
                  <a:pt x="125260" y="81419"/>
                </a:cubicBezTo>
                <a:cubicBezTo>
                  <a:pt x="125260" y="88348"/>
                  <a:pt x="119663" y="93945"/>
                  <a:pt x="112734" y="93945"/>
                </a:cubicBezTo>
                <a:lnTo>
                  <a:pt x="62630" y="93945"/>
                </a:lnTo>
                <a:cubicBezTo>
                  <a:pt x="55702" y="93945"/>
                  <a:pt x="50104" y="88348"/>
                  <a:pt x="50104" y="81419"/>
                </a:cubicBezTo>
                <a:cubicBezTo>
                  <a:pt x="50104" y="74491"/>
                  <a:pt x="55702" y="68893"/>
                  <a:pt x="62630" y="68893"/>
                </a:cubicBezTo>
                <a:close/>
                <a:moveTo>
                  <a:pt x="62630" y="112734"/>
                </a:moveTo>
                <a:lnTo>
                  <a:pt x="162838" y="112734"/>
                </a:lnTo>
                <a:cubicBezTo>
                  <a:pt x="169767" y="112734"/>
                  <a:pt x="175364" y="118332"/>
                  <a:pt x="175364" y="125260"/>
                </a:cubicBezTo>
                <a:cubicBezTo>
                  <a:pt x="175364" y="132189"/>
                  <a:pt x="169767" y="137786"/>
                  <a:pt x="162838" y="137786"/>
                </a:cubicBezTo>
                <a:lnTo>
                  <a:pt x="62630" y="137786"/>
                </a:lnTo>
                <a:cubicBezTo>
                  <a:pt x="55702" y="137786"/>
                  <a:pt x="50104" y="132189"/>
                  <a:pt x="50104" y="125260"/>
                </a:cubicBezTo>
                <a:cubicBezTo>
                  <a:pt x="50104" y="118332"/>
                  <a:pt x="55702" y="112734"/>
                  <a:pt x="62630" y="112734"/>
                </a:cubicBezTo>
                <a:close/>
              </a:path>
            </a:pathLst>
          </a:custGeom>
          <a:solidFill>
            <a:srgbClr val="AD46FF"/>
          </a:solidFill>
          <a:ln/>
        </p:spPr>
      </p:sp>
      <p:sp>
        <p:nvSpPr>
          <p:cNvPr id="51" name="Text 49"/>
          <p:cNvSpPr/>
          <p:nvPr/>
        </p:nvSpPr>
        <p:spPr>
          <a:xfrm>
            <a:off x="1205837" y="4506030"/>
            <a:ext cx="10580318" cy="2338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4" b="1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5. Data Analysts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1224627" y="4840057"/>
            <a:ext cx="87682" cy="100208"/>
          </a:xfrm>
          <a:custGeom>
            <a:avLst/>
            <a:gdLst/>
            <a:ahLst/>
            <a:cxnLst/>
            <a:rect l="l" t="t" r="r" b="b"/>
            <a:pathLst>
              <a:path w="87682" h="100208">
                <a:moveTo>
                  <a:pt x="85099" y="13720"/>
                </a:moveTo>
                <a:cubicBezTo>
                  <a:pt x="87897" y="15755"/>
                  <a:pt x="88524" y="19670"/>
                  <a:pt x="86488" y="22469"/>
                </a:cubicBezTo>
                <a:lnTo>
                  <a:pt x="36384" y="91362"/>
                </a:lnTo>
                <a:cubicBezTo>
                  <a:pt x="35308" y="92849"/>
                  <a:pt x="33644" y="93769"/>
                  <a:pt x="31804" y="93926"/>
                </a:cubicBezTo>
                <a:cubicBezTo>
                  <a:pt x="29965" y="94082"/>
                  <a:pt x="28184" y="93397"/>
                  <a:pt x="26892" y="92105"/>
                </a:cubicBezTo>
                <a:lnTo>
                  <a:pt x="1840" y="67053"/>
                </a:lnTo>
                <a:cubicBezTo>
                  <a:pt x="-607" y="64607"/>
                  <a:pt x="-607" y="60634"/>
                  <a:pt x="1840" y="58187"/>
                </a:cubicBezTo>
                <a:cubicBezTo>
                  <a:pt x="4286" y="55741"/>
                  <a:pt x="8259" y="55741"/>
                  <a:pt x="10706" y="58187"/>
                </a:cubicBezTo>
                <a:lnTo>
                  <a:pt x="30571" y="78053"/>
                </a:lnTo>
                <a:lnTo>
                  <a:pt x="76370" y="15090"/>
                </a:lnTo>
                <a:cubicBezTo>
                  <a:pt x="78405" y="12291"/>
                  <a:pt x="82319" y="11665"/>
                  <a:pt x="85118" y="13700"/>
                </a:cubicBezTo>
                <a:close/>
              </a:path>
            </a:pathLst>
          </a:custGeom>
          <a:solidFill>
            <a:srgbClr val="AD46FF"/>
          </a:solidFill>
          <a:ln/>
        </p:spPr>
      </p:sp>
      <p:sp>
        <p:nvSpPr>
          <p:cNvPr id="53" name="Text 51"/>
          <p:cNvSpPr/>
          <p:nvPr/>
        </p:nvSpPr>
        <p:spPr>
          <a:xfrm>
            <a:off x="1397903" y="4806654"/>
            <a:ext cx="1670137" cy="1670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1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Save time on repetitive analysis</a:t>
            </a:r>
            <a:endParaRPr lang="en-US" sz="1600" dirty="0"/>
          </a:p>
        </p:txBody>
      </p:sp>
      <p:sp>
        <p:nvSpPr>
          <p:cNvPr id="54" name="Shape 52"/>
          <p:cNvSpPr/>
          <p:nvPr/>
        </p:nvSpPr>
        <p:spPr>
          <a:xfrm>
            <a:off x="4748407" y="4840057"/>
            <a:ext cx="87682" cy="100208"/>
          </a:xfrm>
          <a:custGeom>
            <a:avLst/>
            <a:gdLst/>
            <a:ahLst/>
            <a:cxnLst/>
            <a:rect l="l" t="t" r="r" b="b"/>
            <a:pathLst>
              <a:path w="87682" h="100208">
                <a:moveTo>
                  <a:pt x="85099" y="13720"/>
                </a:moveTo>
                <a:cubicBezTo>
                  <a:pt x="87897" y="15755"/>
                  <a:pt x="88524" y="19670"/>
                  <a:pt x="86488" y="22469"/>
                </a:cubicBezTo>
                <a:lnTo>
                  <a:pt x="36384" y="91362"/>
                </a:lnTo>
                <a:cubicBezTo>
                  <a:pt x="35308" y="92849"/>
                  <a:pt x="33644" y="93769"/>
                  <a:pt x="31804" y="93926"/>
                </a:cubicBezTo>
                <a:cubicBezTo>
                  <a:pt x="29965" y="94082"/>
                  <a:pt x="28184" y="93397"/>
                  <a:pt x="26892" y="92105"/>
                </a:cubicBezTo>
                <a:lnTo>
                  <a:pt x="1840" y="67053"/>
                </a:lnTo>
                <a:cubicBezTo>
                  <a:pt x="-607" y="64607"/>
                  <a:pt x="-607" y="60634"/>
                  <a:pt x="1840" y="58187"/>
                </a:cubicBezTo>
                <a:cubicBezTo>
                  <a:pt x="4286" y="55741"/>
                  <a:pt x="8259" y="55741"/>
                  <a:pt x="10706" y="58187"/>
                </a:cubicBezTo>
                <a:lnTo>
                  <a:pt x="30571" y="78053"/>
                </a:lnTo>
                <a:lnTo>
                  <a:pt x="76370" y="15090"/>
                </a:lnTo>
                <a:cubicBezTo>
                  <a:pt x="78405" y="12291"/>
                  <a:pt x="82319" y="11665"/>
                  <a:pt x="85118" y="13700"/>
                </a:cubicBezTo>
                <a:close/>
              </a:path>
            </a:pathLst>
          </a:custGeom>
          <a:solidFill>
            <a:srgbClr val="AD46FF"/>
          </a:solidFill>
          <a:ln/>
        </p:spPr>
      </p:sp>
      <p:sp>
        <p:nvSpPr>
          <p:cNvPr id="55" name="Text 53"/>
          <p:cNvSpPr/>
          <p:nvPr/>
        </p:nvSpPr>
        <p:spPr>
          <a:xfrm>
            <a:off x="4921684" y="4806654"/>
            <a:ext cx="1461370" cy="1670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1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Upload bulk data efficiently</a:t>
            </a:r>
            <a:endParaRPr lang="en-US" sz="1600" dirty="0"/>
          </a:p>
        </p:txBody>
      </p:sp>
      <p:sp>
        <p:nvSpPr>
          <p:cNvPr id="56" name="Shape 54"/>
          <p:cNvSpPr/>
          <p:nvPr/>
        </p:nvSpPr>
        <p:spPr>
          <a:xfrm>
            <a:off x="8272292" y="4840057"/>
            <a:ext cx="87682" cy="100208"/>
          </a:xfrm>
          <a:custGeom>
            <a:avLst/>
            <a:gdLst/>
            <a:ahLst/>
            <a:cxnLst/>
            <a:rect l="l" t="t" r="r" b="b"/>
            <a:pathLst>
              <a:path w="87682" h="100208">
                <a:moveTo>
                  <a:pt x="85099" y="13720"/>
                </a:moveTo>
                <a:cubicBezTo>
                  <a:pt x="87897" y="15755"/>
                  <a:pt x="88524" y="19670"/>
                  <a:pt x="86488" y="22469"/>
                </a:cubicBezTo>
                <a:lnTo>
                  <a:pt x="36384" y="91362"/>
                </a:lnTo>
                <a:cubicBezTo>
                  <a:pt x="35308" y="92849"/>
                  <a:pt x="33644" y="93769"/>
                  <a:pt x="31804" y="93926"/>
                </a:cubicBezTo>
                <a:cubicBezTo>
                  <a:pt x="29965" y="94082"/>
                  <a:pt x="28184" y="93397"/>
                  <a:pt x="26892" y="92105"/>
                </a:cubicBezTo>
                <a:lnTo>
                  <a:pt x="1840" y="67053"/>
                </a:lnTo>
                <a:cubicBezTo>
                  <a:pt x="-607" y="64607"/>
                  <a:pt x="-607" y="60634"/>
                  <a:pt x="1840" y="58187"/>
                </a:cubicBezTo>
                <a:cubicBezTo>
                  <a:pt x="4286" y="55741"/>
                  <a:pt x="8259" y="55741"/>
                  <a:pt x="10706" y="58187"/>
                </a:cubicBezTo>
                <a:lnTo>
                  <a:pt x="30571" y="78053"/>
                </a:lnTo>
                <a:lnTo>
                  <a:pt x="76370" y="15090"/>
                </a:lnTo>
                <a:cubicBezTo>
                  <a:pt x="78405" y="12291"/>
                  <a:pt x="82319" y="11665"/>
                  <a:pt x="85118" y="13700"/>
                </a:cubicBezTo>
                <a:close/>
              </a:path>
            </a:pathLst>
          </a:custGeom>
          <a:solidFill>
            <a:srgbClr val="AD46FF"/>
          </a:solidFill>
          <a:ln/>
        </p:spPr>
      </p:sp>
      <p:sp>
        <p:nvSpPr>
          <p:cNvPr id="57" name="Text 55"/>
          <p:cNvSpPr/>
          <p:nvPr/>
        </p:nvSpPr>
        <p:spPr>
          <a:xfrm>
            <a:off x="8445568" y="4806654"/>
            <a:ext cx="1770345" cy="1670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1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Export results for detailed reports</a:t>
            </a:r>
            <a:endParaRPr lang="en-US" sz="1600" dirty="0"/>
          </a:p>
        </p:txBody>
      </p:sp>
      <p:sp>
        <p:nvSpPr>
          <p:cNvPr id="58" name="Shape 56"/>
          <p:cNvSpPr/>
          <p:nvPr/>
        </p:nvSpPr>
        <p:spPr>
          <a:xfrm>
            <a:off x="364088" y="5414584"/>
            <a:ext cx="11523945" cy="801666"/>
          </a:xfrm>
          <a:custGeom>
            <a:avLst/>
            <a:gdLst/>
            <a:ahLst/>
            <a:cxnLst/>
            <a:rect l="l" t="t" r="r" b="b"/>
            <a:pathLst>
              <a:path w="11523945" h="801666">
                <a:moveTo>
                  <a:pt x="100208" y="0"/>
                </a:moveTo>
                <a:lnTo>
                  <a:pt x="11423737" y="0"/>
                </a:lnTo>
                <a:cubicBezTo>
                  <a:pt x="11479080" y="0"/>
                  <a:pt x="11523945" y="44865"/>
                  <a:pt x="11523945" y="100208"/>
                </a:cubicBezTo>
                <a:lnTo>
                  <a:pt x="11523945" y="701458"/>
                </a:lnTo>
                <a:cubicBezTo>
                  <a:pt x="11523945" y="756801"/>
                  <a:pt x="11479080" y="801666"/>
                  <a:pt x="11423737" y="801666"/>
                </a:cubicBezTo>
                <a:lnTo>
                  <a:pt x="100208" y="801666"/>
                </a:lnTo>
                <a:cubicBezTo>
                  <a:pt x="44865" y="801666"/>
                  <a:pt x="0" y="756801"/>
                  <a:pt x="0" y="701458"/>
                </a:cubicBezTo>
                <a:lnTo>
                  <a:pt x="0" y="100208"/>
                </a:lnTo>
                <a:cubicBezTo>
                  <a:pt x="0" y="44902"/>
                  <a:pt x="44902" y="0"/>
                  <a:pt x="100208" y="0"/>
                </a:cubicBezTo>
                <a:close/>
              </a:path>
            </a:pathLst>
          </a:custGeom>
          <a:gradFill flip="none" rotWithShape="1">
            <a:gsLst>
              <a:gs pos="0">
                <a:srgbClr val="6366F1"/>
              </a:gs>
              <a:gs pos="100000">
                <a:srgbClr val="818CF8"/>
              </a:gs>
            </a:gsLst>
            <a:lin ang="0" scaled="1"/>
          </a:gradFill>
          <a:ln/>
        </p:spPr>
      </p:sp>
      <p:sp>
        <p:nvSpPr>
          <p:cNvPr id="59" name="Shape 57"/>
          <p:cNvSpPr/>
          <p:nvPr/>
        </p:nvSpPr>
        <p:spPr>
          <a:xfrm>
            <a:off x="531102" y="5715209"/>
            <a:ext cx="250521" cy="200416"/>
          </a:xfrm>
          <a:custGeom>
            <a:avLst/>
            <a:gdLst/>
            <a:ahLst/>
            <a:cxnLst/>
            <a:rect l="l" t="t" r="r" b="b"/>
            <a:pathLst>
              <a:path w="250521" h="200416">
                <a:moveTo>
                  <a:pt x="125260" y="6263"/>
                </a:moveTo>
                <a:cubicBezTo>
                  <a:pt x="147729" y="6263"/>
                  <a:pt x="165970" y="24504"/>
                  <a:pt x="165970" y="46973"/>
                </a:cubicBezTo>
                <a:cubicBezTo>
                  <a:pt x="165970" y="69441"/>
                  <a:pt x="147729" y="87682"/>
                  <a:pt x="125260" y="87682"/>
                </a:cubicBezTo>
                <a:cubicBezTo>
                  <a:pt x="102792" y="87682"/>
                  <a:pt x="84551" y="69441"/>
                  <a:pt x="84551" y="46973"/>
                </a:cubicBezTo>
                <a:cubicBezTo>
                  <a:pt x="84551" y="24504"/>
                  <a:pt x="102792" y="6263"/>
                  <a:pt x="125260" y="6263"/>
                </a:cubicBezTo>
                <a:close/>
                <a:moveTo>
                  <a:pt x="37578" y="34447"/>
                </a:moveTo>
                <a:cubicBezTo>
                  <a:pt x="53133" y="34447"/>
                  <a:pt x="65762" y="47075"/>
                  <a:pt x="65762" y="62630"/>
                </a:cubicBezTo>
                <a:cubicBezTo>
                  <a:pt x="65762" y="78185"/>
                  <a:pt x="53133" y="90814"/>
                  <a:pt x="37578" y="90814"/>
                </a:cubicBezTo>
                <a:cubicBezTo>
                  <a:pt x="22023" y="90814"/>
                  <a:pt x="9395" y="78185"/>
                  <a:pt x="9395" y="62630"/>
                </a:cubicBezTo>
                <a:cubicBezTo>
                  <a:pt x="9395" y="47075"/>
                  <a:pt x="22023" y="34447"/>
                  <a:pt x="37578" y="34447"/>
                </a:cubicBezTo>
                <a:close/>
                <a:moveTo>
                  <a:pt x="0" y="162838"/>
                </a:moveTo>
                <a:cubicBezTo>
                  <a:pt x="0" y="135164"/>
                  <a:pt x="22429" y="112734"/>
                  <a:pt x="50104" y="112734"/>
                </a:cubicBezTo>
                <a:cubicBezTo>
                  <a:pt x="55115" y="112734"/>
                  <a:pt x="59968" y="113478"/>
                  <a:pt x="64548" y="114848"/>
                </a:cubicBezTo>
                <a:cubicBezTo>
                  <a:pt x="51670" y="129253"/>
                  <a:pt x="43841" y="148277"/>
                  <a:pt x="43841" y="169101"/>
                </a:cubicBezTo>
                <a:lnTo>
                  <a:pt x="43841" y="175364"/>
                </a:lnTo>
                <a:cubicBezTo>
                  <a:pt x="43841" y="179827"/>
                  <a:pt x="44781" y="184054"/>
                  <a:pt x="46464" y="187890"/>
                </a:cubicBezTo>
                <a:lnTo>
                  <a:pt x="12526" y="187890"/>
                </a:lnTo>
                <a:cubicBezTo>
                  <a:pt x="5598" y="187890"/>
                  <a:pt x="0" y="182293"/>
                  <a:pt x="0" y="175364"/>
                </a:cubicBezTo>
                <a:lnTo>
                  <a:pt x="0" y="162838"/>
                </a:lnTo>
                <a:close/>
                <a:moveTo>
                  <a:pt x="204057" y="187890"/>
                </a:moveTo>
                <a:cubicBezTo>
                  <a:pt x="205740" y="184054"/>
                  <a:pt x="206679" y="179827"/>
                  <a:pt x="206679" y="175364"/>
                </a:cubicBezTo>
                <a:lnTo>
                  <a:pt x="206679" y="169101"/>
                </a:lnTo>
                <a:cubicBezTo>
                  <a:pt x="206679" y="148277"/>
                  <a:pt x="198851" y="129253"/>
                  <a:pt x="185972" y="114848"/>
                </a:cubicBezTo>
                <a:cubicBezTo>
                  <a:pt x="190552" y="113478"/>
                  <a:pt x="195406" y="112734"/>
                  <a:pt x="200416" y="112734"/>
                </a:cubicBezTo>
                <a:cubicBezTo>
                  <a:pt x="228091" y="112734"/>
                  <a:pt x="250521" y="135164"/>
                  <a:pt x="250521" y="162838"/>
                </a:cubicBezTo>
                <a:lnTo>
                  <a:pt x="250521" y="175364"/>
                </a:lnTo>
                <a:cubicBezTo>
                  <a:pt x="250521" y="182293"/>
                  <a:pt x="244923" y="187890"/>
                  <a:pt x="237995" y="187890"/>
                </a:cubicBezTo>
                <a:lnTo>
                  <a:pt x="204057" y="187890"/>
                </a:lnTo>
                <a:close/>
                <a:moveTo>
                  <a:pt x="184759" y="62630"/>
                </a:moveTo>
                <a:cubicBezTo>
                  <a:pt x="184759" y="47075"/>
                  <a:pt x="197388" y="34447"/>
                  <a:pt x="212942" y="34447"/>
                </a:cubicBezTo>
                <a:cubicBezTo>
                  <a:pt x="228497" y="34447"/>
                  <a:pt x="241126" y="47075"/>
                  <a:pt x="241126" y="62630"/>
                </a:cubicBezTo>
                <a:cubicBezTo>
                  <a:pt x="241126" y="78185"/>
                  <a:pt x="228497" y="90814"/>
                  <a:pt x="212942" y="90814"/>
                </a:cubicBezTo>
                <a:cubicBezTo>
                  <a:pt x="197388" y="90814"/>
                  <a:pt x="184759" y="78185"/>
                  <a:pt x="184759" y="62630"/>
                </a:cubicBezTo>
                <a:close/>
                <a:moveTo>
                  <a:pt x="62630" y="169101"/>
                </a:moveTo>
                <a:cubicBezTo>
                  <a:pt x="62630" y="134498"/>
                  <a:pt x="90657" y="106471"/>
                  <a:pt x="125260" y="106471"/>
                </a:cubicBezTo>
                <a:cubicBezTo>
                  <a:pt x="159863" y="106471"/>
                  <a:pt x="187890" y="134498"/>
                  <a:pt x="187890" y="169101"/>
                </a:cubicBezTo>
                <a:lnTo>
                  <a:pt x="187890" y="175364"/>
                </a:lnTo>
                <a:cubicBezTo>
                  <a:pt x="187890" y="182293"/>
                  <a:pt x="182293" y="187890"/>
                  <a:pt x="175364" y="187890"/>
                </a:cubicBezTo>
                <a:lnTo>
                  <a:pt x="75156" y="187890"/>
                </a:lnTo>
                <a:cubicBezTo>
                  <a:pt x="68228" y="187890"/>
                  <a:pt x="62630" y="182293"/>
                  <a:pt x="62630" y="175364"/>
                </a:cubicBezTo>
                <a:lnTo>
                  <a:pt x="62630" y="169101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60" name="Text 58"/>
          <p:cNvSpPr/>
          <p:nvPr/>
        </p:nvSpPr>
        <p:spPr>
          <a:xfrm>
            <a:off x="915234" y="5581598"/>
            <a:ext cx="3749458" cy="2338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4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Common Need</a:t>
            </a:r>
            <a:endParaRPr lang="en-US" sz="1600" dirty="0"/>
          </a:p>
        </p:txBody>
      </p:sp>
      <p:sp>
        <p:nvSpPr>
          <p:cNvPr id="61" name="Text 59"/>
          <p:cNvSpPr/>
          <p:nvPr/>
        </p:nvSpPr>
        <p:spPr>
          <a:xfrm>
            <a:off x="915234" y="5848820"/>
            <a:ext cx="3741107" cy="200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2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All want to understand their data quickly, easily, and affordably.</a:t>
            </a:r>
            <a:endParaRPr lang="en-US" sz="1600" dirty="0"/>
          </a:p>
        </p:txBody>
      </p:sp>
      <p:sp>
        <p:nvSpPr>
          <p:cNvPr id="66" name="Text 18">
            <a:extLst>
              <a:ext uri="{FF2B5EF4-FFF2-40B4-BE49-F238E27FC236}">
                <a16:creationId xmlns:a16="http://schemas.microsoft.com/office/drawing/2014/main" id="{3487DC65-27BF-2232-6D45-6524430CD13C}"/>
              </a:ext>
            </a:extLst>
          </p:cNvPr>
          <p:cNvSpPr/>
          <p:nvPr/>
        </p:nvSpPr>
        <p:spPr>
          <a:xfrm>
            <a:off x="3733762" y="6548748"/>
            <a:ext cx="4820678" cy="2423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ts val="1980"/>
              </a:lnSpc>
            </a:pPr>
            <a:r>
              <a:rPr lang="en-US" sz="1600" b="1" dirty="0">
                <a:latin typeface="Calibri (MS)"/>
                <a:ea typeface="Calibri (MS)"/>
                <a:cs typeface="Calibri (MS)"/>
                <a:sym typeface="Calibri (MS)"/>
              </a:rPr>
              <a:t>Department of Computer Science &amp; Engineering ,CSPIT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C8C7621-7EB1-2DF6-F368-4208D7DBCA1E}"/>
              </a:ext>
            </a:extLst>
          </p:cNvPr>
          <p:cNvSpPr/>
          <p:nvPr/>
        </p:nvSpPr>
        <p:spPr>
          <a:xfrm>
            <a:off x="30479" y="66891"/>
            <a:ext cx="12085321" cy="6714790"/>
          </a:xfrm>
          <a:prstGeom prst="rect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4"/>
          <p:cNvSpPr/>
          <p:nvPr/>
        </p:nvSpPr>
        <p:spPr>
          <a:xfrm>
            <a:off x="340518" y="412750"/>
            <a:ext cx="11747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000" b="1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Our Solution - Why DataXpert?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40518" y="889000"/>
            <a:ext cx="762000" cy="31750"/>
          </a:xfrm>
          <a:custGeom>
            <a:avLst/>
            <a:gdLst/>
            <a:ahLst/>
            <a:cxnLst/>
            <a:rect l="l" t="t" r="r" b="b"/>
            <a:pathLst>
              <a:path w="762000" h="31750">
                <a:moveTo>
                  <a:pt x="15875" y="0"/>
                </a:moveTo>
                <a:lnTo>
                  <a:pt x="746125" y="0"/>
                </a:lnTo>
                <a:cubicBezTo>
                  <a:pt x="754887" y="0"/>
                  <a:pt x="762000" y="7113"/>
                  <a:pt x="762000" y="15875"/>
                </a:cubicBezTo>
                <a:lnTo>
                  <a:pt x="762000" y="15875"/>
                </a:lnTo>
                <a:cubicBezTo>
                  <a:pt x="762000" y="24637"/>
                  <a:pt x="754887" y="31750"/>
                  <a:pt x="746125" y="31750"/>
                </a:cubicBezTo>
                <a:lnTo>
                  <a:pt x="15875" y="31750"/>
                </a:lnTo>
                <a:cubicBezTo>
                  <a:pt x="7113" y="31750"/>
                  <a:pt x="0" y="24637"/>
                  <a:pt x="0" y="15875"/>
                </a:cubicBezTo>
                <a:lnTo>
                  <a:pt x="0" y="15875"/>
                </a:lnTo>
                <a:cubicBezTo>
                  <a:pt x="0" y="7113"/>
                  <a:pt x="7113" y="0"/>
                  <a:pt x="15875" y="0"/>
                </a:cubicBezTo>
                <a:close/>
              </a:path>
            </a:pathLst>
          </a:custGeom>
          <a:gradFill flip="none" rotWithShape="1">
            <a:gsLst>
              <a:gs pos="0">
                <a:srgbClr val="6366F1"/>
              </a:gs>
              <a:gs pos="100000">
                <a:srgbClr val="818CF8"/>
              </a:gs>
            </a:gsLst>
            <a:lin ang="0" scaled="1"/>
          </a:gradFill>
          <a:ln/>
        </p:spPr>
      </p:sp>
      <p:sp>
        <p:nvSpPr>
          <p:cNvPr id="8" name="Shape 6"/>
          <p:cNvSpPr/>
          <p:nvPr/>
        </p:nvSpPr>
        <p:spPr>
          <a:xfrm>
            <a:off x="335756" y="920750"/>
            <a:ext cx="11557000" cy="1317625"/>
          </a:xfrm>
          <a:custGeom>
            <a:avLst/>
            <a:gdLst/>
            <a:ahLst/>
            <a:cxnLst/>
            <a:rect l="l" t="t" r="r" b="b"/>
            <a:pathLst>
              <a:path w="11557000" h="1317625">
                <a:moveTo>
                  <a:pt x="95251" y="0"/>
                </a:moveTo>
                <a:lnTo>
                  <a:pt x="11461749" y="0"/>
                </a:lnTo>
                <a:cubicBezTo>
                  <a:pt x="11514355" y="0"/>
                  <a:pt x="11557000" y="42645"/>
                  <a:pt x="11557000" y="95251"/>
                </a:cubicBezTo>
                <a:lnTo>
                  <a:pt x="11557000" y="1222374"/>
                </a:lnTo>
                <a:cubicBezTo>
                  <a:pt x="11557000" y="1274980"/>
                  <a:pt x="11514355" y="1317625"/>
                  <a:pt x="11461749" y="1317625"/>
                </a:cubicBezTo>
                <a:lnTo>
                  <a:pt x="95251" y="1317625"/>
                </a:lnTo>
                <a:cubicBezTo>
                  <a:pt x="42645" y="1317625"/>
                  <a:pt x="0" y="1274980"/>
                  <a:pt x="0" y="1222374"/>
                </a:cubicBezTo>
                <a:lnTo>
                  <a:pt x="0" y="95251"/>
                </a:lnTo>
                <a:cubicBezTo>
                  <a:pt x="0" y="42681"/>
                  <a:pt x="42681" y="0"/>
                  <a:pt x="95251" y="0"/>
                </a:cubicBezTo>
                <a:close/>
              </a:path>
            </a:pathLst>
          </a:custGeom>
          <a:solidFill>
            <a:srgbClr val="F9FAFB"/>
          </a:solidFill>
          <a:ln/>
        </p:spPr>
      </p:sp>
      <p:sp>
        <p:nvSpPr>
          <p:cNvPr id="9" name="Text 7"/>
          <p:cNvSpPr/>
          <p:nvPr/>
        </p:nvSpPr>
        <p:spPr>
          <a:xfrm>
            <a:off x="458787" y="1079500"/>
            <a:ext cx="11310938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25" b="1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Gap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97681" y="1431925"/>
            <a:ext cx="5387975" cy="641350"/>
          </a:xfrm>
          <a:custGeom>
            <a:avLst/>
            <a:gdLst/>
            <a:ahLst/>
            <a:cxnLst/>
            <a:rect l="l" t="t" r="r" b="b"/>
            <a:pathLst>
              <a:path w="5387975" h="641350">
                <a:moveTo>
                  <a:pt x="63500" y="0"/>
                </a:moveTo>
                <a:lnTo>
                  <a:pt x="5324475" y="0"/>
                </a:lnTo>
                <a:cubicBezTo>
                  <a:pt x="5359545" y="0"/>
                  <a:pt x="5387975" y="28430"/>
                  <a:pt x="5387975" y="63500"/>
                </a:cubicBezTo>
                <a:lnTo>
                  <a:pt x="5387975" y="577850"/>
                </a:lnTo>
                <a:cubicBezTo>
                  <a:pt x="5387975" y="612920"/>
                  <a:pt x="5359545" y="641350"/>
                  <a:pt x="5324475" y="641350"/>
                </a:cubicBezTo>
                <a:lnTo>
                  <a:pt x="63500" y="641350"/>
                </a:lnTo>
                <a:cubicBezTo>
                  <a:pt x="28430" y="641350"/>
                  <a:pt x="0" y="612920"/>
                  <a:pt x="0" y="577850"/>
                </a:cubicBezTo>
                <a:lnTo>
                  <a:pt x="0" y="63500"/>
                </a:lnTo>
                <a:cubicBezTo>
                  <a:pt x="0" y="28430"/>
                  <a:pt x="28430" y="0"/>
                  <a:pt x="63500" y="0"/>
                </a:cubicBezTo>
                <a:close/>
              </a:path>
            </a:pathLst>
          </a:custGeom>
          <a:solidFill>
            <a:srgbClr val="FEF2F2"/>
          </a:solidFill>
          <a:ln w="10160">
            <a:solidFill>
              <a:srgbClr val="FFC9C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6106" y="1562100"/>
            <a:ext cx="51911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00" b="1" dirty="0">
                <a:solidFill>
                  <a:srgbClr val="E7000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Complex Tools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00074" y="1784350"/>
            <a:ext cx="518318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dirty="0">
                <a:solidFill>
                  <a:srgbClr val="4A556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Too expensive &amp; hard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024959" y="1673225"/>
            <a:ext cx="178594" cy="158750"/>
          </a:xfrm>
          <a:custGeom>
            <a:avLst/>
            <a:gdLst/>
            <a:ahLst/>
            <a:cxnLst/>
            <a:rect l="l" t="t" r="r" b="b"/>
            <a:pathLst>
              <a:path w="178594" h="158750">
                <a:moveTo>
                  <a:pt x="145914" y="116148"/>
                </a:moveTo>
                <a:lnTo>
                  <a:pt x="175679" y="86382"/>
                </a:lnTo>
                <a:cubicBezTo>
                  <a:pt x="179555" y="82507"/>
                  <a:pt x="179555" y="76212"/>
                  <a:pt x="175679" y="72337"/>
                </a:cubicBezTo>
                <a:lnTo>
                  <a:pt x="145914" y="42571"/>
                </a:lnTo>
                <a:cubicBezTo>
                  <a:pt x="142038" y="38695"/>
                  <a:pt x="135744" y="38695"/>
                  <a:pt x="131868" y="42571"/>
                </a:cubicBezTo>
                <a:cubicBezTo>
                  <a:pt x="127992" y="46447"/>
                  <a:pt x="127992" y="52741"/>
                  <a:pt x="131868" y="56617"/>
                </a:cubicBezTo>
                <a:lnTo>
                  <a:pt x="144704" y="69453"/>
                </a:lnTo>
                <a:lnTo>
                  <a:pt x="33858" y="69453"/>
                </a:lnTo>
                <a:lnTo>
                  <a:pt x="46695" y="56617"/>
                </a:lnTo>
                <a:cubicBezTo>
                  <a:pt x="50571" y="52741"/>
                  <a:pt x="50571" y="46447"/>
                  <a:pt x="46695" y="42571"/>
                </a:cubicBezTo>
                <a:cubicBezTo>
                  <a:pt x="42819" y="38695"/>
                  <a:pt x="36525" y="38695"/>
                  <a:pt x="32649" y="42571"/>
                </a:cubicBezTo>
                <a:lnTo>
                  <a:pt x="2884" y="72337"/>
                </a:lnTo>
                <a:cubicBezTo>
                  <a:pt x="1023" y="74197"/>
                  <a:pt x="-31" y="76708"/>
                  <a:pt x="-31" y="79344"/>
                </a:cubicBezTo>
                <a:cubicBezTo>
                  <a:pt x="-31" y="81979"/>
                  <a:pt x="1023" y="84491"/>
                  <a:pt x="2884" y="86351"/>
                </a:cubicBezTo>
                <a:lnTo>
                  <a:pt x="32649" y="116117"/>
                </a:lnTo>
                <a:cubicBezTo>
                  <a:pt x="36525" y="119993"/>
                  <a:pt x="42819" y="119993"/>
                  <a:pt x="46695" y="116117"/>
                </a:cubicBezTo>
                <a:cubicBezTo>
                  <a:pt x="50571" y="112241"/>
                  <a:pt x="50571" y="105947"/>
                  <a:pt x="46695" y="102071"/>
                </a:cubicBezTo>
                <a:lnTo>
                  <a:pt x="33858" y="89235"/>
                </a:lnTo>
                <a:lnTo>
                  <a:pt x="144704" y="89235"/>
                </a:lnTo>
                <a:lnTo>
                  <a:pt x="131868" y="102071"/>
                </a:lnTo>
                <a:cubicBezTo>
                  <a:pt x="127992" y="105947"/>
                  <a:pt x="127992" y="112241"/>
                  <a:pt x="131868" y="116117"/>
                </a:cubicBezTo>
                <a:cubicBezTo>
                  <a:pt x="135744" y="119993"/>
                  <a:pt x="142038" y="119993"/>
                  <a:pt x="145914" y="116117"/>
                </a:cubicBezTo>
                <a:close/>
              </a:path>
            </a:pathLst>
          </a:custGeom>
          <a:solidFill>
            <a:srgbClr val="99A1AF"/>
          </a:solidFill>
          <a:ln/>
        </p:spPr>
      </p:sp>
      <p:sp>
        <p:nvSpPr>
          <p:cNvPr id="14" name="Shape 12"/>
          <p:cNvSpPr/>
          <p:nvPr/>
        </p:nvSpPr>
        <p:spPr>
          <a:xfrm>
            <a:off x="6343649" y="1431925"/>
            <a:ext cx="5387975" cy="641350"/>
          </a:xfrm>
          <a:custGeom>
            <a:avLst/>
            <a:gdLst/>
            <a:ahLst/>
            <a:cxnLst/>
            <a:rect l="l" t="t" r="r" b="b"/>
            <a:pathLst>
              <a:path w="5387975" h="641350">
                <a:moveTo>
                  <a:pt x="63500" y="0"/>
                </a:moveTo>
                <a:lnTo>
                  <a:pt x="5324475" y="0"/>
                </a:lnTo>
                <a:cubicBezTo>
                  <a:pt x="5359545" y="0"/>
                  <a:pt x="5387975" y="28430"/>
                  <a:pt x="5387975" y="63500"/>
                </a:cubicBezTo>
                <a:lnTo>
                  <a:pt x="5387975" y="577850"/>
                </a:lnTo>
                <a:cubicBezTo>
                  <a:pt x="5387975" y="612920"/>
                  <a:pt x="5359545" y="641350"/>
                  <a:pt x="5324475" y="641350"/>
                </a:cubicBezTo>
                <a:lnTo>
                  <a:pt x="63500" y="641350"/>
                </a:lnTo>
                <a:cubicBezTo>
                  <a:pt x="28430" y="641350"/>
                  <a:pt x="0" y="612920"/>
                  <a:pt x="0" y="577850"/>
                </a:cubicBezTo>
                <a:lnTo>
                  <a:pt x="0" y="63500"/>
                </a:lnTo>
                <a:cubicBezTo>
                  <a:pt x="0" y="28430"/>
                  <a:pt x="28430" y="0"/>
                  <a:pt x="63500" y="0"/>
                </a:cubicBezTo>
                <a:close/>
              </a:path>
            </a:pathLst>
          </a:custGeom>
          <a:solidFill>
            <a:srgbClr val="FFF7ED"/>
          </a:solidFill>
          <a:ln w="10160">
            <a:solidFill>
              <a:srgbClr val="FFD6A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42074" y="1562100"/>
            <a:ext cx="51911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00" b="1" dirty="0">
                <a:solidFill>
                  <a:srgbClr val="F549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Simple Spreadsheets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446043" y="1784350"/>
            <a:ext cx="518318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dirty="0">
                <a:solidFill>
                  <a:srgbClr val="4A556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Too basic &amp; slow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251618" y="2238375"/>
            <a:ext cx="1163637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50" b="1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DataXpert Fills This Gap </a:t>
            </a:r>
            <a:r>
              <a:rPr lang="en-US" sz="1250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✨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346868" y="2838451"/>
            <a:ext cx="3736975" cy="1593850"/>
          </a:xfrm>
          <a:custGeom>
            <a:avLst/>
            <a:gdLst/>
            <a:ahLst/>
            <a:cxnLst/>
            <a:rect l="l" t="t" r="r" b="b"/>
            <a:pathLst>
              <a:path w="3736975" h="1593850">
                <a:moveTo>
                  <a:pt x="95248" y="0"/>
                </a:moveTo>
                <a:lnTo>
                  <a:pt x="3641727" y="0"/>
                </a:lnTo>
                <a:cubicBezTo>
                  <a:pt x="3694331" y="0"/>
                  <a:pt x="3736975" y="42644"/>
                  <a:pt x="3736975" y="95248"/>
                </a:cubicBezTo>
                <a:lnTo>
                  <a:pt x="3736975" y="1498602"/>
                </a:lnTo>
                <a:cubicBezTo>
                  <a:pt x="3736975" y="1551206"/>
                  <a:pt x="3694331" y="1593850"/>
                  <a:pt x="3641727" y="1593850"/>
                </a:cubicBezTo>
                <a:lnTo>
                  <a:pt x="95248" y="1593850"/>
                </a:lnTo>
                <a:cubicBezTo>
                  <a:pt x="42644" y="1593850"/>
                  <a:pt x="0" y="1551206"/>
                  <a:pt x="0" y="1498602"/>
                </a:cubicBezTo>
                <a:lnTo>
                  <a:pt x="0" y="95248"/>
                </a:lnTo>
                <a:cubicBezTo>
                  <a:pt x="0" y="42679"/>
                  <a:pt x="42679" y="0"/>
                  <a:pt x="95248" y="0"/>
                </a:cubicBezTo>
                <a:close/>
              </a:path>
            </a:pathLst>
          </a:custGeom>
          <a:solidFill>
            <a:srgbClr val="FFFFFF"/>
          </a:solidFill>
          <a:ln w="10160">
            <a:solidFill>
              <a:srgbClr val="F3F4F6"/>
            </a:solidFill>
            <a:prstDash val="solid"/>
          </a:ln>
          <a:effectLst>
            <a:outerShdw blurRad="23813" dist="7938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08793" y="3000376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95250" y="0"/>
                </a:moveTo>
                <a:lnTo>
                  <a:pt x="285750" y="0"/>
                </a:lnTo>
                <a:cubicBezTo>
                  <a:pt x="338320" y="0"/>
                  <a:pt x="381000" y="42680"/>
                  <a:pt x="381000" y="95250"/>
                </a:cubicBezTo>
                <a:lnTo>
                  <a:pt x="381000" y="285750"/>
                </a:lnTo>
                <a:cubicBezTo>
                  <a:pt x="381000" y="338320"/>
                  <a:pt x="338320" y="381000"/>
                  <a:pt x="285750" y="381000"/>
                </a:cubicBezTo>
                <a:lnTo>
                  <a:pt x="95250" y="381000"/>
                </a:lnTo>
                <a:cubicBezTo>
                  <a:pt x="42680" y="381000"/>
                  <a:pt x="0" y="338320"/>
                  <a:pt x="0" y="285750"/>
                </a:cubicBezTo>
                <a:lnTo>
                  <a:pt x="0" y="95250"/>
                </a:lnTo>
                <a:cubicBezTo>
                  <a:pt x="0" y="42680"/>
                  <a:pt x="42680" y="0"/>
                  <a:pt x="95250" y="0"/>
                </a:cubicBezTo>
                <a:close/>
              </a:path>
            </a:pathLst>
          </a:custGeom>
          <a:solidFill>
            <a:srgbClr val="6366F1">
              <a:alpha val="10196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609996" y="3111501"/>
            <a:ext cx="178594" cy="158750"/>
          </a:xfrm>
          <a:custGeom>
            <a:avLst/>
            <a:gdLst/>
            <a:ahLst/>
            <a:cxnLst/>
            <a:rect l="l" t="t" r="r" b="b"/>
            <a:pathLst>
              <a:path w="178594" h="158750">
                <a:moveTo>
                  <a:pt x="119062" y="44648"/>
                </a:moveTo>
                <a:cubicBezTo>
                  <a:pt x="119062" y="74786"/>
                  <a:pt x="92397" y="99219"/>
                  <a:pt x="59531" y="99219"/>
                </a:cubicBezTo>
                <a:cubicBezTo>
                  <a:pt x="51253" y="99219"/>
                  <a:pt x="43377" y="97668"/>
                  <a:pt x="36215" y="94878"/>
                </a:cubicBezTo>
                <a:lnTo>
                  <a:pt x="10914" y="108272"/>
                </a:lnTo>
                <a:cubicBezTo>
                  <a:pt x="8031" y="109792"/>
                  <a:pt x="4496" y="109265"/>
                  <a:pt x="2170" y="106970"/>
                </a:cubicBezTo>
                <a:cubicBezTo>
                  <a:pt x="-155" y="104676"/>
                  <a:pt x="-682" y="101110"/>
                  <a:pt x="868" y="98227"/>
                </a:cubicBezTo>
                <a:lnTo>
                  <a:pt x="11906" y="77391"/>
                </a:lnTo>
                <a:cubicBezTo>
                  <a:pt x="4434" y="68275"/>
                  <a:pt x="0" y="56927"/>
                  <a:pt x="0" y="44648"/>
                </a:cubicBezTo>
                <a:cubicBezTo>
                  <a:pt x="0" y="14511"/>
                  <a:pt x="26665" y="-9922"/>
                  <a:pt x="59531" y="-9922"/>
                </a:cubicBezTo>
                <a:cubicBezTo>
                  <a:pt x="92397" y="-9922"/>
                  <a:pt x="119062" y="14511"/>
                  <a:pt x="119062" y="44648"/>
                </a:cubicBezTo>
                <a:close/>
                <a:moveTo>
                  <a:pt x="119062" y="158750"/>
                </a:moveTo>
                <a:cubicBezTo>
                  <a:pt x="89886" y="158750"/>
                  <a:pt x="65608" y="139495"/>
                  <a:pt x="60523" y="114102"/>
                </a:cubicBezTo>
                <a:cubicBezTo>
                  <a:pt x="97730" y="113636"/>
                  <a:pt x="130070" y="87157"/>
                  <a:pt x="133635" y="51253"/>
                </a:cubicBezTo>
                <a:cubicBezTo>
                  <a:pt x="159463" y="57206"/>
                  <a:pt x="178594" y="78631"/>
                  <a:pt x="178594" y="104180"/>
                </a:cubicBezTo>
                <a:cubicBezTo>
                  <a:pt x="178594" y="116458"/>
                  <a:pt x="174160" y="127806"/>
                  <a:pt x="166688" y="136922"/>
                </a:cubicBezTo>
                <a:lnTo>
                  <a:pt x="177726" y="157758"/>
                </a:lnTo>
                <a:cubicBezTo>
                  <a:pt x="179245" y="160641"/>
                  <a:pt x="178718" y="164176"/>
                  <a:pt x="176423" y="166501"/>
                </a:cubicBezTo>
                <a:cubicBezTo>
                  <a:pt x="174129" y="168827"/>
                  <a:pt x="170563" y="169354"/>
                  <a:pt x="167680" y="167804"/>
                </a:cubicBezTo>
                <a:lnTo>
                  <a:pt x="142379" y="154409"/>
                </a:lnTo>
                <a:cubicBezTo>
                  <a:pt x="135217" y="157200"/>
                  <a:pt x="127341" y="158750"/>
                  <a:pt x="119062" y="158750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21" name="Text 19"/>
          <p:cNvSpPr/>
          <p:nvPr/>
        </p:nvSpPr>
        <p:spPr>
          <a:xfrm>
            <a:off x="508793" y="3476626"/>
            <a:ext cx="34766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1. Talk to Your Data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512762" y="3794126"/>
            <a:ext cx="39688" cy="39688"/>
          </a:xfrm>
          <a:custGeom>
            <a:avLst/>
            <a:gdLst/>
            <a:ahLst/>
            <a:cxnLst/>
            <a:rect l="l" t="t" r="r" b="b"/>
            <a:pathLst>
              <a:path w="39688" h="39688">
                <a:moveTo>
                  <a:pt x="0" y="19844"/>
                </a:moveTo>
                <a:cubicBezTo>
                  <a:pt x="0" y="8892"/>
                  <a:pt x="8892" y="0"/>
                  <a:pt x="19844" y="0"/>
                </a:cubicBezTo>
                <a:cubicBezTo>
                  <a:pt x="30796" y="0"/>
                  <a:pt x="39688" y="8892"/>
                  <a:pt x="39688" y="19844"/>
                </a:cubicBezTo>
                <a:cubicBezTo>
                  <a:pt x="39688" y="30796"/>
                  <a:pt x="30796" y="39688"/>
                  <a:pt x="19844" y="39688"/>
                </a:cubicBezTo>
                <a:cubicBezTo>
                  <a:pt x="8892" y="39688"/>
                  <a:pt x="0" y="30796"/>
                  <a:pt x="0" y="19844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23" name="Text 21"/>
          <p:cNvSpPr/>
          <p:nvPr/>
        </p:nvSpPr>
        <p:spPr>
          <a:xfrm>
            <a:off x="621902" y="3730626"/>
            <a:ext cx="149225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Ask questions in plain English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512762" y="3984626"/>
            <a:ext cx="39688" cy="39688"/>
          </a:xfrm>
          <a:custGeom>
            <a:avLst/>
            <a:gdLst/>
            <a:ahLst/>
            <a:cxnLst/>
            <a:rect l="l" t="t" r="r" b="b"/>
            <a:pathLst>
              <a:path w="39688" h="39688">
                <a:moveTo>
                  <a:pt x="0" y="19844"/>
                </a:moveTo>
                <a:cubicBezTo>
                  <a:pt x="0" y="8892"/>
                  <a:pt x="8892" y="0"/>
                  <a:pt x="19844" y="0"/>
                </a:cubicBezTo>
                <a:cubicBezTo>
                  <a:pt x="30796" y="0"/>
                  <a:pt x="39688" y="8892"/>
                  <a:pt x="39688" y="19844"/>
                </a:cubicBezTo>
                <a:cubicBezTo>
                  <a:pt x="39688" y="30796"/>
                  <a:pt x="30796" y="39688"/>
                  <a:pt x="19844" y="39688"/>
                </a:cubicBezTo>
                <a:cubicBezTo>
                  <a:pt x="8892" y="39688"/>
                  <a:pt x="0" y="30796"/>
                  <a:pt x="0" y="19844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25" name="Text 23"/>
          <p:cNvSpPr/>
          <p:nvPr/>
        </p:nvSpPr>
        <p:spPr>
          <a:xfrm>
            <a:off x="621902" y="3921126"/>
            <a:ext cx="155575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Get instant, intelligent answers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512762" y="4175126"/>
            <a:ext cx="39688" cy="39688"/>
          </a:xfrm>
          <a:custGeom>
            <a:avLst/>
            <a:gdLst/>
            <a:ahLst/>
            <a:cxnLst/>
            <a:rect l="l" t="t" r="r" b="b"/>
            <a:pathLst>
              <a:path w="39688" h="39688">
                <a:moveTo>
                  <a:pt x="0" y="19844"/>
                </a:moveTo>
                <a:cubicBezTo>
                  <a:pt x="0" y="8892"/>
                  <a:pt x="8892" y="0"/>
                  <a:pt x="19844" y="0"/>
                </a:cubicBezTo>
                <a:cubicBezTo>
                  <a:pt x="30796" y="0"/>
                  <a:pt x="39688" y="8892"/>
                  <a:pt x="39688" y="19844"/>
                </a:cubicBezTo>
                <a:cubicBezTo>
                  <a:pt x="39688" y="30796"/>
                  <a:pt x="30796" y="39688"/>
                  <a:pt x="19844" y="39688"/>
                </a:cubicBezTo>
                <a:cubicBezTo>
                  <a:pt x="8892" y="39688"/>
                  <a:pt x="0" y="30796"/>
                  <a:pt x="0" y="19844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27" name="Text 25"/>
          <p:cNvSpPr/>
          <p:nvPr/>
        </p:nvSpPr>
        <p:spPr>
          <a:xfrm>
            <a:off x="621902" y="4111626"/>
            <a:ext cx="152400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No coding or formulas needed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252118" y="2838451"/>
            <a:ext cx="3736975" cy="1593850"/>
          </a:xfrm>
          <a:custGeom>
            <a:avLst/>
            <a:gdLst/>
            <a:ahLst/>
            <a:cxnLst/>
            <a:rect l="l" t="t" r="r" b="b"/>
            <a:pathLst>
              <a:path w="3736975" h="1593850">
                <a:moveTo>
                  <a:pt x="95248" y="0"/>
                </a:moveTo>
                <a:lnTo>
                  <a:pt x="3641727" y="0"/>
                </a:lnTo>
                <a:cubicBezTo>
                  <a:pt x="3694331" y="0"/>
                  <a:pt x="3736975" y="42644"/>
                  <a:pt x="3736975" y="95248"/>
                </a:cubicBezTo>
                <a:lnTo>
                  <a:pt x="3736975" y="1498602"/>
                </a:lnTo>
                <a:cubicBezTo>
                  <a:pt x="3736975" y="1551206"/>
                  <a:pt x="3694331" y="1593850"/>
                  <a:pt x="3641727" y="1593850"/>
                </a:cubicBezTo>
                <a:lnTo>
                  <a:pt x="95248" y="1593850"/>
                </a:lnTo>
                <a:cubicBezTo>
                  <a:pt x="42644" y="1593850"/>
                  <a:pt x="0" y="1551206"/>
                  <a:pt x="0" y="1498602"/>
                </a:cubicBezTo>
                <a:lnTo>
                  <a:pt x="0" y="95248"/>
                </a:lnTo>
                <a:cubicBezTo>
                  <a:pt x="0" y="42679"/>
                  <a:pt x="42679" y="0"/>
                  <a:pt x="95248" y="0"/>
                </a:cubicBezTo>
                <a:close/>
              </a:path>
            </a:pathLst>
          </a:custGeom>
          <a:solidFill>
            <a:srgbClr val="FFFFFF"/>
          </a:solidFill>
          <a:ln w="10160">
            <a:solidFill>
              <a:srgbClr val="F3F4F6"/>
            </a:solidFill>
            <a:prstDash val="solid"/>
          </a:ln>
          <a:effectLst>
            <a:outerShdw blurRad="23813" dist="7938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414043" y="3000376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95250" y="0"/>
                </a:moveTo>
                <a:lnTo>
                  <a:pt x="285750" y="0"/>
                </a:lnTo>
                <a:cubicBezTo>
                  <a:pt x="338320" y="0"/>
                  <a:pt x="381000" y="42680"/>
                  <a:pt x="381000" y="95250"/>
                </a:cubicBezTo>
                <a:lnTo>
                  <a:pt x="381000" y="285750"/>
                </a:lnTo>
                <a:cubicBezTo>
                  <a:pt x="381000" y="338320"/>
                  <a:pt x="338320" y="381000"/>
                  <a:pt x="285750" y="381000"/>
                </a:cubicBezTo>
                <a:lnTo>
                  <a:pt x="95250" y="381000"/>
                </a:lnTo>
                <a:cubicBezTo>
                  <a:pt x="42680" y="381000"/>
                  <a:pt x="0" y="338320"/>
                  <a:pt x="0" y="285750"/>
                </a:cubicBezTo>
                <a:lnTo>
                  <a:pt x="0" y="95250"/>
                </a:lnTo>
                <a:cubicBezTo>
                  <a:pt x="0" y="42680"/>
                  <a:pt x="42680" y="0"/>
                  <a:pt x="95250" y="0"/>
                </a:cubicBezTo>
                <a:close/>
              </a:path>
            </a:pathLst>
          </a:custGeom>
          <a:solidFill>
            <a:srgbClr val="818CF8">
              <a:alpha val="10196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4515246" y="3111501"/>
            <a:ext cx="178594" cy="158750"/>
          </a:xfrm>
          <a:custGeom>
            <a:avLst/>
            <a:gdLst/>
            <a:ahLst/>
            <a:cxnLst/>
            <a:rect l="l" t="t" r="r" b="b"/>
            <a:pathLst>
              <a:path w="178594" h="158750">
                <a:moveTo>
                  <a:pt x="158874" y="74414"/>
                </a:moveTo>
                <a:lnTo>
                  <a:pt x="104304" y="74414"/>
                </a:lnTo>
                <a:cubicBezTo>
                  <a:pt x="98816" y="74414"/>
                  <a:pt x="94382" y="69980"/>
                  <a:pt x="94382" y="64492"/>
                </a:cubicBezTo>
                <a:lnTo>
                  <a:pt x="94382" y="9922"/>
                </a:lnTo>
                <a:cubicBezTo>
                  <a:pt x="94382" y="4434"/>
                  <a:pt x="98847" y="-62"/>
                  <a:pt x="104273" y="651"/>
                </a:cubicBezTo>
                <a:cubicBezTo>
                  <a:pt x="137449" y="5054"/>
                  <a:pt x="163742" y="31347"/>
                  <a:pt x="168145" y="64523"/>
                </a:cubicBezTo>
                <a:cubicBezTo>
                  <a:pt x="168858" y="69949"/>
                  <a:pt x="164362" y="74414"/>
                  <a:pt x="158874" y="74414"/>
                </a:cubicBezTo>
                <a:close/>
                <a:moveTo>
                  <a:pt x="69019" y="11534"/>
                </a:moveTo>
                <a:cubicBezTo>
                  <a:pt x="74631" y="10356"/>
                  <a:pt x="79499" y="14945"/>
                  <a:pt x="79499" y="20681"/>
                </a:cubicBezTo>
                <a:lnTo>
                  <a:pt x="79499" y="81855"/>
                </a:lnTo>
                <a:cubicBezTo>
                  <a:pt x="79499" y="83592"/>
                  <a:pt x="80119" y="85266"/>
                  <a:pt x="81204" y="86599"/>
                </a:cubicBezTo>
                <a:lnTo>
                  <a:pt x="122163" y="136023"/>
                </a:lnTo>
                <a:cubicBezTo>
                  <a:pt x="125791" y="140395"/>
                  <a:pt x="125016" y="146999"/>
                  <a:pt x="120024" y="149696"/>
                </a:cubicBezTo>
                <a:cubicBezTo>
                  <a:pt x="109451" y="155463"/>
                  <a:pt x="97327" y="158750"/>
                  <a:pt x="84460" y="158750"/>
                </a:cubicBezTo>
                <a:cubicBezTo>
                  <a:pt x="43377" y="158750"/>
                  <a:pt x="10046" y="125419"/>
                  <a:pt x="10046" y="84336"/>
                </a:cubicBezTo>
                <a:cubicBezTo>
                  <a:pt x="10046" y="48524"/>
                  <a:pt x="35316" y="18635"/>
                  <a:pt x="69019" y="11534"/>
                </a:cubicBezTo>
                <a:close/>
                <a:moveTo>
                  <a:pt x="148146" y="89297"/>
                </a:moveTo>
                <a:lnTo>
                  <a:pt x="167990" y="89297"/>
                </a:lnTo>
                <a:cubicBezTo>
                  <a:pt x="173726" y="89297"/>
                  <a:pt x="178315" y="94165"/>
                  <a:pt x="177136" y="99777"/>
                </a:cubicBezTo>
                <a:cubicBezTo>
                  <a:pt x="173974" y="114784"/>
                  <a:pt x="166284" y="128116"/>
                  <a:pt x="155556" y="138286"/>
                </a:cubicBezTo>
                <a:cubicBezTo>
                  <a:pt x="151743" y="141914"/>
                  <a:pt x="145759" y="141139"/>
                  <a:pt x="142410" y="137077"/>
                </a:cubicBezTo>
                <a:lnTo>
                  <a:pt x="116241" y="105544"/>
                </a:lnTo>
                <a:cubicBezTo>
                  <a:pt x="110877" y="99064"/>
                  <a:pt x="115497" y="89297"/>
                  <a:pt x="123868" y="89297"/>
                </a:cubicBezTo>
                <a:lnTo>
                  <a:pt x="148115" y="89297"/>
                </a:lnTo>
                <a:close/>
              </a:path>
            </a:pathLst>
          </a:custGeom>
          <a:solidFill>
            <a:srgbClr val="818CF8"/>
          </a:solidFill>
          <a:ln/>
        </p:spPr>
      </p:sp>
      <p:sp>
        <p:nvSpPr>
          <p:cNvPr id="31" name="Text 29"/>
          <p:cNvSpPr/>
          <p:nvPr/>
        </p:nvSpPr>
        <p:spPr>
          <a:xfrm>
            <a:off x="4414043" y="3476626"/>
            <a:ext cx="34766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2. See Everything Clearly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4418012" y="3794126"/>
            <a:ext cx="39688" cy="39688"/>
          </a:xfrm>
          <a:custGeom>
            <a:avLst/>
            <a:gdLst/>
            <a:ahLst/>
            <a:cxnLst/>
            <a:rect l="l" t="t" r="r" b="b"/>
            <a:pathLst>
              <a:path w="39688" h="39688">
                <a:moveTo>
                  <a:pt x="0" y="19844"/>
                </a:moveTo>
                <a:cubicBezTo>
                  <a:pt x="0" y="8892"/>
                  <a:pt x="8892" y="0"/>
                  <a:pt x="19844" y="0"/>
                </a:cubicBezTo>
                <a:cubicBezTo>
                  <a:pt x="30796" y="0"/>
                  <a:pt x="39688" y="8892"/>
                  <a:pt x="39688" y="19844"/>
                </a:cubicBezTo>
                <a:cubicBezTo>
                  <a:pt x="39688" y="30796"/>
                  <a:pt x="30796" y="39688"/>
                  <a:pt x="19844" y="39688"/>
                </a:cubicBezTo>
                <a:cubicBezTo>
                  <a:pt x="8892" y="39688"/>
                  <a:pt x="0" y="30796"/>
                  <a:pt x="0" y="19844"/>
                </a:cubicBezTo>
                <a:close/>
              </a:path>
            </a:pathLst>
          </a:custGeom>
          <a:solidFill>
            <a:srgbClr val="818CF8"/>
          </a:solidFill>
          <a:ln/>
        </p:spPr>
      </p:sp>
      <p:sp>
        <p:nvSpPr>
          <p:cNvPr id="33" name="Text 31"/>
          <p:cNvSpPr/>
          <p:nvPr/>
        </p:nvSpPr>
        <p:spPr>
          <a:xfrm>
            <a:off x="4527152" y="3730626"/>
            <a:ext cx="13890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Beautiful, interactive charts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4418012" y="3984626"/>
            <a:ext cx="39688" cy="39688"/>
          </a:xfrm>
          <a:custGeom>
            <a:avLst/>
            <a:gdLst/>
            <a:ahLst/>
            <a:cxnLst/>
            <a:rect l="l" t="t" r="r" b="b"/>
            <a:pathLst>
              <a:path w="39688" h="39688">
                <a:moveTo>
                  <a:pt x="0" y="19844"/>
                </a:moveTo>
                <a:cubicBezTo>
                  <a:pt x="0" y="8892"/>
                  <a:pt x="8892" y="0"/>
                  <a:pt x="19844" y="0"/>
                </a:cubicBezTo>
                <a:cubicBezTo>
                  <a:pt x="30796" y="0"/>
                  <a:pt x="39688" y="8892"/>
                  <a:pt x="39688" y="19844"/>
                </a:cubicBezTo>
                <a:cubicBezTo>
                  <a:pt x="39688" y="30796"/>
                  <a:pt x="30796" y="39688"/>
                  <a:pt x="19844" y="39688"/>
                </a:cubicBezTo>
                <a:cubicBezTo>
                  <a:pt x="8892" y="39688"/>
                  <a:pt x="0" y="30796"/>
                  <a:pt x="0" y="19844"/>
                </a:cubicBezTo>
                <a:close/>
              </a:path>
            </a:pathLst>
          </a:custGeom>
          <a:solidFill>
            <a:srgbClr val="818CF8"/>
          </a:solidFill>
          <a:ln/>
        </p:spPr>
      </p:sp>
      <p:sp>
        <p:nvSpPr>
          <p:cNvPr id="35" name="Text 33"/>
          <p:cNvSpPr/>
          <p:nvPr/>
        </p:nvSpPr>
        <p:spPr>
          <a:xfrm>
            <a:off x="4527152" y="3921126"/>
            <a:ext cx="149225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Real-time dashboard updates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4418012" y="4175126"/>
            <a:ext cx="39688" cy="39688"/>
          </a:xfrm>
          <a:custGeom>
            <a:avLst/>
            <a:gdLst/>
            <a:ahLst/>
            <a:cxnLst/>
            <a:rect l="l" t="t" r="r" b="b"/>
            <a:pathLst>
              <a:path w="39688" h="39688">
                <a:moveTo>
                  <a:pt x="0" y="19844"/>
                </a:moveTo>
                <a:cubicBezTo>
                  <a:pt x="0" y="8892"/>
                  <a:pt x="8892" y="0"/>
                  <a:pt x="19844" y="0"/>
                </a:cubicBezTo>
                <a:cubicBezTo>
                  <a:pt x="30796" y="0"/>
                  <a:pt x="39688" y="8892"/>
                  <a:pt x="39688" y="19844"/>
                </a:cubicBezTo>
                <a:cubicBezTo>
                  <a:pt x="39688" y="30796"/>
                  <a:pt x="30796" y="39688"/>
                  <a:pt x="19844" y="39688"/>
                </a:cubicBezTo>
                <a:cubicBezTo>
                  <a:pt x="8892" y="39688"/>
                  <a:pt x="0" y="30796"/>
                  <a:pt x="0" y="19844"/>
                </a:cubicBezTo>
                <a:close/>
              </a:path>
            </a:pathLst>
          </a:custGeom>
          <a:solidFill>
            <a:srgbClr val="818CF8"/>
          </a:solidFill>
          <a:ln/>
        </p:spPr>
      </p:sp>
      <p:sp>
        <p:nvSpPr>
          <p:cNvPr id="37" name="Text 35"/>
          <p:cNvSpPr/>
          <p:nvPr/>
        </p:nvSpPr>
        <p:spPr>
          <a:xfrm>
            <a:off x="4527152" y="4111626"/>
            <a:ext cx="150812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Understand trends at a glance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8158956" y="2838451"/>
            <a:ext cx="3736975" cy="1593850"/>
          </a:xfrm>
          <a:custGeom>
            <a:avLst/>
            <a:gdLst/>
            <a:ahLst/>
            <a:cxnLst/>
            <a:rect l="l" t="t" r="r" b="b"/>
            <a:pathLst>
              <a:path w="3736975" h="1593850">
                <a:moveTo>
                  <a:pt x="95248" y="0"/>
                </a:moveTo>
                <a:lnTo>
                  <a:pt x="3641727" y="0"/>
                </a:lnTo>
                <a:cubicBezTo>
                  <a:pt x="3694331" y="0"/>
                  <a:pt x="3736975" y="42644"/>
                  <a:pt x="3736975" y="95248"/>
                </a:cubicBezTo>
                <a:lnTo>
                  <a:pt x="3736975" y="1498602"/>
                </a:lnTo>
                <a:cubicBezTo>
                  <a:pt x="3736975" y="1551206"/>
                  <a:pt x="3694331" y="1593850"/>
                  <a:pt x="3641727" y="1593850"/>
                </a:cubicBezTo>
                <a:lnTo>
                  <a:pt x="95248" y="1593850"/>
                </a:lnTo>
                <a:cubicBezTo>
                  <a:pt x="42644" y="1593850"/>
                  <a:pt x="0" y="1551206"/>
                  <a:pt x="0" y="1498602"/>
                </a:cubicBezTo>
                <a:lnTo>
                  <a:pt x="0" y="95248"/>
                </a:lnTo>
                <a:cubicBezTo>
                  <a:pt x="0" y="42679"/>
                  <a:pt x="42679" y="0"/>
                  <a:pt x="95248" y="0"/>
                </a:cubicBezTo>
                <a:close/>
              </a:path>
            </a:pathLst>
          </a:custGeom>
          <a:solidFill>
            <a:srgbClr val="FFFFFF"/>
          </a:solidFill>
          <a:ln w="10160">
            <a:solidFill>
              <a:srgbClr val="F3F4F6"/>
            </a:solidFill>
            <a:prstDash val="solid"/>
          </a:ln>
          <a:effectLst>
            <a:outerShdw blurRad="23813" dist="7938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8319293" y="3000376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95250" y="0"/>
                </a:moveTo>
                <a:lnTo>
                  <a:pt x="285750" y="0"/>
                </a:lnTo>
                <a:cubicBezTo>
                  <a:pt x="338320" y="0"/>
                  <a:pt x="381000" y="42680"/>
                  <a:pt x="381000" y="95250"/>
                </a:cubicBezTo>
                <a:lnTo>
                  <a:pt x="381000" y="285750"/>
                </a:lnTo>
                <a:cubicBezTo>
                  <a:pt x="381000" y="338320"/>
                  <a:pt x="338320" y="381000"/>
                  <a:pt x="285750" y="381000"/>
                </a:cubicBezTo>
                <a:lnTo>
                  <a:pt x="95250" y="381000"/>
                </a:lnTo>
                <a:cubicBezTo>
                  <a:pt x="42680" y="381000"/>
                  <a:pt x="0" y="338320"/>
                  <a:pt x="0" y="285750"/>
                </a:cubicBezTo>
                <a:lnTo>
                  <a:pt x="0" y="95250"/>
                </a:lnTo>
                <a:cubicBezTo>
                  <a:pt x="0" y="42680"/>
                  <a:pt x="42680" y="0"/>
                  <a:pt x="95250" y="0"/>
                </a:cubicBezTo>
                <a:close/>
              </a:path>
            </a:pathLst>
          </a:custGeom>
          <a:solidFill>
            <a:srgbClr val="4F46E5">
              <a:alpha val="10196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8410575" y="3111501"/>
            <a:ext cx="198438" cy="158750"/>
          </a:xfrm>
          <a:custGeom>
            <a:avLst/>
            <a:gdLst/>
            <a:ahLst/>
            <a:cxnLst/>
            <a:rect l="l" t="t" r="r" b="b"/>
            <a:pathLst>
              <a:path w="198438" h="158750">
                <a:moveTo>
                  <a:pt x="109141" y="0"/>
                </a:moveTo>
                <a:cubicBezTo>
                  <a:pt x="109141" y="-5488"/>
                  <a:pt x="104707" y="-9922"/>
                  <a:pt x="99219" y="-9922"/>
                </a:cubicBezTo>
                <a:cubicBezTo>
                  <a:pt x="93731" y="-9922"/>
                  <a:pt x="89297" y="-5488"/>
                  <a:pt x="89297" y="0"/>
                </a:cubicBezTo>
                <a:lnTo>
                  <a:pt x="89297" y="19844"/>
                </a:lnTo>
                <a:lnTo>
                  <a:pt x="59531" y="19844"/>
                </a:lnTo>
                <a:cubicBezTo>
                  <a:pt x="43098" y="19844"/>
                  <a:pt x="29766" y="33176"/>
                  <a:pt x="29766" y="49609"/>
                </a:cubicBezTo>
                <a:lnTo>
                  <a:pt x="29766" y="119062"/>
                </a:lnTo>
                <a:cubicBezTo>
                  <a:pt x="29766" y="135496"/>
                  <a:pt x="43098" y="148828"/>
                  <a:pt x="59531" y="148828"/>
                </a:cubicBezTo>
                <a:lnTo>
                  <a:pt x="138906" y="148828"/>
                </a:lnTo>
                <a:cubicBezTo>
                  <a:pt x="155339" y="148828"/>
                  <a:pt x="168672" y="135496"/>
                  <a:pt x="168672" y="119062"/>
                </a:cubicBezTo>
                <a:lnTo>
                  <a:pt x="168672" y="49609"/>
                </a:lnTo>
                <a:cubicBezTo>
                  <a:pt x="168672" y="33176"/>
                  <a:pt x="155339" y="19844"/>
                  <a:pt x="138906" y="19844"/>
                </a:cubicBezTo>
                <a:lnTo>
                  <a:pt x="109141" y="19844"/>
                </a:lnTo>
                <a:lnTo>
                  <a:pt x="109141" y="0"/>
                </a:lnTo>
                <a:close/>
                <a:moveTo>
                  <a:pt x="49609" y="114102"/>
                </a:moveTo>
                <a:cubicBezTo>
                  <a:pt x="49609" y="109978"/>
                  <a:pt x="52927" y="106660"/>
                  <a:pt x="57051" y="106660"/>
                </a:cubicBezTo>
                <a:lnTo>
                  <a:pt x="66973" y="106660"/>
                </a:lnTo>
                <a:cubicBezTo>
                  <a:pt x="71096" y="106660"/>
                  <a:pt x="74414" y="109978"/>
                  <a:pt x="74414" y="114102"/>
                </a:cubicBezTo>
                <a:cubicBezTo>
                  <a:pt x="74414" y="118225"/>
                  <a:pt x="71096" y="121543"/>
                  <a:pt x="66973" y="121543"/>
                </a:cubicBezTo>
                <a:lnTo>
                  <a:pt x="57051" y="121543"/>
                </a:lnTo>
                <a:cubicBezTo>
                  <a:pt x="52927" y="121543"/>
                  <a:pt x="49609" y="118225"/>
                  <a:pt x="49609" y="114102"/>
                </a:cubicBezTo>
                <a:close/>
                <a:moveTo>
                  <a:pt x="86816" y="114102"/>
                </a:moveTo>
                <a:cubicBezTo>
                  <a:pt x="86816" y="109978"/>
                  <a:pt x="90134" y="106660"/>
                  <a:pt x="94258" y="106660"/>
                </a:cubicBezTo>
                <a:lnTo>
                  <a:pt x="104180" y="106660"/>
                </a:lnTo>
                <a:cubicBezTo>
                  <a:pt x="108303" y="106660"/>
                  <a:pt x="111621" y="109978"/>
                  <a:pt x="111621" y="114102"/>
                </a:cubicBezTo>
                <a:cubicBezTo>
                  <a:pt x="111621" y="118225"/>
                  <a:pt x="108303" y="121543"/>
                  <a:pt x="104180" y="121543"/>
                </a:cubicBezTo>
                <a:lnTo>
                  <a:pt x="94258" y="121543"/>
                </a:lnTo>
                <a:cubicBezTo>
                  <a:pt x="90134" y="121543"/>
                  <a:pt x="86816" y="118225"/>
                  <a:pt x="86816" y="114102"/>
                </a:cubicBezTo>
                <a:close/>
                <a:moveTo>
                  <a:pt x="124023" y="114102"/>
                </a:moveTo>
                <a:cubicBezTo>
                  <a:pt x="124023" y="109978"/>
                  <a:pt x="127341" y="106660"/>
                  <a:pt x="131465" y="106660"/>
                </a:cubicBezTo>
                <a:lnTo>
                  <a:pt x="141387" y="106660"/>
                </a:lnTo>
                <a:cubicBezTo>
                  <a:pt x="145510" y="106660"/>
                  <a:pt x="148828" y="109978"/>
                  <a:pt x="148828" y="114102"/>
                </a:cubicBezTo>
                <a:cubicBezTo>
                  <a:pt x="148828" y="118225"/>
                  <a:pt x="145510" y="121543"/>
                  <a:pt x="141387" y="121543"/>
                </a:cubicBezTo>
                <a:lnTo>
                  <a:pt x="131465" y="121543"/>
                </a:lnTo>
                <a:cubicBezTo>
                  <a:pt x="127341" y="121543"/>
                  <a:pt x="124023" y="118225"/>
                  <a:pt x="124023" y="114102"/>
                </a:cubicBezTo>
                <a:close/>
                <a:moveTo>
                  <a:pt x="69453" y="54570"/>
                </a:moveTo>
                <a:cubicBezTo>
                  <a:pt x="77667" y="54570"/>
                  <a:pt x="84336" y="61239"/>
                  <a:pt x="84336" y="69453"/>
                </a:cubicBezTo>
                <a:cubicBezTo>
                  <a:pt x="84336" y="77667"/>
                  <a:pt x="77667" y="84336"/>
                  <a:pt x="69453" y="84336"/>
                </a:cubicBezTo>
                <a:cubicBezTo>
                  <a:pt x="61239" y="84336"/>
                  <a:pt x="54570" y="77667"/>
                  <a:pt x="54570" y="69453"/>
                </a:cubicBezTo>
                <a:cubicBezTo>
                  <a:pt x="54570" y="61239"/>
                  <a:pt x="61239" y="54570"/>
                  <a:pt x="69453" y="54570"/>
                </a:cubicBezTo>
                <a:close/>
                <a:moveTo>
                  <a:pt x="114102" y="69453"/>
                </a:moveTo>
                <a:cubicBezTo>
                  <a:pt x="114102" y="61239"/>
                  <a:pt x="120770" y="54570"/>
                  <a:pt x="128984" y="54570"/>
                </a:cubicBezTo>
                <a:cubicBezTo>
                  <a:pt x="137198" y="54570"/>
                  <a:pt x="143867" y="61239"/>
                  <a:pt x="143867" y="69453"/>
                </a:cubicBezTo>
                <a:cubicBezTo>
                  <a:pt x="143867" y="77667"/>
                  <a:pt x="137198" y="84336"/>
                  <a:pt x="128984" y="84336"/>
                </a:cubicBezTo>
                <a:cubicBezTo>
                  <a:pt x="120770" y="84336"/>
                  <a:pt x="114102" y="77667"/>
                  <a:pt x="114102" y="69453"/>
                </a:cubicBezTo>
                <a:close/>
                <a:moveTo>
                  <a:pt x="19844" y="69453"/>
                </a:moveTo>
                <a:cubicBezTo>
                  <a:pt x="19844" y="63965"/>
                  <a:pt x="15410" y="59531"/>
                  <a:pt x="9922" y="59531"/>
                </a:cubicBezTo>
                <a:cubicBezTo>
                  <a:pt x="4434" y="59531"/>
                  <a:pt x="0" y="63965"/>
                  <a:pt x="0" y="69453"/>
                </a:cubicBezTo>
                <a:lnTo>
                  <a:pt x="0" y="99219"/>
                </a:lnTo>
                <a:cubicBezTo>
                  <a:pt x="0" y="104707"/>
                  <a:pt x="4434" y="109141"/>
                  <a:pt x="9922" y="109141"/>
                </a:cubicBezTo>
                <a:cubicBezTo>
                  <a:pt x="15410" y="109141"/>
                  <a:pt x="19844" y="104707"/>
                  <a:pt x="19844" y="99219"/>
                </a:cubicBezTo>
                <a:lnTo>
                  <a:pt x="19844" y="69453"/>
                </a:lnTo>
                <a:close/>
                <a:moveTo>
                  <a:pt x="188516" y="59531"/>
                </a:moveTo>
                <a:cubicBezTo>
                  <a:pt x="183028" y="59531"/>
                  <a:pt x="178594" y="63965"/>
                  <a:pt x="178594" y="69453"/>
                </a:cubicBezTo>
                <a:lnTo>
                  <a:pt x="178594" y="99219"/>
                </a:lnTo>
                <a:cubicBezTo>
                  <a:pt x="178594" y="104707"/>
                  <a:pt x="183028" y="109141"/>
                  <a:pt x="188516" y="109141"/>
                </a:cubicBezTo>
                <a:cubicBezTo>
                  <a:pt x="194004" y="109141"/>
                  <a:pt x="198438" y="104707"/>
                  <a:pt x="198438" y="99219"/>
                </a:cubicBezTo>
                <a:lnTo>
                  <a:pt x="198438" y="69453"/>
                </a:lnTo>
                <a:cubicBezTo>
                  <a:pt x="198438" y="63965"/>
                  <a:pt x="194004" y="59531"/>
                  <a:pt x="188516" y="59531"/>
                </a:cubicBezTo>
                <a:close/>
              </a:path>
            </a:pathLst>
          </a:custGeom>
          <a:solidFill>
            <a:srgbClr val="4F46E5"/>
          </a:solidFill>
          <a:ln/>
        </p:spPr>
      </p:sp>
      <p:sp>
        <p:nvSpPr>
          <p:cNvPr id="41" name="Text 39"/>
          <p:cNvSpPr/>
          <p:nvPr/>
        </p:nvSpPr>
        <p:spPr>
          <a:xfrm>
            <a:off x="8319293" y="3476626"/>
            <a:ext cx="34766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3. AI Does the Heavy Lifting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8323262" y="3794126"/>
            <a:ext cx="39688" cy="39688"/>
          </a:xfrm>
          <a:custGeom>
            <a:avLst/>
            <a:gdLst/>
            <a:ahLst/>
            <a:cxnLst/>
            <a:rect l="l" t="t" r="r" b="b"/>
            <a:pathLst>
              <a:path w="39688" h="39688">
                <a:moveTo>
                  <a:pt x="0" y="19844"/>
                </a:moveTo>
                <a:cubicBezTo>
                  <a:pt x="0" y="8892"/>
                  <a:pt x="8892" y="0"/>
                  <a:pt x="19844" y="0"/>
                </a:cubicBezTo>
                <a:cubicBezTo>
                  <a:pt x="30796" y="0"/>
                  <a:pt x="39688" y="8892"/>
                  <a:pt x="39688" y="19844"/>
                </a:cubicBezTo>
                <a:cubicBezTo>
                  <a:pt x="39688" y="30796"/>
                  <a:pt x="30796" y="39688"/>
                  <a:pt x="19844" y="39688"/>
                </a:cubicBezTo>
                <a:cubicBezTo>
                  <a:pt x="8892" y="39688"/>
                  <a:pt x="0" y="30796"/>
                  <a:pt x="0" y="19844"/>
                </a:cubicBezTo>
                <a:close/>
              </a:path>
            </a:pathLst>
          </a:custGeom>
          <a:solidFill>
            <a:srgbClr val="4F46E5"/>
          </a:solidFill>
          <a:ln/>
        </p:spPr>
      </p:sp>
      <p:sp>
        <p:nvSpPr>
          <p:cNvPr id="43" name="Text 41"/>
          <p:cNvSpPr/>
          <p:nvPr/>
        </p:nvSpPr>
        <p:spPr>
          <a:xfrm>
            <a:off x="8432403" y="3730626"/>
            <a:ext cx="142875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Automatic pattern detection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8323262" y="3984626"/>
            <a:ext cx="39688" cy="39688"/>
          </a:xfrm>
          <a:custGeom>
            <a:avLst/>
            <a:gdLst/>
            <a:ahLst/>
            <a:cxnLst/>
            <a:rect l="l" t="t" r="r" b="b"/>
            <a:pathLst>
              <a:path w="39688" h="39688">
                <a:moveTo>
                  <a:pt x="0" y="19844"/>
                </a:moveTo>
                <a:cubicBezTo>
                  <a:pt x="0" y="8892"/>
                  <a:pt x="8892" y="0"/>
                  <a:pt x="19844" y="0"/>
                </a:cubicBezTo>
                <a:cubicBezTo>
                  <a:pt x="30796" y="0"/>
                  <a:pt x="39688" y="8892"/>
                  <a:pt x="39688" y="19844"/>
                </a:cubicBezTo>
                <a:cubicBezTo>
                  <a:pt x="39688" y="30796"/>
                  <a:pt x="30796" y="39688"/>
                  <a:pt x="19844" y="39688"/>
                </a:cubicBezTo>
                <a:cubicBezTo>
                  <a:pt x="8892" y="39688"/>
                  <a:pt x="0" y="30796"/>
                  <a:pt x="0" y="19844"/>
                </a:cubicBezTo>
                <a:close/>
              </a:path>
            </a:pathLst>
          </a:custGeom>
          <a:solidFill>
            <a:srgbClr val="4F46E5"/>
          </a:solidFill>
          <a:ln/>
        </p:spPr>
      </p:sp>
      <p:sp>
        <p:nvSpPr>
          <p:cNvPr id="45" name="Text 43"/>
          <p:cNvSpPr/>
          <p:nvPr/>
        </p:nvSpPr>
        <p:spPr>
          <a:xfrm>
            <a:off x="8432403" y="3921126"/>
            <a:ext cx="92868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Smart forecasting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8323262" y="4175126"/>
            <a:ext cx="39688" cy="39688"/>
          </a:xfrm>
          <a:custGeom>
            <a:avLst/>
            <a:gdLst/>
            <a:ahLst/>
            <a:cxnLst/>
            <a:rect l="l" t="t" r="r" b="b"/>
            <a:pathLst>
              <a:path w="39688" h="39688">
                <a:moveTo>
                  <a:pt x="0" y="19844"/>
                </a:moveTo>
                <a:cubicBezTo>
                  <a:pt x="0" y="8892"/>
                  <a:pt x="8892" y="0"/>
                  <a:pt x="19844" y="0"/>
                </a:cubicBezTo>
                <a:cubicBezTo>
                  <a:pt x="30796" y="0"/>
                  <a:pt x="39688" y="8892"/>
                  <a:pt x="39688" y="19844"/>
                </a:cubicBezTo>
                <a:cubicBezTo>
                  <a:pt x="39688" y="30796"/>
                  <a:pt x="30796" y="39688"/>
                  <a:pt x="19844" y="39688"/>
                </a:cubicBezTo>
                <a:cubicBezTo>
                  <a:pt x="8892" y="39688"/>
                  <a:pt x="0" y="30796"/>
                  <a:pt x="0" y="19844"/>
                </a:cubicBezTo>
                <a:close/>
              </a:path>
            </a:pathLst>
          </a:custGeom>
          <a:solidFill>
            <a:srgbClr val="4F46E5"/>
          </a:solidFill>
          <a:ln/>
        </p:spPr>
      </p:sp>
      <p:sp>
        <p:nvSpPr>
          <p:cNvPr id="47" name="Text 45"/>
          <p:cNvSpPr/>
          <p:nvPr/>
        </p:nvSpPr>
        <p:spPr>
          <a:xfrm>
            <a:off x="8432403" y="4111626"/>
            <a:ext cx="78581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Anomaly alerts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2883983" y="4857433"/>
            <a:ext cx="2895945" cy="1593850"/>
          </a:xfrm>
          <a:custGeom>
            <a:avLst/>
            <a:gdLst/>
            <a:ahLst/>
            <a:cxnLst/>
            <a:rect l="l" t="t" r="r" b="b"/>
            <a:pathLst>
              <a:path w="3736975" h="1593850">
                <a:moveTo>
                  <a:pt x="95248" y="0"/>
                </a:moveTo>
                <a:lnTo>
                  <a:pt x="3641727" y="0"/>
                </a:lnTo>
                <a:cubicBezTo>
                  <a:pt x="3694331" y="0"/>
                  <a:pt x="3736975" y="42644"/>
                  <a:pt x="3736975" y="95248"/>
                </a:cubicBezTo>
                <a:lnTo>
                  <a:pt x="3736975" y="1498602"/>
                </a:lnTo>
                <a:cubicBezTo>
                  <a:pt x="3736975" y="1551206"/>
                  <a:pt x="3694331" y="1593850"/>
                  <a:pt x="3641727" y="1593850"/>
                </a:cubicBezTo>
                <a:lnTo>
                  <a:pt x="95248" y="1593850"/>
                </a:lnTo>
                <a:cubicBezTo>
                  <a:pt x="42644" y="1593850"/>
                  <a:pt x="0" y="1551206"/>
                  <a:pt x="0" y="1498602"/>
                </a:cubicBezTo>
                <a:lnTo>
                  <a:pt x="0" y="95248"/>
                </a:lnTo>
                <a:cubicBezTo>
                  <a:pt x="0" y="42679"/>
                  <a:pt x="42679" y="0"/>
                  <a:pt x="95248" y="0"/>
                </a:cubicBezTo>
                <a:close/>
              </a:path>
            </a:pathLst>
          </a:custGeom>
          <a:solidFill>
            <a:srgbClr val="FFFFFF"/>
          </a:solidFill>
          <a:ln w="10160">
            <a:solidFill>
              <a:srgbClr val="F3F4F6"/>
            </a:solidFill>
            <a:prstDash val="solid"/>
          </a:ln>
          <a:effectLst>
            <a:outerShdw blurRad="23813" dist="7938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3045908" y="5019358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95250" y="0"/>
                </a:moveTo>
                <a:lnTo>
                  <a:pt x="285750" y="0"/>
                </a:lnTo>
                <a:cubicBezTo>
                  <a:pt x="338320" y="0"/>
                  <a:pt x="381000" y="42680"/>
                  <a:pt x="381000" y="95250"/>
                </a:cubicBezTo>
                <a:lnTo>
                  <a:pt x="381000" y="285750"/>
                </a:lnTo>
                <a:cubicBezTo>
                  <a:pt x="381000" y="338320"/>
                  <a:pt x="338320" y="381000"/>
                  <a:pt x="285750" y="381000"/>
                </a:cubicBezTo>
                <a:lnTo>
                  <a:pt x="95250" y="381000"/>
                </a:lnTo>
                <a:cubicBezTo>
                  <a:pt x="42680" y="381000"/>
                  <a:pt x="0" y="338320"/>
                  <a:pt x="0" y="285750"/>
                </a:cubicBezTo>
                <a:lnTo>
                  <a:pt x="0" y="95250"/>
                </a:lnTo>
                <a:cubicBezTo>
                  <a:pt x="0" y="42680"/>
                  <a:pt x="42680" y="0"/>
                  <a:pt x="95250" y="0"/>
                </a:cubicBezTo>
                <a:close/>
              </a:path>
            </a:pathLst>
          </a:custGeom>
          <a:solidFill>
            <a:srgbClr val="00C950">
              <a:alpha val="10196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3147111" y="5130483"/>
            <a:ext cx="178594" cy="158750"/>
          </a:xfrm>
          <a:custGeom>
            <a:avLst/>
            <a:gdLst/>
            <a:ahLst/>
            <a:cxnLst/>
            <a:rect l="l" t="t" r="r" b="b"/>
            <a:pathLst>
              <a:path w="178594" h="158750">
                <a:moveTo>
                  <a:pt x="0" y="104180"/>
                </a:moveTo>
                <a:cubicBezTo>
                  <a:pt x="0" y="128829"/>
                  <a:pt x="19999" y="148828"/>
                  <a:pt x="44648" y="148828"/>
                </a:cubicBezTo>
                <a:lnTo>
                  <a:pt x="138906" y="148828"/>
                </a:lnTo>
                <a:cubicBezTo>
                  <a:pt x="160827" y="148828"/>
                  <a:pt x="178594" y="131062"/>
                  <a:pt x="178594" y="109141"/>
                </a:cubicBezTo>
                <a:cubicBezTo>
                  <a:pt x="178594" y="93142"/>
                  <a:pt x="169137" y="79344"/>
                  <a:pt x="155494" y="73081"/>
                </a:cubicBezTo>
                <a:cubicBezTo>
                  <a:pt x="157572" y="69019"/>
                  <a:pt x="158750" y="64399"/>
                  <a:pt x="158750" y="59531"/>
                </a:cubicBezTo>
                <a:cubicBezTo>
                  <a:pt x="158750" y="43098"/>
                  <a:pt x="145417" y="29766"/>
                  <a:pt x="128984" y="29766"/>
                </a:cubicBezTo>
                <a:cubicBezTo>
                  <a:pt x="123496" y="29766"/>
                  <a:pt x="118380" y="31254"/>
                  <a:pt x="113978" y="33827"/>
                </a:cubicBezTo>
                <a:cubicBezTo>
                  <a:pt x="106505" y="19627"/>
                  <a:pt x="91591" y="9922"/>
                  <a:pt x="74414" y="9922"/>
                </a:cubicBezTo>
                <a:cubicBezTo>
                  <a:pt x="49764" y="9922"/>
                  <a:pt x="29766" y="29921"/>
                  <a:pt x="29766" y="54570"/>
                </a:cubicBezTo>
                <a:cubicBezTo>
                  <a:pt x="29766" y="57051"/>
                  <a:pt x="29983" y="59500"/>
                  <a:pt x="30355" y="61857"/>
                </a:cubicBezTo>
                <a:cubicBezTo>
                  <a:pt x="12712" y="67810"/>
                  <a:pt x="0" y="84522"/>
                  <a:pt x="0" y="104180"/>
                </a:cubicBezTo>
                <a:close/>
              </a:path>
            </a:pathLst>
          </a:custGeom>
          <a:solidFill>
            <a:srgbClr val="00C950"/>
          </a:solidFill>
          <a:ln/>
        </p:spPr>
      </p:sp>
      <p:sp>
        <p:nvSpPr>
          <p:cNvPr id="51" name="Text 49"/>
          <p:cNvSpPr/>
          <p:nvPr/>
        </p:nvSpPr>
        <p:spPr>
          <a:xfrm>
            <a:off x="3045908" y="5495608"/>
            <a:ext cx="34766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4. Access Anywhere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3049877" y="5813108"/>
            <a:ext cx="39688" cy="39688"/>
          </a:xfrm>
          <a:custGeom>
            <a:avLst/>
            <a:gdLst/>
            <a:ahLst/>
            <a:cxnLst/>
            <a:rect l="l" t="t" r="r" b="b"/>
            <a:pathLst>
              <a:path w="39688" h="39688">
                <a:moveTo>
                  <a:pt x="0" y="19844"/>
                </a:moveTo>
                <a:cubicBezTo>
                  <a:pt x="0" y="8892"/>
                  <a:pt x="8892" y="0"/>
                  <a:pt x="19844" y="0"/>
                </a:cubicBezTo>
                <a:cubicBezTo>
                  <a:pt x="30796" y="0"/>
                  <a:pt x="39688" y="8892"/>
                  <a:pt x="39688" y="19844"/>
                </a:cubicBezTo>
                <a:cubicBezTo>
                  <a:pt x="39688" y="30796"/>
                  <a:pt x="30796" y="39688"/>
                  <a:pt x="19844" y="39688"/>
                </a:cubicBezTo>
                <a:cubicBezTo>
                  <a:pt x="8892" y="39688"/>
                  <a:pt x="0" y="30796"/>
                  <a:pt x="0" y="19844"/>
                </a:cubicBezTo>
                <a:close/>
              </a:path>
            </a:pathLst>
          </a:custGeom>
          <a:solidFill>
            <a:srgbClr val="00C950"/>
          </a:solidFill>
          <a:ln/>
        </p:spPr>
      </p:sp>
      <p:sp>
        <p:nvSpPr>
          <p:cNvPr id="53" name="Text 51"/>
          <p:cNvSpPr/>
          <p:nvPr/>
        </p:nvSpPr>
        <p:spPr>
          <a:xfrm>
            <a:off x="3159017" y="5749608"/>
            <a:ext cx="141287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Cloud-based, no installation</a:t>
            </a:r>
            <a:endParaRPr lang="en-US" sz="1600" dirty="0"/>
          </a:p>
        </p:txBody>
      </p:sp>
      <p:sp>
        <p:nvSpPr>
          <p:cNvPr id="54" name="Shape 52"/>
          <p:cNvSpPr/>
          <p:nvPr/>
        </p:nvSpPr>
        <p:spPr>
          <a:xfrm>
            <a:off x="3049877" y="6003608"/>
            <a:ext cx="39688" cy="39688"/>
          </a:xfrm>
          <a:custGeom>
            <a:avLst/>
            <a:gdLst/>
            <a:ahLst/>
            <a:cxnLst/>
            <a:rect l="l" t="t" r="r" b="b"/>
            <a:pathLst>
              <a:path w="39688" h="39688">
                <a:moveTo>
                  <a:pt x="0" y="19844"/>
                </a:moveTo>
                <a:cubicBezTo>
                  <a:pt x="0" y="8892"/>
                  <a:pt x="8892" y="0"/>
                  <a:pt x="19844" y="0"/>
                </a:cubicBezTo>
                <a:cubicBezTo>
                  <a:pt x="30796" y="0"/>
                  <a:pt x="39688" y="8892"/>
                  <a:pt x="39688" y="19844"/>
                </a:cubicBezTo>
                <a:cubicBezTo>
                  <a:pt x="39688" y="30796"/>
                  <a:pt x="30796" y="39688"/>
                  <a:pt x="19844" y="39688"/>
                </a:cubicBezTo>
                <a:cubicBezTo>
                  <a:pt x="8892" y="39688"/>
                  <a:pt x="0" y="30796"/>
                  <a:pt x="0" y="19844"/>
                </a:cubicBezTo>
                <a:close/>
              </a:path>
            </a:pathLst>
          </a:custGeom>
          <a:solidFill>
            <a:srgbClr val="00C950"/>
          </a:solidFill>
          <a:ln/>
        </p:spPr>
      </p:sp>
      <p:sp>
        <p:nvSpPr>
          <p:cNvPr id="55" name="Text 53"/>
          <p:cNvSpPr/>
          <p:nvPr/>
        </p:nvSpPr>
        <p:spPr>
          <a:xfrm>
            <a:off x="3159017" y="5940108"/>
            <a:ext cx="153987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Works on phone, tablet, laptop</a:t>
            </a:r>
            <a:endParaRPr lang="en-US" sz="1600" dirty="0"/>
          </a:p>
        </p:txBody>
      </p:sp>
      <p:sp>
        <p:nvSpPr>
          <p:cNvPr id="56" name="Shape 54"/>
          <p:cNvSpPr/>
          <p:nvPr/>
        </p:nvSpPr>
        <p:spPr>
          <a:xfrm>
            <a:off x="3049877" y="6194108"/>
            <a:ext cx="39688" cy="39688"/>
          </a:xfrm>
          <a:custGeom>
            <a:avLst/>
            <a:gdLst/>
            <a:ahLst/>
            <a:cxnLst/>
            <a:rect l="l" t="t" r="r" b="b"/>
            <a:pathLst>
              <a:path w="39688" h="39688">
                <a:moveTo>
                  <a:pt x="0" y="19844"/>
                </a:moveTo>
                <a:cubicBezTo>
                  <a:pt x="0" y="8892"/>
                  <a:pt x="8892" y="0"/>
                  <a:pt x="19844" y="0"/>
                </a:cubicBezTo>
                <a:cubicBezTo>
                  <a:pt x="30796" y="0"/>
                  <a:pt x="39688" y="8892"/>
                  <a:pt x="39688" y="19844"/>
                </a:cubicBezTo>
                <a:cubicBezTo>
                  <a:pt x="39688" y="30796"/>
                  <a:pt x="30796" y="39688"/>
                  <a:pt x="19844" y="39688"/>
                </a:cubicBezTo>
                <a:cubicBezTo>
                  <a:pt x="8892" y="39688"/>
                  <a:pt x="0" y="30796"/>
                  <a:pt x="0" y="19844"/>
                </a:cubicBezTo>
                <a:close/>
              </a:path>
            </a:pathLst>
          </a:custGeom>
          <a:solidFill>
            <a:srgbClr val="00C950"/>
          </a:solidFill>
          <a:ln/>
        </p:spPr>
      </p:sp>
      <p:sp>
        <p:nvSpPr>
          <p:cNvPr id="57" name="Text 55"/>
          <p:cNvSpPr/>
          <p:nvPr/>
        </p:nvSpPr>
        <p:spPr>
          <a:xfrm>
            <a:off x="3159017" y="6130608"/>
            <a:ext cx="103187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Secure data storage</a:t>
            </a:r>
            <a:endParaRPr lang="en-US" sz="1600" dirty="0"/>
          </a:p>
        </p:txBody>
      </p:sp>
      <p:sp>
        <p:nvSpPr>
          <p:cNvPr id="58" name="Shape 56"/>
          <p:cNvSpPr/>
          <p:nvPr/>
        </p:nvSpPr>
        <p:spPr>
          <a:xfrm>
            <a:off x="6788759" y="4758055"/>
            <a:ext cx="3287288" cy="1593850"/>
          </a:xfrm>
          <a:custGeom>
            <a:avLst/>
            <a:gdLst/>
            <a:ahLst/>
            <a:cxnLst/>
            <a:rect l="l" t="t" r="r" b="b"/>
            <a:pathLst>
              <a:path w="7642225" h="1593850">
                <a:moveTo>
                  <a:pt x="95248" y="0"/>
                </a:moveTo>
                <a:lnTo>
                  <a:pt x="7546977" y="0"/>
                </a:lnTo>
                <a:cubicBezTo>
                  <a:pt x="7599581" y="0"/>
                  <a:pt x="7642225" y="42644"/>
                  <a:pt x="7642225" y="95248"/>
                </a:cubicBezTo>
                <a:lnTo>
                  <a:pt x="7642225" y="1498602"/>
                </a:lnTo>
                <a:cubicBezTo>
                  <a:pt x="7642225" y="1551206"/>
                  <a:pt x="7599581" y="1593850"/>
                  <a:pt x="7546977" y="1593850"/>
                </a:cubicBezTo>
                <a:lnTo>
                  <a:pt x="95248" y="1593850"/>
                </a:lnTo>
                <a:cubicBezTo>
                  <a:pt x="42644" y="1593850"/>
                  <a:pt x="0" y="1551206"/>
                  <a:pt x="0" y="1498602"/>
                </a:cubicBezTo>
                <a:lnTo>
                  <a:pt x="0" y="95248"/>
                </a:lnTo>
                <a:cubicBezTo>
                  <a:pt x="0" y="42679"/>
                  <a:pt x="42679" y="0"/>
                  <a:pt x="95248" y="0"/>
                </a:cubicBezTo>
                <a:close/>
              </a:path>
            </a:pathLst>
          </a:custGeom>
          <a:solidFill>
            <a:srgbClr val="FFFFFF"/>
          </a:solidFill>
          <a:ln w="10160">
            <a:solidFill>
              <a:srgbClr val="F3F4F6"/>
            </a:solidFill>
            <a:prstDash val="solid"/>
          </a:ln>
          <a:effectLst>
            <a:outerShdw blurRad="23813" dist="7938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59" name="Shape 57"/>
          <p:cNvSpPr/>
          <p:nvPr/>
        </p:nvSpPr>
        <p:spPr>
          <a:xfrm>
            <a:off x="6950683" y="491998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95250" y="0"/>
                </a:moveTo>
                <a:lnTo>
                  <a:pt x="285750" y="0"/>
                </a:lnTo>
                <a:cubicBezTo>
                  <a:pt x="338320" y="0"/>
                  <a:pt x="381000" y="42680"/>
                  <a:pt x="381000" y="95250"/>
                </a:cubicBezTo>
                <a:lnTo>
                  <a:pt x="381000" y="285750"/>
                </a:lnTo>
                <a:cubicBezTo>
                  <a:pt x="381000" y="338320"/>
                  <a:pt x="338320" y="381000"/>
                  <a:pt x="285750" y="381000"/>
                </a:cubicBezTo>
                <a:lnTo>
                  <a:pt x="95250" y="381000"/>
                </a:lnTo>
                <a:cubicBezTo>
                  <a:pt x="42680" y="381000"/>
                  <a:pt x="0" y="338320"/>
                  <a:pt x="0" y="285750"/>
                </a:cubicBezTo>
                <a:lnTo>
                  <a:pt x="0" y="95250"/>
                </a:lnTo>
                <a:cubicBezTo>
                  <a:pt x="0" y="42680"/>
                  <a:pt x="42680" y="0"/>
                  <a:pt x="95250" y="0"/>
                </a:cubicBezTo>
                <a:close/>
              </a:path>
            </a:pathLst>
          </a:custGeom>
          <a:solidFill>
            <a:srgbClr val="AD46FF">
              <a:alpha val="10196"/>
            </a:srgbClr>
          </a:solidFill>
          <a:ln/>
        </p:spPr>
      </p:sp>
      <p:sp>
        <p:nvSpPr>
          <p:cNvPr id="60" name="Shape 58"/>
          <p:cNvSpPr/>
          <p:nvPr/>
        </p:nvSpPr>
        <p:spPr>
          <a:xfrm>
            <a:off x="7061808" y="5031105"/>
            <a:ext cx="158750" cy="158750"/>
          </a:xfrm>
          <a:custGeom>
            <a:avLst/>
            <a:gdLst/>
            <a:ahLst/>
            <a:cxnLst/>
            <a:rect l="l" t="t" r="r" b="b"/>
            <a:pathLst>
              <a:path w="158750" h="158750">
                <a:moveTo>
                  <a:pt x="123558" y="3783"/>
                </a:moveTo>
                <a:lnTo>
                  <a:pt x="96211" y="31130"/>
                </a:lnTo>
                <a:lnTo>
                  <a:pt x="127620" y="62539"/>
                </a:lnTo>
                <a:lnTo>
                  <a:pt x="154967" y="35192"/>
                </a:lnTo>
                <a:cubicBezTo>
                  <a:pt x="157386" y="32742"/>
                  <a:pt x="158750" y="29456"/>
                  <a:pt x="158750" y="26045"/>
                </a:cubicBezTo>
                <a:cubicBezTo>
                  <a:pt x="158750" y="22634"/>
                  <a:pt x="157386" y="19348"/>
                  <a:pt x="154967" y="16898"/>
                </a:cubicBezTo>
                <a:lnTo>
                  <a:pt x="141852" y="3783"/>
                </a:lnTo>
                <a:cubicBezTo>
                  <a:pt x="139402" y="1364"/>
                  <a:pt x="136116" y="0"/>
                  <a:pt x="132705" y="0"/>
                </a:cubicBezTo>
                <a:cubicBezTo>
                  <a:pt x="129294" y="0"/>
                  <a:pt x="126008" y="1364"/>
                  <a:pt x="123558" y="3783"/>
                </a:cubicBezTo>
                <a:close/>
                <a:moveTo>
                  <a:pt x="85700" y="41641"/>
                </a:moveTo>
                <a:lnTo>
                  <a:pt x="3783" y="123558"/>
                </a:lnTo>
                <a:cubicBezTo>
                  <a:pt x="1364" y="126008"/>
                  <a:pt x="0" y="129294"/>
                  <a:pt x="0" y="132705"/>
                </a:cubicBezTo>
                <a:cubicBezTo>
                  <a:pt x="0" y="136116"/>
                  <a:pt x="1364" y="139402"/>
                  <a:pt x="3783" y="141852"/>
                </a:cubicBezTo>
                <a:lnTo>
                  <a:pt x="16898" y="154967"/>
                </a:lnTo>
                <a:cubicBezTo>
                  <a:pt x="19348" y="157386"/>
                  <a:pt x="22634" y="158750"/>
                  <a:pt x="26045" y="158750"/>
                </a:cubicBezTo>
                <a:cubicBezTo>
                  <a:pt x="29456" y="158750"/>
                  <a:pt x="32742" y="157386"/>
                  <a:pt x="35192" y="154967"/>
                </a:cubicBezTo>
                <a:lnTo>
                  <a:pt x="117109" y="73050"/>
                </a:lnTo>
                <a:lnTo>
                  <a:pt x="85700" y="41641"/>
                </a:lnTo>
                <a:close/>
              </a:path>
            </a:pathLst>
          </a:custGeom>
          <a:solidFill>
            <a:srgbClr val="AD46FF"/>
          </a:solidFill>
          <a:ln/>
        </p:spPr>
      </p:sp>
      <p:sp>
        <p:nvSpPr>
          <p:cNvPr id="61" name="Text 59"/>
          <p:cNvSpPr/>
          <p:nvPr/>
        </p:nvSpPr>
        <p:spPr>
          <a:xfrm>
            <a:off x="6950683" y="5396230"/>
            <a:ext cx="1568847" cy="1801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5. Easy to Use</a:t>
            </a:r>
            <a:endParaRPr lang="en-US" sz="1600" dirty="0"/>
          </a:p>
        </p:txBody>
      </p:sp>
      <p:sp>
        <p:nvSpPr>
          <p:cNvPr id="62" name="Shape 60"/>
          <p:cNvSpPr/>
          <p:nvPr/>
        </p:nvSpPr>
        <p:spPr>
          <a:xfrm>
            <a:off x="6954652" y="5713730"/>
            <a:ext cx="39688" cy="39688"/>
          </a:xfrm>
          <a:custGeom>
            <a:avLst/>
            <a:gdLst/>
            <a:ahLst/>
            <a:cxnLst/>
            <a:rect l="l" t="t" r="r" b="b"/>
            <a:pathLst>
              <a:path w="39688" h="39688">
                <a:moveTo>
                  <a:pt x="0" y="19844"/>
                </a:moveTo>
                <a:cubicBezTo>
                  <a:pt x="0" y="8892"/>
                  <a:pt x="8892" y="0"/>
                  <a:pt x="19844" y="0"/>
                </a:cubicBezTo>
                <a:cubicBezTo>
                  <a:pt x="30796" y="0"/>
                  <a:pt x="39688" y="8892"/>
                  <a:pt x="39688" y="19844"/>
                </a:cubicBezTo>
                <a:cubicBezTo>
                  <a:pt x="39688" y="30796"/>
                  <a:pt x="30796" y="39688"/>
                  <a:pt x="19844" y="39688"/>
                </a:cubicBezTo>
                <a:cubicBezTo>
                  <a:pt x="8892" y="39688"/>
                  <a:pt x="0" y="30796"/>
                  <a:pt x="0" y="19844"/>
                </a:cubicBezTo>
                <a:close/>
              </a:path>
            </a:pathLst>
          </a:custGeom>
          <a:solidFill>
            <a:srgbClr val="AD46FF"/>
          </a:solidFill>
          <a:ln/>
        </p:spPr>
      </p:sp>
      <p:sp>
        <p:nvSpPr>
          <p:cNvPr id="63" name="Text 61"/>
          <p:cNvSpPr/>
          <p:nvPr/>
        </p:nvSpPr>
        <p:spPr>
          <a:xfrm>
            <a:off x="7063792" y="5650230"/>
            <a:ext cx="173037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Upload CSV/Excel files in seconds</a:t>
            </a:r>
            <a:endParaRPr lang="en-US" sz="1600" dirty="0"/>
          </a:p>
        </p:txBody>
      </p:sp>
      <p:sp>
        <p:nvSpPr>
          <p:cNvPr id="65" name="Text 63"/>
          <p:cNvSpPr/>
          <p:nvPr/>
        </p:nvSpPr>
        <p:spPr>
          <a:xfrm>
            <a:off x="7063792" y="5872480"/>
            <a:ext cx="91281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Intuitive interface</a:t>
            </a:r>
            <a:endParaRPr lang="en-US" sz="1600" dirty="0"/>
          </a:p>
        </p:txBody>
      </p:sp>
      <p:sp>
        <p:nvSpPr>
          <p:cNvPr id="67" name="Text 65"/>
          <p:cNvSpPr/>
          <p:nvPr/>
        </p:nvSpPr>
        <p:spPr>
          <a:xfrm>
            <a:off x="7066967" y="6080443"/>
            <a:ext cx="140493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Start analyzing immediately</a:t>
            </a:r>
            <a:endParaRPr lang="en-US" sz="1600" dirty="0"/>
          </a:p>
        </p:txBody>
      </p:sp>
      <p:sp>
        <p:nvSpPr>
          <p:cNvPr id="73" name="Shape 60">
            <a:extLst>
              <a:ext uri="{FF2B5EF4-FFF2-40B4-BE49-F238E27FC236}">
                <a16:creationId xmlns:a16="http://schemas.microsoft.com/office/drawing/2014/main" id="{652BC5EE-64E3-5497-421B-DAFB32143744}"/>
              </a:ext>
            </a:extLst>
          </p:cNvPr>
          <p:cNvSpPr/>
          <p:nvPr/>
        </p:nvSpPr>
        <p:spPr>
          <a:xfrm>
            <a:off x="6954652" y="5933757"/>
            <a:ext cx="39688" cy="39688"/>
          </a:xfrm>
          <a:custGeom>
            <a:avLst/>
            <a:gdLst/>
            <a:ahLst/>
            <a:cxnLst/>
            <a:rect l="l" t="t" r="r" b="b"/>
            <a:pathLst>
              <a:path w="39688" h="39688">
                <a:moveTo>
                  <a:pt x="0" y="19844"/>
                </a:moveTo>
                <a:cubicBezTo>
                  <a:pt x="0" y="8892"/>
                  <a:pt x="8892" y="0"/>
                  <a:pt x="19844" y="0"/>
                </a:cubicBezTo>
                <a:cubicBezTo>
                  <a:pt x="30796" y="0"/>
                  <a:pt x="39688" y="8892"/>
                  <a:pt x="39688" y="19844"/>
                </a:cubicBezTo>
                <a:cubicBezTo>
                  <a:pt x="39688" y="30796"/>
                  <a:pt x="30796" y="39688"/>
                  <a:pt x="19844" y="39688"/>
                </a:cubicBezTo>
                <a:cubicBezTo>
                  <a:pt x="8892" y="39688"/>
                  <a:pt x="0" y="30796"/>
                  <a:pt x="0" y="19844"/>
                </a:cubicBezTo>
                <a:close/>
              </a:path>
            </a:pathLst>
          </a:custGeom>
          <a:solidFill>
            <a:srgbClr val="AD46FF"/>
          </a:solidFill>
          <a:ln/>
        </p:spPr>
      </p:sp>
      <p:sp>
        <p:nvSpPr>
          <p:cNvPr id="74" name="Shape 60">
            <a:extLst>
              <a:ext uri="{FF2B5EF4-FFF2-40B4-BE49-F238E27FC236}">
                <a16:creationId xmlns:a16="http://schemas.microsoft.com/office/drawing/2014/main" id="{713984BA-4129-2B6C-99CD-F76A5E920E55}"/>
              </a:ext>
            </a:extLst>
          </p:cNvPr>
          <p:cNvSpPr/>
          <p:nvPr/>
        </p:nvSpPr>
        <p:spPr>
          <a:xfrm>
            <a:off x="6957827" y="6139974"/>
            <a:ext cx="39688" cy="39688"/>
          </a:xfrm>
          <a:custGeom>
            <a:avLst/>
            <a:gdLst/>
            <a:ahLst/>
            <a:cxnLst/>
            <a:rect l="l" t="t" r="r" b="b"/>
            <a:pathLst>
              <a:path w="39688" h="39688">
                <a:moveTo>
                  <a:pt x="0" y="19844"/>
                </a:moveTo>
                <a:cubicBezTo>
                  <a:pt x="0" y="8892"/>
                  <a:pt x="8892" y="0"/>
                  <a:pt x="19844" y="0"/>
                </a:cubicBezTo>
                <a:cubicBezTo>
                  <a:pt x="30796" y="0"/>
                  <a:pt x="39688" y="8892"/>
                  <a:pt x="39688" y="19844"/>
                </a:cubicBezTo>
                <a:cubicBezTo>
                  <a:pt x="39688" y="30796"/>
                  <a:pt x="30796" y="39688"/>
                  <a:pt x="19844" y="39688"/>
                </a:cubicBezTo>
                <a:cubicBezTo>
                  <a:pt x="8892" y="39688"/>
                  <a:pt x="0" y="30796"/>
                  <a:pt x="0" y="19844"/>
                </a:cubicBezTo>
                <a:close/>
              </a:path>
            </a:pathLst>
          </a:custGeom>
          <a:solidFill>
            <a:srgbClr val="AD46FF"/>
          </a:solidFill>
          <a:ln/>
        </p:spPr>
      </p:sp>
      <p:sp>
        <p:nvSpPr>
          <p:cNvPr id="75" name="Text 18">
            <a:extLst>
              <a:ext uri="{FF2B5EF4-FFF2-40B4-BE49-F238E27FC236}">
                <a16:creationId xmlns:a16="http://schemas.microsoft.com/office/drawing/2014/main" id="{5D3455B9-05CA-1EEF-0A0E-C70365BB6493}"/>
              </a:ext>
            </a:extLst>
          </p:cNvPr>
          <p:cNvSpPr/>
          <p:nvPr/>
        </p:nvSpPr>
        <p:spPr>
          <a:xfrm>
            <a:off x="3733762" y="6548748"/>
            <a:ext cx="4820678" cy="2423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ts val="1980"/>
              </a:lnSpc>
            </a:pPr>
            <a:r>
              <a:rPr lang="en-US" sz="1600" b="1" dirty="0">
                <a:latin typeface="Calibri (MS)"/>
                <a:ea typeface="Calibri (MS)"/>
                <a:cs typeface="Calibri (MS)"/>
                <a:sym typeface="Calibri (MS)"/>
              </a:rPr>
              <a:t>Department of Computer Science &amp; Engineering ,CSPIT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E2BA68C-71DB-3B4C-4D27-011097D72A5E}"/>
              </a:ext>
            </a:extLst>
          </p:cNvPr>
          <p:cNvSpPr/>
          <p:nvPr/>
        </p:nvSpPr>
        <p:spPr>
          <a:xfrm>
            <a:off x="30479" y="66891"/>
            <a:ext cx="12085321" cy="6714790"/>
          </a:xfrm>
          <a:prstGeom prst="rect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4"/>
          <p:cNvSpPr/>
          <p:nvPr/>
        </p:nvSpPr>
        <p:spPr>
          <a:xfrm>
            <a:off x="241767" y="897997"/>
            <a:ext cx="11708465" cy="4144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263" b="1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What DataXpert Can Do For You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241767" y="1416071"/>
            <a:ext cx="828918" cy="34538"/>
          </a:xfrm>
          <a:custGeom>
            <a:avLst/>
            <a:gdLst/>
            <a:ahLst/>
            <a:cxnLst/>
            <a:rect l="l" t="t" r="r" b="b"/>
            <a:pathLst>
              <a:path w="828918" h="34538">
                <a:moveTo>
                  <a:pt x="17269" y="0"/>
                </a:moveTo>
                <a:lnTo>
                  <a:pt x="811649" y="0"/>
                </a:lnTo>
                <a:cubicBezTo>
                  <a:pt x="821186" y="0"/>
                  <a:pt x="828918" y="7732"/>
                  <a:pt x="828918" y="17269"/>
                </a:cubicBezTo>
                <a:lnTo>
                  <a:pt x="828918" y="17269"/>
                </a:lnTo>
                <a:cubicBezTo>
                  <a:pt x="828918" y="26807"/>
                  <a:pt x="821186" y="34538"/>
                  <a:pt x="811649" y="34538"/>
                </a:cubicBezTo>
                <a:lnTo>
                  <a:pt x="17269" y="34538"/>
                </a:lnTo>
                <a:cubicBezTo>
                  <a:pt x="7738" y="34538"/>
                  <a:pt x="0" y="26800"/>
                  <a:pt x="0" y="17269"/>
                </a:cubicBezTo>
                <a:lnTo>
                  <a:pt x="0" y="17269"/>
                </a:lnTo>
                <a:cubicBezTo>
                  <a:pt x="0" y="7738"/>
                  <a:pt x="7738" y="0"/>
                  <a:pt x="17269" y="0"/>
                </a:cubicBezTo>
                <a:close/>
              </a:path>
            </a:pathLst>
          </a:custGeom>
          <a:gradFill flip="none" rotWithShape="1">
            <a:gsLst>
              <a:gs pos="0">
                <a:srgbClr val="6366F1"/>
              </a:gs>
              <a:gs pos="100000">
                <a:srgbClr val="818CF8"/>
              </a:gs>
            </a:gsLst>
            <a:lin ang="0" scaled="1"/>
          </a:gradFill>
          <a:ln/>
        </p:spPr>
      </p:sp>
      <p:sp>
        <p:nvSpPr>
          <p:cNvPr id="8" name="Shape 6"/>
          <p:cNvSpPr/>
          <p:nvPr/>
        </p:nvSpPr>
        <p:spPr>
          <a:xfrm>
            <a:off x="245221" y="1661292"/>
            <a:ext cx="2761333" cy="1457514"/>
          </a:xfrm>
          <a:custGeom>
            <a:avLst/>
            <a:gdLst/>
            <a:ahLst/>
            <a:cxnLst/>
            <a:rect l="l" t="t" r="r" b="b"/>
            <a:pathLst>
              <a:path w="2761333" h="1457514">
                <a:moveTo>
                  <a:pt x="103615" y="0"/>
                </a:moveTo>
                <a:lnTo>
                  <a:pt x="2657718" y="0"/>
                </a:lnTo>
                <a:cubicBezTo>
                  <a:pt x="2714943" y="0"/>
                  <a:pt x="2761333" y="46390"/>
                  <a:pt x="2761333" y="103615"/>
                </a:cubicBezTo>
                <a:lnTo>
                  <a:pt x="2761333" y="1353899"/>
                </a:lnTo>
                <a:cubicBezTo>
                  <a:pt x="2761333" y="1411086"/>
                  <a:pt x="2714904" y="1457514"/>
                  <a:pt x="2657718" y="1457514"/>
                </a:cubicBezTo>
                <a:lnTo>
                  <a:pt x="103615" y="1457514"/>
                </a:lnTo>
                <a:cubicBezTo>
                  <a:pt x="46390" y="1457514"/>
                  <a:pt x="0" y="1411124"/>
                  <a:pt x="0" y="1353899"/>
                </a:cubicBezTo>
                <a:lnTo>
                  <a:pt x="0" y="103615"/>
                </a:lnTo>
                <a:cubicBezTo>
                  <a:pt x="0" y="46428"/>
                  <a:pt x="46428" y="0"/>
                  <a:pt x="103615" y="0"/>
                </a:cubicBezTo>
                <a:close/>
              </a:path>
            </a:pathLst>
          </a:custGeom>
          <a:solidFill>
            <a:srgbClr val="FFFFFF"/>
          </a:solidFill>
          <a:ln w="10160">
            <a:solidFill>
              <a:srgbClr val="F3F4F6"/>
            </a:solidFill>
            <a:prstDash val="solid"/>
          </a:ln>
          <a:effectLst>
            <a:outerShdw blurRad="25904" dist="8635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86828" y="1802902"/>
            <a:ext cx="345382" cy="345382"/>
          </a:xfrm>
          <a:custGeom>
            <a:avLst/>
            <a:gdLst/>
            <a:ahLst/>
            <a:cxnLst/>
            <a:rect l="l" t="t" r="r" b="b"/>
            <a:pathLst>
              <a:path w="345382" h="345382">
                <a:moveTo>
                  <a:pt x="69076" y="0"/>
                </a:moveTo>
                <a:lnTo>
                  <a:pt x="276306" y="0"/>
                </a:lnTo>
                <a:cubicBezTo>
                  <a:pt x="314456" y="0"/>
                  <a:pt x="345382" y="30927"/>
                  <a:pt x="345382" y="69076"/>
                </a:cubicBezTo>
                <a:lnTo>
                  <a:pt x="345382" y="276306"/>
                </a:lnTo>
                <a:cubicBezTo>
                  <a:pt x="345382" y="314456"/>
                  <a:pt x="314456" y="345382"/>
                  <a:pt x="276306" y="345382"/>
                </a:cubicBezTo>
                <a:lnTo>
                  <a:pt x="69076" y="345382"/>
                </a:lnTo>
                <a:cubicBezTo>
                  <a:pt x="30927" y="345382"/>
                  <a:pt x="0" y="314456"/>
                  <a:pt x="0" y="276306"/>
                </a:cubicBezTo>
                <a:lnTo>
                  <a:pt x="0" y="69076"/>
                </a:lnTo>
                <a:cubicBezTo>
                  <a:pt x="0" y="30952"/>
                  <a:pt x="30952" y="0"/>
                  <a:pt x="69076" y="0"/>
                </a:cubicBezTo>
                <a:close/>
              </a:path>
            </a:pathLst>
          </a:custGeom>
          <a:solidFill>
            <a:srgbClr val="6366F1">
              <a:alpha val="10196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503395" y="1897882"/>
            <a:ext cx="116567" cy="155422"/>
          </a:xfrm>
          <a:custGeom>
            <a:avLst/>
            <a:gdLst/>
            <a:ahLst/>
            <a:cxnLst/>
            <a:rect l="l" t="t" r="r" b="b"/>
            <a:pathLst>
              <a:path w="116567" h="155422">
                <a:moveTo>
                  <a:pt x="38856" y="29142"/>
                </a:moveTo>
                <a:lnTo>
                  <a:pt x="38856" y="48569"/>
                </a:lnTo>
                <a:lnTo>
                  <a:pt x="77711" y="48569"/>
                </a:lnTo>
                <a:lnTo>
                  <a:pt x="77711" y="29142"/>
                </a:lnTo>
                <a:cubicBezTo>
                  <a:pt x="77711" y="18426"/>
                  <a:pt x="68999" y="9714"/>
                  <a:pt x="58283" y="9714"/>
                </a:cubicBezTo>
                <a:cubicBezTo>
                  <a:pt x="47568" y="9714"/>
                  <a:pt x="38856" y="18426"/>
                  <a:pt x="38856" y="29142"/>
                </a:cubicBezTo>
                <a:close/>
                <a:moveTo>
                  <a:pt x="19428" y="48569"/>
                </a:moveTo>
                <a:lnTo>
                  <a:pt x="19428" y="29142"/>
                </a:lnTo>
                <a:cubicBezTo>
                  <a:pt x="19428" y="7680"/>
                  <a:pt x="36822" y="-9714"/>
                  <a:pt x="58283" y="-9714"/>
                </a:cubicBezTo>
                <a:cubicBezTo>
                  <a:pt x="79745" y="-9714"/>
                  <a:pt x="97139" y="7680"/>
                  <a:pt x="97139" y="29142"/>
                </a:cubicBezTo>
                <a:lnTo>
                  <a:pt x="97139" y="48569"/>
                </a:lnTo>
                <a:cubicBezTo>
                  <a:pt x="107854" y="48569"/>
                  <a:pt x="116567" y="57282"/>
                  <a:pt x="116567" y="67997"/>
                </a:cubicBezTo>
                <a:lnTo>
                  <a:pt x="116567" y="135994"/>
                </a:lnTo>
                <a:cubicBezTo>
                  <a:pt x="116567" y="146710"/>
                  <a:pt x="107854" y="155422"/>
                  <a:pt x="97139" y="155422"/>
                </a:cubicBezTo>
                <a:lnTo>
                  <a:pt x="19428" y="155422"/>
                </a:lnTo>
                <a:cubicBezTo>
                  <a:pt x="8712" y="155422"/>
                  <a:pt x="0" y="146710"/>
                  <a:pt x="0" y="135994"/>
                </a:cubicBezTo>
                <a:lnTo>
                  <a:pt x="0" y="67997"/>
                </a:lnTo>
                <a:cubicBezTo>
                  <a:pt x="0" y="57282"/>
                  <a:pt x="8712" y="48569"/>
                  <a:pt x="19428" y="48569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11" name="Text 9"/>
          <p:cNvSpPr/>
          <p:nvPr/>
        </p:nvSpPr>
        <p:spPr>
          <a:xfrm>
            <a:off x="386828" y="2251899"/>
            <a:ext cx="2538561" cy="1726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2" b="1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1. Smart Authentication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86828" y="2493667"/>
            <a:ext cx="2529926" cy="1381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16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Email/Password login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86828" y="2666248"/>
            <a:ext cx="2529926" cy="1381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16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Quick Google sign-in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86828" y="2838830"/>
            <a:ext cx="2529926" cy="1381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16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Secure profile management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3154097" y="1661292"/>
            <a:ext cx="2761333" cy="1457514"/>
          </a:xfrm>
          <a:custGeom>
            <a:avLst/>
            <a:gdLst/>
            <a:ahLst/>
            <a:cxnLst/>
            <a:rect l="l" t="t" r="r" b="b"/>
            <a:pathLst>
              <a:path w="2761333" h="1457514">
                <a:moveTo>
                  <a:pt x="103615" y="0"/>
                </a:moveTo>
                <a:lnTo>
                  <a:pt x="2657718" y="0"/>
                </a:lnTo>
                <a:cubicBezTo>
                  <a:pt x="2714943" y="0"/>
                  <a:pt x="2761333" y="46390"/>
                  <a:pt x="2761333" y="103615"/>
                </a:cubicBezTo>
                <a:lnTo>
                  <a:pt x="2761333" y="1353899"/>
                </a:lnTo>
                <a:cubicBezTo>
                  <a:pt x="2761333" y="1411086"/>
                  <a:pt x="2714904" y="1457514"/>
                  <a:pt x="2657718" y="1457514"/>
                </a:cubicBezTo>
                <a:lnTo>
                  <a:pt x="103615" y="1457514"/>
                </a:lnTo>
                <a:cubicBezTo>
                  <a:pt x="46390" y="1457514"/>
                  <a:pt x="0" y="1411124"/>
                  <a:pt x="0" y="1353899"/>
                </a:cubicBezTo>
                <a:lnTo>
                  <a:pt x="0" y="103615"/>
                </a:lnTo>
                <a:cubicBezTo>
                  <a:pt x="0" y="46428"/>
                  <a:pt x="46428" y="0"/>
                  <a:pt x="103615" y="0"/>
                </a:cubicBezTo>
                <a:close/>
              </a:path>
            </a:pathLst>
          </a:custGeom>
          <a:solidFill>
            <a:srgbClr val="FFFFFF"/>
          </a:solidFill>
          <a:ln w="10160">
            <a:solidFill>
              <a:srgbClr val="F3F4F6"/>
            </a:solidFill>
            <a:prstDash val="solid"/>
          </a:ln>
          <a:effectLst>
            <a:outerShdw blurRad="25904" dist="8635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95704" y="1802902"/>
            <a:ext cx="345382" cy="345382"/>
          </a:xfrm>
          <a:custGeom>
            <a:avLst/>
            <a:gdLst/>
            <a:ahLst/>
            <a:cxnLst/>
            <a:rect l="l" t="t" r="r" b="b"/>
            <a:pathLst>
              <a:path w="345382" h="345382">
                <a:moveTo>
                  <a:pt x="69076" y="0"/>
                </a:moveTo>
                <a:lnTo>
                  <a:pt x="276306" y="0"/>
                </a:lnTo>
                <a:cubicBezTo>
                  <a:pt x="314456" y="0"/>
                  <a:pt x="345382" y="30927"/>
                  <a:pt x="345382" y="69076"/>
                </a:cubicBezTo>
                <a:lnTo>
                  <a:pt x="345382" y="276306"/>
                </a:lnTo>
                <a:cubicBezTo>
                  <a:pt x="345382" y="314456"/>
                  <a:pt x="314456" y="345382"/>
                  <a:pt x="276306" y="345382"/>
                </a:cubicBezTo>
                <a:lnTo>
                  <a:pt x="69076" y="345382"/>
                </a:lnTo>
                <a:cubicBezTo>
                  <a:pt x="30927" y="345382"/>
                  <a:pt x="0" y="314456"/>
                  <a:pt x="0" y="276306"/>
                </a:cubicBezTo>
                <a:lnTo>
                  <a:pt x="0" y="69076"/>
                </a:lnTo>
                <a:cubicBezTo>
                  <a:pt x="0" y="30952"/>
                  <a:pt x="30952" y="0"/>
                  <a:pt x="69076" y="0"/>
                </a:cubicBezTo>
                <a:close/>
              </a:path>
            </a:pathLst>
          </a:custGeom>
          <a:solidFill>
            <a:srgbClr val="818CF8">
              <a:alpha val="10196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3383129" y="1897882"/>
            <a:ext cx="174850" cy="155422"/>
          </a:xfrm>
          <a:custGeom>
            <a:avLst/>
            <a:gdLst/>
            <a:ahLst/>
            <a:cxnLst/>
            <a:rect l="l" t="t" r="r" b="b"/>
            <a:pathLst>
              <a:path w="174850" h="155422">
                <a:moveTo>
                  <a:pt x="43712" y="145708"/>
                </a:moveTo>
                <a:cubicBezTo>
                  <a:pt x="19580" y="145708"/>
                  <a:pt x="0" y="126129"/>
                  <a:pt x="0" y="101996"/>
                </a:cubicBezTo>
                <a:cubicBezTo>
                  <a:pt x="0" y="82750"/>
                  <a:pt x="12446" y="66419"/>
                  <a:pt x="29718" y="60560"/>
                </a:cubicBezTo>
                <a:cubicBezTo>
                  <a:pt x="29324" y="58223"/>
                  <a:pt x="29142" y="55855"/>
                  <a:pt x="29142" y="53426"/>
                </a:cubicBezTo>
                <a:cubicBezTo>
                  <a:pt x="29142" y="29293"/>
                  <a:pt x="48721" y="9714"/>
                  <a:pt x="72854" y="9714"/>
                </a:cubicBezTo>
                <a:cubicBezTo>
                  <a:pt x="89671" y="9714"/>
                  <a:pt x="104272" y="19215"/>
                  <a:pt x="111588" y="33118"/>
                </a:cubicBezTo>
                <a:cubicBezTo>
                  <a:pt x="115899" y="30599"/>
                  <a:pt x="120938" y="29142"/>
                  <a:pt x="126280" y="29142"/>
                </a:cubicBezTo>
                <a:cubicBezTo>
                  <a:pt x="142369" y="29142"/>
                  <a:pt x="155422" y="42195"/>
                  <a:pt x="155422" y="58283"/>
                </a:cubicBezTo>
                <a:cubicBezTo>
                  <a:pt x="155422" y="63049"/>
                  <a:pt x="154269" y="67572"/>
                  <a:pt x="152235" y="71549"/>
                </a:cubicBezTo>
                <a:cubicBezTo>
                  <a:pt x="165591" y="77711"/>
                  <a:pt x="174850" y="91189"/>
                  <a:pt x="174850" y="106853"/>
                </a:cubicBezTo>
                <a:cubicBezTo>
                  <a:pt x="174850" y="128314"/>
                  <a:pt x="157456" y="145708"/>
                  <a:pt x="135994" y="145708"/>
                </a:cubicBezTo>
                <a:lnTo>
                  <a:pt x="43712" y="145708"/>
                </a:lnTo>
                <a:close/>
                <a:moveTo>
                  <a:pt x="92585" y="57980"/>
                </a:moveTo>
                <a:cubicBezTo>
                  <a:pt x="89732" y="55126"/>
                  <a:pt x="85118" y="55126"/>
                  <a:pt x="82295" y="57980"/>
                </a:cubicBezTo>
                <a:lnTo>
                  <a:pt x="60439" y="79836"/>
                </a:lnTo>
                <a:cubicBezTo>
                  <a:pt x="57585" y="82689"/>
                  <a:pt x="57585" y="87304"/>
                  <a:pt x="60439" y="90127"/>
                </a:cubicBezTo>
                <a:cubicBezTo>
                  <a:pt x="63292" y="92950"/>
                  <a:pt x="67906" y="92980"/>
                  <a:pt x="70729" y="90127"/>
                </a:cubicBezTo>
                <a:lnTo>
                  <a:pt x="80140" y="80716"/>
                </a:lnTo>
                <a:lnTo>
                  <a:pt x="80140" y="111710"/>
                </a:lnTo>
                <a:cubicBezTo>
                  <a:pt x="80140" y="115747"/>
                  <a:pt x="83388" y="118995"/>
                  <a:pt x="87425" y="118995"/>
                </a:cubicBezTo>
                <a:cubicBezTo>
                  <a:pt x="91462" y="118995"/>
                  <a:pt x="94710" y="115747"/>
                  <a:pt x="94710" y="111710"/>
                </a:cubicBezTo>
                <a:lnTo>
                  <a:pt x="94710" y="80716"/>
                </a:lnTo>
                <a:lnTo>
                  <a:pt x="104121" y="90127"/>
                </a:lnTo>
                <a:cubicBezTo>
                  <a:pt x="106974" y="92980"/>
                  <a:pt x="111588" y="92980"/>
                  <a:pt x="114411" y="90127"/>
                </a:cubicBezTo>
                <a:cubicBezTo>
                  <a:pt x="117234" y="87273"/>
                  <a:pt x="117265" y="82659"/>
                  <a:pt x="114411" y="79836"/>
                </a:cubicBezTo>
                <a:lnTo>
                  <a:pt x="92555" y="57980"/>
                </a:lnTo>
                <a:close/>
              </a:path>
            </a:pathLst>
          </a:custGeom>
          <a:solidFill>
            <a:srgbClr val="818CF8"/>
          </a:solidFill>
          <a:ln/>
        </p:spPr>
      </p:sp>
      <p:sp>
        <p:nvSpPr>
          <p:cNvPr id="18" name="Text 16"/>
          <p:cNvSpPr/>
          <p:nvPr/>
        </p:nvSpPr>
        <p:spPr>
          <a:xfrm>
            <a:off x="3295704" y="2251899"/>
            <a:ext cx="2538561" cy="1726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2" b="1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2. Easy Data Upload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3295704" y="2493667"/>
            <a:ext cx="2529926" cy="1381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16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Drag &amp; drop CSV/Excel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3295704" y="2666248"/>
            <a:ext cx="2529926" cy="1381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16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Automatic validation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3295704" y="2838830"/>
            <a:ext cx="2529926" cy="1381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16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Supports sales, expenses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062973" y="1661292"/>
            <a:ext cx="2761333" cy="1457514"/>
          </a:xfrm>
          <a:custGeom>
            <a:avLst/>
            <a:gdLst/>
            <a:ahLst/>
            <a:cxnLst/>
            <a:rect l="l" t="t" r="r" b="b"/>
            <a:pathLst>
              <a:path w="2761333" h="1457514">
                <a:moveTo>
                  <a:pt x="103615" y="0"/>
                </a:moveTo>
                <a:lnTo>
                  <a:pt x="2657718" y="0"/>
                </a:lnTo>
                <a:cubicBezTo>
                  <a:pt x="2714943" y="0"/>
                  <a:pt x="2761333" y="46390"/>
                  <a:pt x="2761333" y="103615"/>
                </a:cubicBezTo>
                <a:lnTo>
                  <a:pt x="2761333" y="1353899"/>
                </a:lnTo>
                <a:cubicBezTo>
                  <a:pt x="2761333" y="1411086"/>
                  <a:pt x="2714904" y="1457514"/>
                  <a:pt x="2657718" y="1457514"/>
                </a:cubicBezTo>
                <a:lnTo>
                  <a:pt x="103615" y="1457514"/>
                </a:lnTo>
                <a:cubicBezTo>
                  <a:pt x="46390" y="1457514"/>
                  <a:pt x="0" y="1411124"/>
                  <a:pt x="0" y="1353899"/>
                </a:cubicBezTo>
                <a:lnTo>
                  <a:pt x="0" y="103615"/>
                </a:lnTo>
                <a:cubicBezTo>
                  <a:pt x="0" y="46428"/>
                  <a:pt x="46428" y="0"/>
                  <a:pt x="103615" y="0"/>
                </a:cubicBezTo>
                <a:close/>
              </a:path>
            </a:pathLst>
          </a:custGeom>
          <a:solidFill>
            <a:srgbClr val="FFFFFF"/>
          </a:solidFill>
          <a:ln w="10160">
            <a:solidFill>
              <a:srgbClr val="F3F4F6"/>
            </a:solidFill>
            <a:prstDash val="solid"/>
          </a:ln>
          <a:effectLst>
            <a:outerShdw blurRad="25904" dist="8635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204579" y="1802902"/>
            <a:ext cx="345382" cy="345382"/>
          </a:xfrm>
          <a:custGeom>
            <a:avLst/>
            <a:gdLst/>
            <a:ahLst/>
            <a:cxnLst/>
            <a:rect l="l" t="t" r="r" b="b"/>
            <a:pathLst>
              <a:path w="345382" h="345382">
                <a:moveTo>
                  <a:pt x="69076" y="0"/>
                </a:moveTo>
                <a:lnTo>
                  <a:pt x="276306" y="0"/>
                </a:lnTo>
                <a:cubicBezTo>
                  <a:pt x="314456" y="0"/>
                  <a:pt x="345382" y="30927"/>
                  <a:pt x="345382" y="69076"/>
                </a:cubicBezTo>
                <a:lnTo>
                  <a:pt x="345382" y="276306"/>
                </a:lnTo>
                <a:cubicBezTo>
                  <a:pt x="345382" y="314456"/>
                  <a:pt x="314456" y="345382"/>
                  <a:pt x="276306" y="345382"/>
                </a:cubicBezTo>
                <a:lnTo>
                  <a:pt x="69076" y="345382"/>
                </a:lnTo>
                <a:cubicBezTo>
                  <a:pt x="30927" y="345382"/>
                  <a:pt x="0" y="314456"/>
                  <a:pt x="0" y="276306"/>
                </a:cubicBezTo>
                <a:lnTo>
                  <a:pt x="0" y="69076"/>
                </a:lnTo>
                <a:cubicBezTo>
                  <a:pt x="0" y="30952"/>
                  <a:pt x="30952" y="0"/>
                  <a:pt x="69076" y="0"/>
                </a:cubicBezTo>
                <a:close/>
              </a:path>
            </a:pathLst>
          </a:custGeom>
          <a:solidFill>
            <a:srgbClr val="4F46E5">
              <a:alpha val="10196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6301718" y="1897882"/>
            <a:ext cx="155422" cy="155422"/>
          </a:xfrm>
          <a:custGeom>
            <a:avLst/>
            <a:gdLst/>
            <a:ahLst/>
            <a:cxnLst/>
            <a:rect l="l" t="t" r="r" b="b"/>
            <a:pathLst>
              <a:path w="155422" h="155422">
                <a:moveTo>
                  <a:pt x="19428" y="19428"/>
                </a:moveTo>
                <a:cubicBezTo>
                  <a:pt x="19428" y="14055"/>
                  <a:pt x="15087" y="9714"/>
                  <a:pt x="9714" y="9714"/>
                </a:cubicBezTo>
                <a:cubicBezTo>
                  <a:pt x="4341" y="9714"/>
                  <a:pt x="0" y="14055"/>
                  <a:pt x="0" y="19428"/>
                </a:cubicBezTo>
                <a:lnTo>
                  <a:pt x="0" y="121424"/>
                </a:lnTo>
                <a:cubicBezTo>
                  <a:pt x="0" y="134841"/>
                  <a:pt x="10867" y="145708"/>
                  <a:pt x="24285" y="145708"/>
                </a:cubicBezTo>
                <a:lnTo>
                  <a:pt x="145708" y="145708"/>
                </a:lnTo>
                <a:cubicBezTo>
                  <a:pt x="151081" y="145708"/>
                  <a:pt x="155422" y="141367"/>
                  <a:pt x="155422" y="135994"/>
                </a:cubicBezTo>
                <a:cubicBezTo>
                  <a:pt x="155422" y="130621"/>
                  <a:pt x="151081" y="126280"/>
                  <a:pt x="145708" y="126280"/>
                </a:cubicBezTo>
                <a:lnTo>
                  <a:pt x="24285" y="126280"/>
                </a:lnTo>
                <a:cubicBezTo>
                  <a:pt x="21613" y="126280"/>
                  <a:pt x="19428" y="124095"/>
                  <a:pt x="19428" y="121424"/>
                </a:cubicBezTo>
                <a:lnTo>
                  <a:pt x="19428" y="19428"/>
                </a:lnTo>
                <a:close/>
                <a:moveTo>
                  <a:pt x="142855" y="45716"/>
                </a:moveTo>
                <a:cubicBezTo>
                  <a:pt x="146649" y="41921"/>
                  <a:pt x="146649" y="35759"/>
                  <a:pt x="142855" y="31965"/>
                </a:cubicBezTo>
                <a:cubicBezTo>
                  <a:pt x="139060" y="28170"/>
                  <a:pt x="132898" y="28170"/>
                  <a:pt x="129104" y="31965"/>
                </a:cubicBezTo>
                <a:lnTo>
                  <a:pt x="97139" y="63960"/>
                </a:lnTo>
                <a:lnTo>
                  <a:pt x="79715" y="46566"/>
                </a:lnTo>
                <a:cubicBezTo>
                  <a:pt x="75920" y="42771"/>
                  <a:pt x="69758" y="42771"/>
                  <a:pt x="65963" y="46566"/>
                </a:cubicBezTo>
                <a:lnTo>
                  <a:pt x="36822" y="75708"/>
                </a:lnTo>
                <a:cubicBezTo>
                  <a:pt x="33027" y="79502"/>
                  <a:pt x="33027" y="85664"/>
                  <a:pt x="36822" y="89459"/>
                </a:cubicBezTo>
                <a:cubicBezTo>
                  <a:pt x="40616" y="93253"/>
                  <a:pt x="46778" y="93253"/>
                  <a:pt x="50573" y="89459"/>
                </a:cubicBezTo>
                <a:lnTo>
                  <a:pt x="72854" y="67178"/>
                </a:lnTo>
                <a:lnTo>
                  <a:pt x="90278" y="84602"/>
                </a:lnTo>
                <a:cubicBezTo>
                  <a:pt x="94073" y="88396"/>
                  <a:pt x="100235" y="88396"/>
                  <a:pt x="104030" y="84602"/>
                </a:cubicBezTo>
                <a:lnTo>
                  <a:pt x="142885" y="45746"/>
                </a:lnTo>
                <a:close/>
              </a:path>
            </a:pathLst>
          </a:custGeom>
          <a:solidFill>
            <a:srgbClr val="4F46E5"/>
          </a:solidFill>
          <a:ln/>
        </p:spPr>
      </p:sp>
      <p:sp>
        <p:nvSpPr>
          <p:cNvPr id="25" name="Text 23"/>
          <p:cNvSpPr/>
          <p:nvPr/>
        </p:nvSpPr>
        <p:spPr>
          <a:xfrm>
            <a:off x="6204579" y="2251899"/>
            <a:ext cx="2538561" cy="1726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2" b="1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3. Interactive Dashboard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204579" y="2493667"/>
            <a:ext cx="2529926" cy="1381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16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Real-time charts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204579" y="2666248"/>
            <a:ext cx="2529926" cy="1381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16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Key metrics at a glance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204579" y="2838830"/>
            <a:ext cx="2529926" cy="1381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16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Mobile-responsive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8971848" y="1661292"/>
            <a:ext cx="2761333" cy="1457514"/>
          </a:xfrm>
          <a:custGeom>
            <a:avLst/>
            <a:gdLst/>
            <a:ahLst/>
            <a:cxnLst/>
            <a:rect l="l" t="t" r="r" b="b"/>
            <a:pathLst>
              <a:path w="2761333" h="1457514">
                <a:moveTo>
                  <a:pt x="103615" y="0"/>
                </a:moveTo>
                <a:lnTo>
                  <a:pt x="2657718" y="0"/>
                </a:lnTo>
                <a:cubicBezTo>
                  <a:pt x="2714943" y="0"/>
                  <a:pt x="2761333" y="46390"/>
                  <a:pt x="2761333" y="103615"/>
                </a:cubicBezTo>
                <a:lnTo>
                  <a:pt x="2761333" y="1353899"/>
                </a:lnTo>
                <a:cubicBezTo>
                  <a:pt x="2761333" y="1411086"/>
                  <a:pt x="2714904" y="1457514"/>
                  <a:pt x="2657718" y="1457514"/>
                </a:cubicBezTo>
                <a:lnTo>
                  <a:pt x="103615" y="1457514"/>
                </a:lnTo>
                <a:cubicBezTo>
                  <a:pt x="46390" y="1457514"/>
                  <a:pt x="0" y="1411124"/>
                  <a:pt x="0" y="1353899"/>
                </a:cubicBezTo>
                <a:lnTo>
                  <a:pt x="0" y="103615"/>
                </a:lnTo>
                <a:cubicBezTo>
                  <a:pt x="0" y="46428"/>
                  <a:pt x="46428" y="0"/>
                  <a:pt x="103615" y="0"/>
                </a:cubicBezTo>
                <a:close/>
              </a:path>
            </a:pathLst>
          </a:custGeom>
          <a:solidFill>
            <a:srgbClr val="FFFFFF"/>
          </a:solidFill>
          <a:ln w="10160">
            <a:solidFill>
              <a:srgbClr val="F3F4F6"/>
            </a:solidFill>
            <a:prstDash val="solid"/>
          </a:ln>
          <a:effectLst>
            <a:outerShdw blurRad="25904" dist="8635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9113455" y="1802902"/>
            <a:ext cx="345382" cy="345382"/>
          </a:xfrm>
          <a:custGeom>
            <a:avLst/>
            <a:gdLst/>
            <a:ahLst/>
            <a:cxnLst/>
            <a:rect l="l" t="t" r="r" b="b"/>
            <a:pathLst>
              <a:path w="345382" h="345382">
                <a:moveTo>
                  <a:pt x="69076" y="0"/>
                </a:moveTo>
                <a:lnTo>
                  <a:pt x="276306" y="0"/>
                </a:lnTo>
                <a:cubicBezTo>
                  <a:pt x="314456" y="0"/>
                  <a:pt x="345382" y="30927"/>
                  <a:pt x="345382" y="69076"/>
                </a:cubicBezTo>
                <a:lnTo>
                  <a:pt x="345382" y="276306"/>
                </a:lnTo>
                <a:cubicBezTo>
                  <a:pt x="345382" y="314456"/>
                  <a:pt x="314456" y="345382"/>
                  <a:pt x="276306" y="345382"/>
                </a:cubicBezTo>
                <a:lnTo>
                  <a:pt x="69076" y="345382"/>
                </a:lnTo>
                <a:cubicBezTo>
                  <a:pt x="30927" y="345382"/>
                  <a:pt x="0" y="314456"/>
                  <a:pt x="0" y="276306"/>
                </a:cubicBezTo>
                <a:lnTo>
                  <a:pt x="0" y="69076"/>
                </a:lnTo>
                <a:cubicBezTo>
                  <a:pt x="0" y="30952"/>
                  <a:pt x="30952" y="0"/>
                  <a:pt x="69076" y="0"/>
                </a:cubicBezTo>
                <a:close/>
              </a:path>
            </a:pathLst>
          </a:custGeom>
          <a:solidFill>
            <a:srgbClr val="00C950">
              <a:alpha val="10196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9191166" y="1897882"/>
            <a:ext cx="194278" cy="155422"/>
          </a:xfrm>
          <a:custGeom>
            <a:avLst/>
            <a:gdLst/>
            <a:ahLst/>
            <a:cxnLst/>
            <a:rect l="l" t="t" r="r" b="b"/>
            <a:pathLst>
              <a:path w="194278" h="155422">
                <a:moveTo>
                  <a:pt x="106853" y="0"/>
                </a:moveTo>
                <a:cubicBezTo>
                  <a:pt x="106853" y="-5373"/>
                  <a:pt x="102512" y="-9714"/>
                  <a:pt x="97139" y="-9714"/>
                </a:cubicBezTo>
                <a:cubicBezTo>
                  <a:pt x="91766" y="-9714"/>
                  <a:pt x="87425" y="-5373"/>
                  <a:pt x="87425" y="0"/>
                </a:cubicBezTo>
                <a:lnTo>
                  <a:pt x="87425" y="19428"/>
                </a:lnTo>
                <a:lnTo>
                  <a:pt x="58283" y="19428"/>
                </a:lnTo>
                <a:cubicBezTo>
                  <a:pt x="42195" y="19428"/>
                  <a:pt x="29142" y="32481"/>
                  <a:pt x="29142" y="48569"/>
                </a:cubicBezTo>
                <a:lnTo>
                  <a:pt x="29142" y="116567"/>
                </a:lnTo>
                <a:cubicBezTo>
                  <a:pt x="29142" y="132655"/>
                  <a:pt x="42195" y="145708"/>
                  <a:pt x="58283" y="145708"/>
                </a:cubicBezTo>
                <a:lnTo>
                  <a:pt x="135994" y="145708"/>
                </a:lnTo>
                <a:cubicBezTo>
                  <a:pt x="152083" y="145708"/>
                  <a:pt x="165136" y="132655"/>
                  <a:pt x="165136" y="116567"/>
                </a:cubicBezTo>
                <a:lnTo>
                  <a:pt x="165136" y="48569"/>
                </a:lnTo>
                <a:cubicBezTo>
                  <a:pt x="165136" y="32481"/>
                  <a:pt x="152083" y="19428"/>
                  <a:pt x="135994" y="19428"/>
                </a:cubicBezTo>
                <a:lnTo>
                  <a:pt x="106853" y="19428"/>
                </a:lnTo>
                <a:lnTo>
                  <a:pt x="106853" y="0"/>
                </a:lnTo>
                <a:close/>
                <a:moveTo>
                  <a:pt x="48569" y="111710"/>
                </a:moveTo>
                <a:cubicBezTo>
                  <a:pt x="48569" y="107672"/>
                  <a:pt x="51817" y="104424"/>
                  <a:pt x="55855" y="104424"/>
                </a:cubicBezTo>
                <a:lnTo>
                  <a:pt x="65569" y="104424"/>
                </a:lnTo>
                <a:cubicBezTo>
                  <a:pt x="69606" y="104424"/>
                  <a:pt x="72854" y="107672"/>
                  <a:pt x="72854" y="111710"/>
                </a:cubicBezTo>
                <a:cubicBezTo>
                  <a:pt x="72854" y="115747"/>
                  <a:pt x="69606" y="118995"/>
                  <a:pt x="65569" y="118995"/>
                </a:cubicBezTo>
                <a:lnTo>
                  <a:pt x="55855" y="118995"/>
                </a:lnTo>
                <a:cubicBezTo>
                  <a:pt x="51817" y="118995"/>
                  <a:pt x="48569" y="115747"/>
                  <a:pt x="48569" y="111710"/>
                </a:cubicBezTo>
                <a:close/>
                <a:moveTo>
                  <a:pt x="84996" y="111710"/>
                </a:moveTo>
                <a:cubicBezTo>
                  <a:pt x="84996" y="107672"/>
                  <a:pt x="88245" y="104424"/>
                  <a:pt x="92282" y="104424"/>
                </a:cubicBezTo>
                <a:lnTo>
                  <a:pt x="101996" y="104424"/>
                </a:lnTo>
                <a:cubicBezTo>
                  <a:pt x="106033" y="104424"/>
                  <a:pt x="109281" y="107672"/>
                  <a:pt x="109281" y="111710"/>
                </a:cubicBezTo>
                <a:cubicBezTo>
                  <a:pt x="109281" y="115747"/>
                  <a:pt x="106033" y="118995"/>
                  <a:pt x="101996" y="118995"/>
                </a:cubicBezTo>
                <a:lnTo>
                  <a:pt x="92282" y="118995"/>
                </a:lnTo>
                <a:cubicBezTo>
                  <a:pt x="88245" y="118995"/>
                  <a:pt x="84996" y="115747"/>
                  <a:pt x="84996" y="111710"/>
                </a:cubicBezTo>
                <a:close/>
                <a:moveTo>
                  <a:pt x="121424" y="111710"/>
                </a:moveTo>
                <a:cubicBezTo>
                  <a:pt x="121424" y="107672"/>
                  <a:pt x="124672" y="104424"/>
                  <a:pt x="128709" y="104424"/>
                </a:cubicBezTo>
                <a:lnTo>
                  <a:pt x="138423" y="104424"/>
                </a:lnTo>
                <a:cubicBezTo>
                  <a:pt x="142460" y="104424"/>
                  <a:pt x="145708" y="107672"/>
                  <a:pt x="145708" y="111710"/>
                </a:cubicBezTo>
                <a:cubicBezTo>
                  <a:pt x="145708" y="115747"/>
                  <a:pt x="142460" y="118995"/>
                  <a:pt x="138423" y="118995"/>
                </a:cubicBezTo>
                <a:lnTo>
                  <a:pt x="128709" y="118995"/>
                </a:lnTo>
                <a:cubicBezTo>
                  <a:pt x="124672" y="118995"/>
                  <a:pt x="121424" y="115747"/>
                  <a:pt x="121424" y="111710"/>
                </a:cubicBezTo>
                <a:close/>
                <a:moveTo>
                  <a:pt x="67997" y="53426"/>
                </a:moveTo>
                <a:cubicBezTo>
                  <a:pt x="76039" y="53426"/>
                  <a:pt x="82568" y="59955"/>
                  <a:pt x="82568" y="67997"/>
                </a:cubicBezTo>
                <a:cubicBezTo>
                  <a:pt x="82568" y="76039"/>
                  <a:pt x="76039" y="82568"/>
                  <a:pt x="67997" y="82568"/>
                </a:cubicBezTo>
                <a:cubicBezTo>
                  <a:pt x="59955" y="82568"/>
                  <a:pt x="53426" y="76039"/>
                  <a:pt x="53426" y="67997"/>
                </a:cubicBezTo>
                <a:cubicBezTo>
                  <a:pt x="53426" y="59955"/>
                  <a:pt x="59955" y="53426"/>
                  <a:pt x="67997" y="53426"/>
                </a:cubicBezTo>
                <a:close/>
                <a:moveTo>
                  <a:pt x="111710" y="67997"/>
                </a:moveTo>
                <a:cubicBezTo>
                  <a:pt x="111710" y="59955"/>
                  <a:pt x="118239" y="53426"/>
                  <a:pt x="126280" y="53426"/>
                </a:cubicBezTo>
                <a:cubicBezTo>
                  <a:pt x="134322" y="53426"/>
                  <a:pt x="140851" y="59955"/>
                  <a:pt x="140851" y="67997"/>
                </a:cubicBezTo>
                <a:cubicBezTo>
                  <a:pt x="140851" y="76039"/>
                  <a:pt x="134322" y="82568"/>
                  <a:pt x="126280" y="82568"/>
                </a:cubicBezTo>
                <a:cubicBezTo>
                  <a:pt x="118239" y="82568"/>
                  <a:pt x="111710" y="76039"/>
                  <a:pt x="111710" y="67997"/>
                </a:cubicBezTo>
                <a:close/>
                <a:moveTo>
                  <a:pt x="19428" y="67997"/>
                </a:moveTo>
                <a:cubicBezTo>
                  <a:pt x="19428" y="62624"/>
                  <a:pt x="15087" y="58283"/>
                  <a:pt x="9714" y="58283"/>
                </a:cubicBezTo>
                <a:cubicBezTo>
                  <a:pt x="4341" y="58283"/>
                  <a:pt x="0" y="62624"/>
                  <a:pt x="0" y="67997"/>
                </a:cubicBezTo>
                <a:lnTo>
                  <a:pt x="0" y="97139"/>
                </a:lnTo>
                <a:cubicBezTo>
                  <a:pt x="0" y="102512"/>
                  <a:pt x="4341" y="106853"/>
                  <a:pt x="9714" y="106853"/>
                </a:cubicBezTo>
                <a:cubicBezTo>
                  <a:pt x="15087" y="106853"/>
                  <a:pt x="19428" y="102512"/>
                  <a:pt x="19428" y="97139"/>
                </a:cubicBezTo>
                <a:lnTo>
                  <a:pt x="19428" y="67997"/>
                </a:lnTo>
                <a:close/>
                <a:moveTo>
                  <a:pt x="184564" y="58283"/>
                </a:moveTo>
                <a:cubicBezTo>
                  <a:pt x="179191" y="58283"/>
                  <a:pt x="174850" y="62624"/>
                  <a:pt x="174850" y="67997"/>
                </a:cubicBezTo>
                <a:lnTo>
                  <a:pt x="174850" y="97139"/>
                </a:lnTo>
                <a:cubicBezTo>
                  <a:pt x="174850" y="102512"/>
                  <a:pt x="179191" y="106853"/>
                  <a:pt x="184564" y="106853"/>
                </a:cubicBezTo>
                <a:cubicBezTo>
                  <a:pt x="189937" y="106853"/>
                  <a:pt x="194278" y="102512"/>
                  <a:pt x="194278" y="97139"/>
                </a:cubicBezTo>
                <a:lnTo>
                  <a:pt x="194278" y="67997"/>
                </a:lnTo>
                <a:cubicBezTo>
                  <a:pt x="194278" y="62624"/>
                  <a:pt x="189937" y="58283"/>
                  <a:pt x="184564" y="58283"/>
                </a:cubicBezTo>
                <a:close/>
              </a:path>
            </a:pathLst>
          </a:custGeom>
          <a:solidFill>
            <a:srgbClr val="00C950"/>
          </a:solidFill>
          <a:ln/>
        </p:spPr>
      </p:sp>
      <p:sp>
        <p:nvSpPr>
          <p:cNvPr id="32" name="Text 30"/>
          <p:cNvSpPr/>
          <p:nvPr/>
        </p:nvSpPr>
        <p:spPr>
          <a:xfrm>
            <a:off x="9113455" y="2251899"/>
            <a:ext cx="2538561" cy="1726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2" b="1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4. AI Chat Analysis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9113455" y="2493667"/>
            <a:ext cx="2529926" cy="1381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16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Ask natural questions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9113455" y="2666248"/>
            <a:ext cx="2529926" cy="1381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16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Instant insights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9113455" y="2838830"/>
            <a:ext cx="2529926" cy="1381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16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Natural language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245221" y="3263543"/>
            <a:ext cx="2761333" cy="1457514"/>
          </a:xfrm>
          <a:custGeom>
            <a:avLst/>
            <a:gdLst/>
            <a:ahLst/>
            <a:cxnLst/>
            <a:rect l="l" t="t" r="r" b="b"/>
            <a:pathLst>
              <a:path w="2761333" h="1457514">
                <a:moveTo>
                  <a:pt x="103615" y="0"/>
                </a:moveTo>
                <a:lnTo>
                  <a:pt x="2657718" y="0"/>
                </a:lnTo>
                <a:cubicBezTo>
                  <a:pt x="2714943" y="0"/>
                  <a:pt x="2761333" y="46390"/>
                  <a:pt x="2761333" y="103615"/>
                </a:cubicBezTo>
                <a:lnTo>
                  <a:pt x="2761333" y="1353899"/>
                </a:lnTo>
                <a:cubicBezTo>
                  <a:pt x="2761333" y="1411086"/>
                  <a:pt x="2714904" y="1457514"/>
                  <a:pt x="2657718" y="1457514"/>
                </a:cubicBezTo>
                <a:lnTo>
                  <a:pt x="103615" y="1457514"/>
                </a:lnTo>
                <a:cubicBezTo>
                  <a:pt x="46390" y="1457514"/>
                  <a:pt x="0" y="1411124"/>
                  <a:pt x="0" y="1353899"/>
                </a:cubicBezTo>
                <a:lnTo>
                  <a:pt x="0" y="103615"/>
                </a:lnTo>
                <a:cubicBezTo>
                  <a:pt x="0" y="46428"/>
                  <a:pt x="46428" y="0"/>
                  <a:pt x="103615" y="0"/>
                </a:cubicBezTo>
                <a:close/>
              </a:path>
            </a:pathLst>
          </a:custGeom>
          <a:solidFill>
            <a:srgbClr val="FFFFFF"/>
          </a:solidFill>
          <a:ln w="10160">
            <a:solidFill>
              <a:srgbClr val="F3F4F6"/>
            </a:solidFill>
            <a:prstDash val="solid"/>
          </a:ln>
          <a:effectLst>
            <a:outerShdw blurRad="25904" dist="8635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386828" y="3405153"/>
            <a:ext cx="345382" cy="345382"/>
          </a:xfrm>
          <a:custGeom>
            <a:avLst/>
            <a:gdLst/>
            <a:ahLst/>
            <a:cxnLst/>
            <a:rect l="l" t="t" r="r" b="b"/>
            <a:pathLst>
              <a:path w="345382" h="345382">
                <a:moveTo>
                  <a:pt x="69076" y="0"/>
                </a:moveTo>
                <a:lnTo>
                  <a:pt x="276306" y="0"/>
                </a:lnTo>
                <a:cubicBezTo>
                  <a:pt x="314456" y="0"/>
                  <a:pt x="345382" y="30927"/>
                  <a:pt x="345382" y="69076"/>
                </a:cubicBezTo>
                <a:lnTo>
                  <a:pt x="345382" y="276306"/>
                </a:lnTo>
                <a:cubicBezTo>
                  <a:pt x="345382" y="314456"/>
                  <a:pt x="314456" y="345382"/>
                  <a:pt x="276306" y="345382"/>
                </a:cubicBezTo>
                <a:lnTo>
                  <a:pt x="69076" y="345382"/>
                </a:lnTo>
                <a:cubicBezTo>
                  <a:pt x="30927" y="345382"/>
                  <a:pt x="0" y="314456"/>
                  <a:pt x="0" y="276306"/>
                </a:cubicBezTo>
                <a:lnTo>
                  <a:pt x="0" y="69076"/>
                </a:lnTo>
                <a:cubicBezTo>
                  <a:pt x="0" y="30952"/>
                  <a:pt x="30952" y="0"/>
                  <a:pt x="69076" y="0"/>
                </a:cubicBezTo>
                <a:close/>
              </a:path>
            </a:pathLst>
          </a:custGeom>
          <a:solidFill>
            <a:srgbClr val="FF6900">
              <a:alpha val="10196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483967" y="3500133"/>
            <a:ext cx="155422" cy="155422"/>
          </a:xfrm>
          <a:custGeom>
            <a:avLst/>
            <a:gdLst/>
            <a:ahLst/>
            <a:cxnLst/>
            <a:rect l="l" t="t" r="r" b="b"/>
            <a:pathLst>
              <a:path w="155422" h="155422">
                <a:moveTo>
                  <a:pt x="126280" y="63140"/>
                </a:moveTo>
                <a:cubicBezTo>
                  <a:pt x="126280" y="77074"/>
                  <a:pt x="121757" y="89944"/>
                  <a:pt x="114138" y="100387"/>
                </a:cubicBezTo>
                <a:lnTo>
                  <a:pt x="152569" y="138848"/>
                </a:lnTo>
                <a:cubicBezTo>
                  <a:pt x="156363" y="142642"/>
                  <a:pt x="156363" y="148805"/>
                  <a:pt x="152569" y="152599"/>
                </a:cubicBezTo>
                <a:cubicBezTo>
                  <a:pt x="148774" y="156393"/>
                  <a:pt x="142612" y="156393"/>
                  <a:pt x="138817" y="152599"/>
                </a:cubicBezTo>
                <a:lnTo>
                  <a:pt x="100387" y="114138"/>
                </a:lnTo>
                <a:cubicBezTo>
                  <a:pt x="89944" y="121757"/>
                  <a:pt x="77074" y="126280"/>
                  <a:pt x="63140" y="126280"/>
                </a:cubicBezTo>
                <a:cubicBezTo>
                  <a:pt x="28261" y="126280"/>
                  <a:pt x="0" y="98019"/>
                  <a:pt x="0" y="63140"/>
                </a:cubicBezTo>
                <a:cubicBezTo>
                  <a:pt x="0" y="28261"/>
                  <a:pt x="28261" y="0"/>
                  <a:pt x="63140" y="0"/>
                </a:cubicBezTo>
                <a:cubicBezTo>
                  <a:pt x="98019" y="0"/>
                  <a:pt x="126280" y="28261"/>
                  <a:pt x="126280" y="63140"/>
                </a:cubicBezTo>
                <a:close/>
                <a:moveTo>
                  <a:pt x="63140" y="106853"/>
                </a:moveTo>
                <a:cubicBezTo>
                  <a:pt x="87266" y="106853"/>
                  <a:pt x="106853" y="87266"/>
                  <a:pt x="106853" y="63140"/>
                </a:cubicBezTo>
                <a:cubicBezTo>
                  <a:pt x="106853" y="39015"/>
                  <a:pt x="87266" y="19428"/>
                  <a:pt x="63140" y="19428"/>
                </a:cubicBezTo>
                <a:cubicBezTo>
                  <a:pt x="39015" y="19428"/>
                  <a:pt x="19428" y="39015"/>
                  <a:pt x="19428" y="63140"/>
                </a:cubicBezTo>
                <a:cubicBezTo>
                  <a:pt x="19428" y="87266"/>
                  <a:pt x="39015" y="106853"/>
                  <a:pt x="63140" y="106853"/>
                </a:cubicBezTo>
                <a:close/>
              </a:path>
            </a:pathLst>
          </a:custGeom>
          <a:solidFill>
            <a:srgbClr val="FF6900"/>
          </a:solidFill>
          <a:ln/>
        </p:spPr>
      </p:sp>
      <p:sp>
        <p:nvSpPr>
          <p:cNvPr id="39" name="Text 37"/>
          <p:cNvSpPr/>
          <p:nvPr/>
        </p:nvSpPr>
        <p:spPr>
          <a:xfrm>
            <a:off x="386828" y="3854150"/>
            <a:ext cx="2538561" cy="1726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2" b="1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5. Anomaly Detection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386828" y="4095917"/>
            <a:ext cx="2529926" cy="1381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16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Automatic pattern spotting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386828" y="4268499"/>
            <a:ext cx="2529926" cy="1381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16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Alerts for suspicious data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386828" y="4441081"/>
            <a:ext cx="2529926" cy="1381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16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Prevent errors and fraud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3154097" y="3263543"/>
            <a:ext cx="2761333" cy="1457514"/>
          </a:xfrm>
          <a:custGeom>
            <a:avLst/>
            <a:gdLst/>
            <a:ahLst/>
            <a:cxnLst/>
            <a:rect l="l" t="t" r="r" b="b"/>
            <a:pathLst>
              <a:path w="2761333" h="1457514">
                <a:moveTo>
                  <a:pt x="103615" y="0"/>
                </a:moveTo>
                <a:lnTo>
                  <a:pt x="2657718" y="0"/>
                </a:lnTo>
                <a:cubicBezTo>
                  <a:pt x="2714943" y="0"/>
                  <a:pt x="2761333" y="46390"/>
                  <a:pt x="2761333" y="103615"/>
                </a:cubicBezTo>
                <a:lnTo>
                  <a:pt x="2761333" y="1353899"/>
                </a:lnTo>
                <a:cubicBezTo>
                  <a:pt x="2761333" y="1411086"/>
                  <a:pt x="2714904" y="1457514"/>
                  <a:pt x="2657718" y="1457514"/>
                </a:cubicBezTo>
                <a:lnTo>
                  <a:pt x="103615" y="1457514"/>
                </a:lnTo>
                <a:cubicBezTo>
                  <a:pt x="46390" y="1457514"/>
                  <a:pt x="0" y="1411124"/>
                  <a:pt x="0" y="1353899"/>
                </a:cubicBezTo>
                <a:lnTo>
                  <a:pt x="0" y="103615"/>
                </a:lnTo>
                <a:cubicBezTo>
                  <a:pt x="0" y="46428"/>
                  <a:pt x="46428" y="0"/>
                  <a:pt x="103615" y="0"/>
                </a:cubicBezTo>
                <a:close/>
              </a:path>
            </a:pathLst>
          </a:custGeom>
          <a:solidFill>
            <a:srgbClr val="FFFFFF"/>
          </a:solidFill>
          <a:ln w="10160">
            <a:solidFill>
              <a:srgbClr val="F3F4F6"/>
            </a:solidFill>
            <a:prstDash val="solid"/>
          </a:ln>
          <a:effectLst>
            <a:outerShdw blurRad="25904" dist="8635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3295704" y="3405153"/>
            <a:ext cx="345382" cy="345382"/>
          </a:xfrm>
          <a:custGeom>
            <a:avLst/>
            <a:gdLst/>
            <a:ahLst/>
            <a:cxnLst/>
            <a:rect l="l" t="t" r="r" b="b"/>
            <a:pathLst>
              <a:path w="345382" h="345382">
                <a:moveTo>
                  <a:pt x="69076" y="0"/>
                </a:moveTo>
                <a:lnTo>
                  <a:pt x="276306" y="0"/>
                </a:lnTo>
                <a:cubicBezTo>
                  <a:pt x="314456" y="0"/>
                  <a:pt x="345382" y="30927"/>
                  <a:pt x="345382" y="69076"/>
                </a:cubicBezTo>
                <a:lnTo>
                  <a:pt x="345382" y="276306"/>
                </a:lnTo>
                <a:cubicBezTo>
                  <a:pt x="345382" y="314456"/>
                  <a:pt x="314456" y="345382"/>
                  <a:pt x="276306" y="345382"/>
                </a:cubicBezTo>
                <a:lnTo>
                  <a:pt x="69076" y="345382"/>
                </a:lnTo>
                <a:cubicBezTo>
                  <a:pt x="30927" y="345382"/>
                  <a:pt x="0" y="314456"/>
                  <a:pt x="0" y="276306"/>
                </a:cubicBezTo>
                <a:lnTo>
                  <a:pt x="0" y="69076"/>
                </a:lnTo>
                <a:cubicBezTo>
                  <a:pt x="0" y="30952"/>
                  <a:pt x="30952" y="0"/>
                  <a:pt x="69076" y="0"/>
                </a:cubicBezTo>
                <a:close/>
              </a:path>
            </a:pathLst>
          </a:custGeom>
          <a:solidFill>
            <a:srgbClr val="AD46FF">
              <a:alpha val="10196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3392843" y="3500133"/>
            <a:ext cx="155422" cy="155422"/>
          </a:xfrm>
          <a:custGeom>
            <a:avLst/>
            <a:gdLst/>
            <a:ahLst/>
            <a:cxnLst/>
            <a:rect l="l" t="t" r="r" b="b"/>
            <a:pathLst>
              <a:path w="155422" h="155422">
                <a:moveTo>
                  <a:pt x="9714" y="9714"/>
                </a:moveTo>
                <a:cubicBezTo>
                  <a:pt x="15087" y="9714"/>
                  <a:pt x="19428" y="14055"/>
                  <a:pt x="19428" y="19428"/>
                </a:cubicBezTo>
                <a:lnTo>
                  <a:pt x="19428" y="121424"/>
                </a:lnTo>
                <a:cubicBezTo>
                  <a:pt x="19428" y="124095"/>
                  <a:pt x="21613" y="126280"/>
                  <a:pt x="24285" y="126280"/>
                </a:cubicBezTo>
                <a:lnTo>
                  <a:pt x="145708" y="126280"/>
                </a:lnTo>
                <a:cubicBezTo>
                  <a:pt x="151081" y="126280"/>
                  <a:pt x="155422" y="130621"/>
                  <a:pt x="155422" y="135994"/>
                </a:cubicBezTo>
                <a:cubicBezTo>
                  <a:pt x="155422" y="141367"/>
                  <a:pt x="151081" y="145708"/>
                  <a:pt x="145708" y="145708"/>
                </a:cubicBezTo>
                <a:lnTo>
                  <a:pt x="24285" y="145708"/>
                </a:lnTo>
                <a:cubicBezTo>
                  <a:pt x="10867" y="145708"/>
                  <a:pt x="0" y="134841"/>
                  <a:pt x="0" y="121424"/>
                </a:cubicBezTo>
                <a:lnTo>
                  <a:pt x="0" y="19428"/>
                </a:lnTo>
                <a:cubicBezTo>
                  <a:pt x="0" y="14055"/>
                  <a:pt x="4341" y="9714"/>
                  <a:pt x="9714" y="9714"/>
                </a:cubicBezTo>
                <a:close/>
                <a:moveTo>
                  <a:pt x="72854" y="29142"/>
                </a:moveTo>
                <a:cubicBezTo>
                  <a:pt x="74888" y="29142"/>
                  <a:pt x="76831" y="29992"/>
                  <a:pt x="78227" y="31509"/>
                </a:cubicBezTo>
                <a:lnTo>
                  <a:pt x="99810" y="55035"/>
                </a:lnTo>
                <a:lnTo>
                  <a:pt x="113835" y="40980"/>
                </a:lnTo>
                <a:cubicBezTo>
                  <a:pt x="116688" y="38127"/>
                  <a:pt x="121302" y="38127"/>
                  <a:pt x="124125" y="40980"/>
                </a:cubicBezTo>
                <a:lnTo>
                  <a:pt x="143553" y="60408"/>
                </a:lnTo>
                <a:cubicBezTo>
                  <a:pt x="144919" y="61774"/>
                  <a:pt x="145678" y="63626"/>
                  <a:pt x="145678" y="65569"/>
                </a:cubicBezTo>
                <a:lnTo>
                  <a:pt x="145678" y="99567"/>
                </a:lnTo>
                <a:cubicBezTo>
                  <a:pt x="145678" y="103605"/>
                  <a:pt x="142430" y="106853"/>
                  <a:pt x="138392" y="106853"/>
                </a:cubicBezTo>
                <a:lnTo>
                  <a:pt x="46111" y="106853"/>
                </a:lnTo>
                <a:cubicBezTo>
                  <a:pt x="42073" y="106853"/>
                  <a:pt x="38825" y="103605"/>
                  <a:pt x="38825" y="99567"/>
                </a:cubicBezTo>
                <a:lnTo>
                  <a:pt x="38825" y="65569"/>
                </a:lnTo>
                <a:cubicBezTo>
                  <a:pt x="38825" y="63747"/>
                  <a:pt x="39523" y="61987"/>
                  <a:pt x="40738" y="60651"/>
                </a:cubicBezTo>
                <a:lnTo>
                  <a:pt x="67451" y="31509"/>
                </a:lnTo>
                <a:cubicBezTo>
                  <a:pt x="68817" y="29992"/>
                  <a:pt x="70790" y="29142"/>
                  <a:pt x="72824" y="29142"/>
                </a:cubicBezTo>
                <a:close/>
              </a:path>
            </a:pathLst>
          </a:custGeom>
          <a:solidFill>
            <a:srgbClr val="AD46FF"/>
          </a:solidFill>
          <a:ln/>
        </p:spPr>
      </p:sp>
      <p:sp>
        <p:nvSpPr>
          <p:cNvPr id="46" name="Text 44"/>
          <p:cNvSpPr/>
          <p:nvPr/>
        </p:nvSpPr>
        <p:spPr>
          <a:xfrm>
            <a:off x="3295704" y="3854150"/>
            <a:ext cx="2538561" cy="1726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2" b="1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6. Trend &amp; Forecasting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3295704" y="4095917"/>
            <a:ext cx="2529926" cy="1381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16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See sales trends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3295704" y="4268499"/>
            <a:ext cx="2529926" cy="1381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16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Predict performance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3295704" y="4441081"/>
            <a:ext cx="2529926" cy="1381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16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Compare time periods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6062973" y="3263543"/>
            <a:ext cx="2761333" cy="1457514"/>
          </a:xfrm>
          <a:custGeom>
            <a:avLst/>
            <a:gdLst/>
            <a:ahLst/>
            <a:cxnLst/>
            <a:rect l="l" t="t" r="r" b="b"/>
            <a:pathLst>
              <a:path w="2761333" h="1457514">
                <a:moveTo>
                  <a:pt x="103615" y="0"/>
                </a:moveTo>
                <a:lnTo>
                  <a:pt x="2657718" y="0"/>
                </a:lnTo>
                <a:cubicBezTo>
                  <a:pt x="2714943" y="0"/>
                  <a:pt x="2761333" y="46390"/>
                  <a:pt x="2761333" y="103615"/>
                </a:cubicBezTo>
                <a:lnTo>
                  <a:pt x="2761333" y="1353899"/>
                </a:lnTo>
                <a:cubicBezTo>
                  <a:pt x="2761333" y="1411086"/>
                  <a:pt x="2714904" y="1457514"/>
                  <a:pt x="2657718" y="1457514"/>
                </a:cubicBezTo>
                <a:lnTo>
                  <a:pt x="103615" y="1457514"/>
                </a:lnTo>
                <a:cubicBezTo>
                  <a:pt x="46390" y="1457514"/>
                  <a:pt x="0" y="1411124"/>
                  <a:pt x="0" y="1353899"/>
                </a:cubicBezTo>
                <a:lnTo>
                  <a:pt x="0" y="103615"/>
                </a:lnTo>
                <a:cubicBezTo>
                  <a:pt x="0" y="46428"/>
                  <a:pt x="46428" y="0"/>
                  <a:pt x="103615" y="0"/>
                </a:cubicBezTo>
                <a:close/>
              </a:path>
            </a:pathLst>
          </a:custGeom>
          <a:solidFill>
            <a:srgbClr val="FFFFFF"/>
          </a:solidFill>
          <a:ln w="10160">
            <a:solidFill>
              <a:srgbClr val="F3F4F6"/>
            </a:solidFill>
            <a:prstDash val="solid"/>
          </a:ln>
          <a:effectLst>
            <a:outerShdw blurRad="25904" dist="8635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51" name="Shape 49"/>
          <p:cNvSpPr/>
          <p:nvPr/>
        </p:nvSpPr>
        <p:spPr>
          <a:xfrm>
            <a:off x="6204579" y="3405153"/>
            <a:ext cx="345382" cy="345382"/>
          </a:xfrm>
          <a:custGeom>
            <a:avLst/>
            <a:gdLst/>
            <a:ahLst/>
            <a:cxnLst/>
            <a:rect l="l" t="t" r="r" b="b"/>
            <a:pathLst>
              <a:path w="345382" h="345382">
                <a:moveTo>
                  <a:pt x="69076" y="0"/>
                </a:moveTo>
                <a:lnTo>
                  <a:pt x="276306" y="0"/>
                </a:lnTo>
                <a:cubicBezTo>
                  <a:pt x="314456" y="0"/>
                  <a:pt x="345382" y="30927"/>
                  <a:pt x="345382" y="69076"/>
                </a:cubicBezTo>
                <a:lnTo>
                  <a:pt x="345382" y="276306"/>
                </a:lnTo>
                <a:cubicBezTo>
                  <a:pt x="345382" y="314456"/>
                  <a:pt x="314456" y="345382"/>
                  <a:pt x="276306" y="345382"/>
                </a:cubicBezTo>
                <a:lnTo>
                  <a:pt x="69076" y="345382"/>
                </a:lnTo>
                <a:cubicBezTo>
                  <a:pt x="30927" y="345382"/>
                  <a:pt x="0" y="314456"/>
                  <a:pt x="0" y="276306"/>
                </a:cubicBezTo>
                <a:lnTo>
                  <a:pt x="0" y="69076"/>
                </a:lnTo>
                <a:cubicBezTo>
                  <a:pt x="0" y="30952"/>
                  <a:pt x="30952" y="0"/>
                  <a:pt x="69076" y="0"/>
                </a:cubicBezTo>
                <a:close/>
              </a:path>
            </a:pathLst>
          </a:custGeom>
          <a:solidFill>
            <a:srgbClr val="FB2C36">
              <a:alpha val="10196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6311432" y="3500133"/>
            <a:ext cx="135994" cy="155422"/>
          </a:xfrm>
          <a:custGeom>
            <a:avLst/>
            <a:gdLst/>
            <a:ahLst/>
            <a:cxnLst/>
            <a:rect l="l" t="t" r="r" b="b"/>
            <a:pathLst>
              <a:path w="135994" h="155422">
                <a:moveTo>
                  <a:pt x="77711" y="9714"/>
                </a:moveTo>
                <a:cubicBezTo>
                  <a:pt x="77711" y="4341"/>
                  <a:pt x="73370" y="0"/>
                  <a:pt x="67997" y="0"/>
                </a:cubicBezTo>
                <a:cubicBezTo>
                  <a:pt x="62624" y="0"/>
                  <a:pt x="58283" y="4341"/>
                  <a:pt x="58283" y="9714"/>
                </a:cubicBezTo>
                <a:lnTo>
                  <a:pt x="58283" y="73674"/>
                </a:lnTo>
                <a:lnTo>
                  <a:pt x="45716" y="61106"/>
                </a:lnTo>
                <a:cubicBezTo>
                  <a:pt x="41921" y="57312"/>
                  <a:pt x="35759" y="57312"/>
                  <a:pt x="31965" y="61106"/>
                </a:cubicBezTo>
                <a:cubicBezTo>
                  <a:pt x="28170" y="64901"/>
                  <a:pt x="28170" y="71063"/>
                  <a:pt x="31965" y="74858"/>
                </a:cubicBezTo>
                <a:lnTo>
                  <a:pt x="61106" y="103999"/>
                </a:lnTo>
                <a:cubicBezTo>
                  <a:pt x="64901" y="107794"/>
                  <a:pt x="71063" y="107794"/>
                  <a:pt x="74858" y="103999"/>
                </a:cubicBezTo>
                <a:lnTo>
                  <a:pt x="103999" y="74858"/>
                </a:lnTo>
                <a:cubicBezTo>
                  <a:pt x="107794" y="71063"/>
                  <a:pt x="107794" y="64901"/>
                  <a:pt x="103999" y="61106"/>
                </a:cubicBezTo>
                <a:cubicBezTo>
                  <a:pt x="100205" y="57312"/>
                  <a:pt x="94043" y="57312"/>
                  <a:pt x="90248" y="61106"/>
                </a:cubicBezTo>
                <a:lnTo>
                  <a:pt x="77711" y="73674"/>
                </a:lnTo>
                <a:lnTo>
                  <a:pt x="77711" y="9714"/>
                </a:lnTo>
                <a:close/>
                <a:moveTo>
                  <a:pt x="19428" y="97139"/>
                </a:moveTo>
                <a:cubicBezTo>
                  <a:pt x="8712" y="97139"/>
                  <a:pt x="0" y="105851"/>
                  <a:pt x="0" y="116567"/>
                </a:cubicBezTo>
                <a:lnTo>
                  <a:pt x="0" y="126280"/>
                </a:lnTo>
                <a:cubicBezTo>
                  <a:pt x="0" y="136996"/>
                  <a:pt x="8712" y="145708"/>
                  <a:pt x="19428" y="145708"/>
                </a:cubicBezTo>
                <a:lnTo>
                  <a:pt x="116567" y="145708"/>
                </a:lnTo>
                <a:cubicBezTo>
                  <a:pt x="127282" y="145708"/>
                  <a:pt x="135994" y="136996"/>
                  <a:pt x="135994" y="126280"/>
                </a:cubicBezTo>
                <a:lnTo>
                  <a:pt x="135994" y="116567"/>
                </a:lnTo>
                <a:cubicBezTo>
                  <a:pt x="135994" y="105851"/>
                  <a:pt x="127282" y="97139"/>
                  <a:pt x="116567" y="97139"/>
                </a:cubicBezTo>
                <a:lnTo>
                  <a:pt x="102330" y="97139"/>
                </a:lnTo>
                <a:lnTo>
                  <a:pt x="85148" y="114320"/>
                </a:lnTo>
                <a:cubicBezTo>
                  <a:pt x="75677" y="123791"/>
                  <a:pt x="60287" y="123791"/>
                  <a:pt x="50816" y="114320"/>
                </a:cubicBezTo>
                <a:lnTo>
                  <a:pt x="33665" y="97139"/>
                </a:lnTo>
                <a:lnTo>
                  <a:pt x="19428" y="97139"/>
                </a:lnTo>
                <a:close/>
                <a:moveTo>
                  <a:pt x="111710" y="114138"/>
                </a:moveTo>
                <a:cubicBezTo>
                  <a:pt x="115731" y="114138"/>
                  <a:pt x="118995" y="117403"/>
                  <a:pt x="118995" y="121424"/>
                </a:cubicBezTo>
                <a:cubicBezTo>
                  <a:pt x="118995" y="125444"/>
                  <a:pt x="115731" y="128709"/>
                  <a:pt x="111710" y="128709"/>
                </a:cubicBezTo>
                <a:cubicBezTo>
                  <a:pt x="107689" y="128709"/>
                  <a:pt x="104424" y="125444"/>
                  <a:pt x="104424" y="121424"/>
                </a:cubicBezTo>
                <a:cubicBezTo>
                  <a:pt x="104424" y="117403"/>
                  <a:pt x="107689" y="114138"/>
                  <a:pt x="111710" y="114138"/>
                </a:cubicBezTo>
                <a:close/>
              </a:path>
            </a:pathLst>
          </a:custGeom>
          <a:solidFill>
            <a:srgbClr val="FB2C36"/>
          </a:solidFill>
          <a:ln/>
        </p:spPr>
      </p:sp>
      <p:sp>
        <p:nvSpPr>
          <p:cNvPr id="53" name="Text 51"/>
          <p:cNvSpPr/>
          <p:nvPr/>
        </p:nvSpPr>
        <p:spPr>
          <a:xfrm>
            <a:off x="6204579" y="3854150"/>
            <a:ext cx="2538561" cy="1726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2" b="1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7. Export Data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6204579" y="4095917"/>
            <a:ext cx="2529926" cy="1381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16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Download CSV, Excel, JSON</a:t>
            </a:r>
            <a:endParaRPr lang="en-US" sz="1600" dirty="0"/>
          </a:p>
        </p:txBody>
      </p:sp>
      <p:sp>
        <p:nvSpPr>
          <p:cNvPr id="55" name="Text 53"/>
          <p:cNvSpPr/>
          <p:nvPr/>
        </p:nvSpPr>
        <p:spPr>
          <a:xfrm>
            <a:off x="6204579" y="4268499"/>
            <a:ext cx="2529926" cy="1381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16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Share reports easily</a:t>
            </a:r>
            <a:endParaRPr lang="en-US" sz="1600" dirty="0"/>
          </a:p>
        </p:txBody>
      </p:sp>
      <p:sp>
        <p:nvSpPr>
          <p:cNvPr id="56" name="Text 54"/>
          <p:cNvSpPr/>
          <p:nvPr/>
        </p:nvSpPr>
        <p:spPr>
          <a:xfrm>
            <a:off x="6204579" y="4441081"/>
            <a:ext cx="2529926" cy="1381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16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Keep data portable</a:t>
            </a:r>
            <a:endParaRPr lang="en-US" sz="1600" dirty="0"/>
          </a:p>
        </p:txBody>
      </p:sp>
      <p:sp>
        <p:nvSpPr>
          <p:cNvPr id="57" name="Shape 55"/>
          <p:cNvSpPr/>
          <p:nvPr/>
        </p:nvSpPr>
        <p:spPr>
          <a:xfrm>
            <a:off x="8971848" y="3263543"/>
            <a:ext cx="2761333" cy="1457514"/>
          </a:xfrm>
          <a:custGeom>
            <a:avLst/>
            <a:gdLst/>
            <a:ahLst/>
            <a:cxnLst/>
            <a:rect l="l" t="t" r="r" b="b"/>
            <a:pathLst>
              <a:path w="2761333" h="1457514">
                <a:moveTo>
                  <a:pt x="103615" y="0"/>
                </a:moveTo>
                <a:lnTo>
                  <a:pt x="2657718" y="0"/>
                </a:lnTo>
                <a:cubicBezTo>
                  <a:pt x="2714943" y="0"/>
                  <a:pt x="2761333" y="46390"/>
                  <a:pt x="2761333" y="103615"/>
                </a:cubicBezTo>
                <a:lnTo>
                  <a:pt x="2761333" y="1353899"/>
                </a:lnTo>
                <a:cubicBezTo>
                  <a:pt x="2761333" y="1411086"/>
                  <a:pt x="2714904" y="1457514"/>
                  <a:pt x="2657718" y="1457514"/>
                </a:cubicBezTo>
                <a:lnTo>
                  <a:pt x="103615" y="1457514"/>
                </a:lnTo>
                <a:cubicBezTo>
                  <a:pt x="46390" y="1457514"/>
                  <a:pt x="0" y="1411124"/>
                  <a:pt x="0" y="1353899"/>
                </a:cubicBezTo>
                <a:lnTo>
                  <a:pt x="0" y="103615"/>
                </a:lnTo>
                <a:cubicBezTo>
                  <a:pt x="0" y="46428"/>
                  <a:pt x="46428" y="0"/>
                  <a:pt x="103615" y="0"/>
                </a:cubicBezTo>
                <a:close/>
              </a:path>
            </a:pathLst>
          </a:custGeom>
          <a:solidFill>
            <a:srgbClr val="FFFFFF"/>
          </a:solidFill>
          <a:ln w="10160">
            <a:solidFill>
              <a:srgbClr val="F3F4F6"/>
            </a:solidFill>
            <a:prstDash val="solid"/>
          </a:ln>
          <a:effectLst>
            <a:outerShdw blurRad="25904" dist="8635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58" name="Shape 56"/>
          <p:cNvSpPr/>
          <p:nvPr/>
        </p:nvSpPr>
        <p:spPr>
          <a:xfrm>
            <a:off x="9113455" y="3405153"/>
            <a:ext cx="345382" cy="345382"/>
          </a:xfrm>
          <a:custGeom>
            <a:avLst/>
            <a:gdLst/>
            <a:ahLst/>
            <a:cxnLst/>
            <a:rect l="l" t="t" r="r" b="b"/>
            <a:pathLst>
              <a:path w="345382" h="345382">
                <a:moveTo>
                  <a:pt x="69076" y="0"/>
                </a:moveTo>
                <a:lnTo>
                  <a:pt x="276306" y="0"/>
                </a:lnTo>
                <a:cubicBezTo>
                  <a:pt x="314456" y="0"/>
                  <a:pt x="345382" y="30927"/>
                  <a:pt x="345382" y="69076"/>
                </a:cubicBezTo>
                <a:lnTo>
                  <a:pt x="345382" y="276306"/>
                </a:lnTo>
                <a:cubicBezTo>
                  <a:pt x="345382" y="314456"/>
                  <a:pt x="314456" y="345382"/>
                  <a:pt x="276306" y="345382"/>
                </a:cubicBezTo>
                <a:lnTo>
                  <a:pt x="69076" y="345382"/>
                </a:lnTo>
                <a:cubicBezTo>
                  <a:pt x="30927" y="345382"/>
                  <a:pt x="0" y="314456"/>
                  <a:pt x="0" y="276306"/>
                </a:cubicBezTo>
                <a:lnTo>
                  <a:pt x="0" y="69076"/>
                </a:lnTo>
                <a:cubicBezTo>
                  <a:pt x="0" y="30952"/>
                  <a:pt x="30952" y="0"/>
                  <a:pt x="69076" y="0"/>
                </a:cubicBezTo>
                <a:close/>
              </a:path>
            </a:pathLst>
          </a:custGeom>
          <a:solidFill>
            <a:srgbClr val="00BBA7">
              <a:alpha val="10196"/>
            </a:srgbClr>
          </a:solidFill>
          <a:ln/>
        </p:spPr>
      </p:sp>
      <p:sp>
        <p:nvSpPr>
          <p:cNvPr id="59" name="Shape 57"/>
          <p:cNvSpPr/>
          <p:nvPr/>
        </p:nvSpPr>
        <p:spPr>
          <a:xfrm>
            <a:off x="9210594" y="3500133"/>
            <a:ext cx="155422" cy="155422"/>
          </a:xfrm>
          <a:custGeom>
            <a:avLst/>
            <a:gdLst/>
            <a:ahLst/>
            <a:cxnLst/>
            <a:rect l="l" t="t" r="r" b="b"/>
            <a:pathLst>
              <a:path w="155422" h="155422">
                <a:moveTo>
                  <a:pt x="155422" y="77711"/>
                </a:moveTo>
                <a:cubicBezTo>
                  <a:pt x="155422" y="77984"/>
                  <a:pt x="155422" y="78257"/>
                  <a:pt x="155422" y="78531"/>
                </a:cubicBezTo>
                <a:cubicBezTo>
                  <a:pt x="155301" y="89611"/>
                  <a:pt x="145223" y="97139"/>
                  <a:pt x="134143" y="97139"/>
                </a:cubicBezTo>
                <a:lnTo>
                  <a:pt x="104424" y="97139"/>
                </a:lnTo>
                <a:cubicBezTo>
                  <a:pt x="96380" y="97139"/>
                  <a:pt x="89853" y="103665"/>
                  <a:pt x="89853" y="111710"/>
                </a:cubicBezTo>
                <a:cubicBezTo>
                  <a:pt x="89853" y="112742"/>
                  <a:pt x="89975" y="113743"/>
                  <a:pt x="90157" y="114715"/>
                </a:cubicBezTo>
                <a:cubicBezTo>
                  <a:pt x="90794" y="117811"/>
                  <a:pt x="92130" y="120786"/>
                  <a:pt x="93435" y="123791"/>
                </a:cubicBezTo>
                <a:cubicBezTo>
                  <a:pt x="95287" y="127980"/>
                  <a:pt x="97108" y="132139"/>
                  <a:pt x="97108" y="136541"/>
                </a:cubicBezTo>
                <a:cubicBezTo>
                  <a:pt x="97108" y="146194"/>
                  <a:pt x="90552" y="154967"/>
                  <a:pt x="80898" y="155361"/>
                </a:cubicBezTo>
                <a:cubicBezTo>
                  <a:pt x="79836" y="155392"/>
                  <a:pt x="78774" y="155422"/>
                  <a:pt x="77681" y="155422"/>
                </a:cubicBezTo>
                <a:cubicBezTo>
                  <a:pt x="34757" y="155422"/>
                  <a:pt x="-30" y="120634"/>
                  <a:pt x="-30" y="77711"/>
                </a:cubicBezTo>
                <a:cubicBezTo>
                  <a:pt x="-30" y="34788"/>
                  <a:pt x="34788" y="0"/>
                  <a:pt x="77711" y="0"/>
                </a:cubicBezTo>
                <a:cubicBezTo>
                  <a:pt x="120634" y="0"/>
                  <a:pt x="155422" y="34788"/>
                  <a:pt x="155422" y="77711"/>
                </a:cubicBezTo>
                <a:close/>
                <a:moveTo>
                  <a:pt x="38856" y="87425"/>
                </a:moveTo>
                <a:cubicBezTo>
                  <a:pt x="38856" y="82064"/>
                  <a:pt x="34503" y="77711"/>
                  <a:pt x="29142" y="77711"/>
                </a:cubicBezTo>
                <a:cubicBezTo>
                  <a:pt x="23780" y="77711"/>
                  <a:pt x="19428" y="82064"/>
                  <a:pt x="19428" y="87425"/>
                </a:cubicBezTo>
                <a:cubicBezTo>
                  <a:pt x="19428" y="92786"/>
                  <a:pt x="23780" y="97139"/>
                  <a:pt x="29142" y="97139"/>
                </a:cubicBezTo>
                <a:cubicBezTo>
                  <a:pt x="34503" y="97139"/>
                  <a:pt x="38856" y="92786"/>
                  <a:pt x="38856" y="87425"/>
                </a:cubicBezTo>
                <a:close/>
                <a:moveTo>
                  <a:pt x="38856" y="58283"/>
                </a:moveTo>
                <a:cubicBezTo>
                  <a:pt x="44217" y="58283"/>
                  <a:pt x="48569" y="53931"/>
                  <a:pt x="48569" y="48569"/>
                </a:cubicBezTo>
                <a:cubicBezTo>
                  <a:pt x="48569" y="43208"/>
                  <a:pt x="44217" y="38856"/>
                  <a:pt x="38856" y="38856"/>
                </a:cubicBezTo>
                <a:cubicBezTo>
                  <a:pt x="33494" y="38856"/>
                  <a:pt x="29142" y="43208"/>
                  <a:pt x="29142" y="48569"/>
                </a:cubicBezTo>
                <a:cubicBezTo>
                  <a:pt x="29142" y="53931"/>
                  <a:pt x="33494" y="58283"/>
                  <a:pt x="38856" y="58283"/>
                </a:cubicBezTo>
                <a:close/>
                <a:moveTo>
                  <a:pt x="87425" y="29142"/>
                </a:moveTo>
                <a:cubicBezTo>
                  <a:pt x="87425" y="23780"/>
                  <a:pt x="83072" y="19428"/>
                  <a:pt x="77711" y="19428"/>
                </a:cubicBezTo>
                <a:cubicBezTo>
                  <a:pt x="72350" y="19428"/>
                  <a:pt x="67997" y="23780"/>
                  <a:pt x="67997" y="29142"/>
                </a:cubicBezTo>
                <a:cubicBezTo>
                  <a:pt x="67997" y="34503"/>
                  <a:pt x="72350" y="38856"/>
                  <a:pt x="77711" y="38856"/>
                </a:cubicBezTo>
                <a:cubicBezTo>
                  <a:pt x="83072" y="38856"/>
                  <a:pt x="87425" y="34503"/>
                  <a:pt x="87425" y="29142"/>
                </a:cubicBezTo>
                <a:close/>
                <a:moveTo>
                  <a:pt x="116567" y="58283"/>
                </a:moveTo>
                <a:cubicBezTo>
                  <a:pt x="121928" y="58283"/>
                  <a:pt x="126280" y="53931"/>
                  <a:pt x="126280" y="48569"/>
                </a:cubicBezTo>
                <a:cubicBezTo>
                  <a:pt x="126280" y="43208"/>
                  <a:pt x="121928" y="38856"/>
                  <a:pt x="116567" y="38856"/>
                </a:cubicBezTo>
                <a:cubicBezTo>
                  <a:pt x="111205" y="38856"/>
                  <a:pt x="106853" y="43208"/>
                  <a:pt x="106853" y="48569"/>
                </a:cubicBezTo>
                <a:cubicBezTo>
                  <a:pt x="106853" y="53931"/>
                  <a:pt x="111205" y="58283"/>
                  <a:pt x="116567" y="58283"/>
                </a:cubicBezTo>
                <a:close/>
              </a:path>
            </a:pathLst>
          </a:custGeom>
          <a:solidFill>
            <a:srgbClr val="00BBA7"/>
          </a:solidFill>
          <a:ln/>
        </p:spPr>
      </p:sp>
      <p:sp>
        <p:nvSpPr>
          <p:cNvPr id="60" name="Text 58"/>
          <p:cNvSpPr/>
          <p:nvPr/>
        </p:nvSpPr>
        <p:spPr>
          <a:xfrm>
            <a:off x="9113455" y="3854150"/>
            <a:ext cx="2538561" cy="1726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2" b="1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8. User-Friendly Design</a:t>
            </a:r>
            <a:endParaRPr lang="en-US" sz="1600" dirty="0"/>
          </a:p>
        </p:txBody>
      </p:sp>
      <p:sp>
        <p:nvSpPr>
          <p:cNvPr id="61" name="Text 59"/>
          <p:cNvSpPr/>
          <p:nvPr/>
        </p:nvSpPr>
        <p:spPr>
          <a:xfrm>
            <a:off x="9113455" y="4095917"/>
            <a:ext cx="2529926" cy="1381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16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Dark/Light theme</a:t>
            </a:r>
            <a:endParaRPr lang="en-US" sz="1600" dirty="0"/>
          </a:p>
        </p:txBody>
      </p:sp>
      <p:sp>
        <p:nvSpPr>
          <p:cNvPr id="62" name="Text 60"/>
          <p:cNvSpPr/>
          <p:nvPr/>
        </p:nvSpPr>
        <p:spPr>
          <a:xfrm>
            <a:off x="9113455" y="4268499"/>
            <a:ext cx="2529926" cy="1381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16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Clean, modern interface</a:t>
            </a:r>
            <a:endParaRPr lang="en-US" sz="1600" dirty="0"/>
          </a:p>
        </p:txBody>
      </p:sp>
      <p:sp>
        <p:nvSpPr>
          <p:cNvPr id="63" name="Text 61"/>
          <p:cNvSpPr/>
          <p:nvPr/>
        </p:nvSpPr>
        <p:spPr>
          <a:xfrm>
            <a:off x="9113455" y="4441081"/>
            <a:ext cx="2529926" cy="1381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16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Fast and responsive</a:t>
            </a:r>
            <a:endParaRPr lang="en-US" sz="1600" dirty="0"/>
          </a:p>
        </p:txBody>
      </p:sp>
      <p:sp>
        <p:nvSpPr>
          <p:cNvPr id="64" name="Shape 62"/>
          <p:cNvSpPr/>
          <p:nvPr/>
        </p:nvSpPr>
        <p:spPr>
          <a:xfrm>
            <a:off x="245221" y="4934870"/>
            <a:ext cx="11490874" cy="1302092"/>
          </a:xfrm>
          <a:custGeom>
            <a:avLst/>
            <a:gdLst/>
            <a:ahLst/>
            <a:cxnLst/>
            <a:rect l="l" t="t" r="r" b="b"/>
            <a:pathLst>
              <a:path w="11490874" h="1302092">
                <a:moveTo>
                  <a:pt x="103620" y="0"/>
                </a:moveTo>
                <a:lnTo>
                  <a:pt x="11387253" y="0"/>
                </a:lnTo>
                <a:cubicBezTo>
                  <a:pt x="11444481" y="0"/>
                  <a:pt x="11490874" y="46392"/>
                  <a:pt x="11490874" y="103620"/>
                </a:cubicBezTo>
                <a:lnTo>
                  <a:pt x="11490874" y="1198471"/>
                </a:lnTo>
                <a:cubicBezTo>
                  <a:pt x="11490874" y="1255699"/>
                  <a:pt x="11444481" y="1302092"/>
                  <a:pt x="11387253" y="1302092"/>
                </a:cubicBezTo>
                <a:lnTo>
                  <a:pt x="103620" y="1302092"/>
                </a:lnTo>
                <a:cubicBezTo>
                  <a:pt x="46392" y="1302092"/>
                  <a:pt x="0" y="1255699"/>
                  <a:pt x="0" y="1198471"/>
                </a:cubicBezTo>
                <a:lnTo>
                  <a:pt x="0" y="103620"/>
                </a:lnTo>
                <a:cubicBezTo>
                  <a:pt x="0" y="46431"/>
                  <a:pt x="46431" y="0"/>
                  <a:pt x="103620" y="0"/>
                </a:cubicBezTo>
                <a:close/>
              </a:path>
            </a:pathLst>
          </a:custGeom>
          <a:gradFill flip="none" rotWithShape="1">
            <a:gsLst>
              <a:gs pos="0">
                <a:srgbClr val="F8FAFC"/>
              </a:gs>
              <a:gs pos="100000">
                <a:srgbClr val="E2E8F0"/>
              </a:gs>
            </a:gsLst>
            <a:lin ang="0" scaled="1"/>
          </a:gradFill>
          <a:ln w="10160">
            <a:solidFill>
              <a:srgbClr val="E5E7EB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432159" y="5128287"/>
            <a:ext cx="194278" cy="172691"/>
          </a:xfrm>
          <a:custGeom>
            <a:avLst/>
            <a:gdLst/>
            <a:ahLst/>
            <a:cxnLst/>
            <a:rect l="l" t="t" r="r" b="b"/>
            <a:pathLst>
              <a:path w="194278" h="172691">
                <a:moveTo>
                  <a:pt x="129518" y="48569"/>
                </a:moveTo>
                <a:cubicBezTo>
                  <a:pt x="129518" y="81354"/>
                  <a:pt x="100512" y="107932"/>
                  <a:pt x="64759" y="107932"/>
                </a:cubicBezTo>
                <a:cubicBezTo>
                  <a:pt x="55754" y="107932"/>
                  <a:pt x="47187" y="106246"/>
                  <a:pt x="39395" y="103210"/>
                </a:cubicBezTo>
                <a:lnTo>
                  <a:pt x="11873" y="117781"/>
                </a:lnTo>
                <a:cubicBezTo>
                  <a:pt x="8736" y="119434"/>
                  <a:pt x="4891" y="118860"/>
                  <a:pt x="2361" y="116364"/>
                </a:cubicBezTo>
                <a:cubicBezTo>
                  <a:pt x="-169" y="113868"/>
                  <a:pt x="-742" y="109989"/>
                  <a:pt x="944" y="106853"/>
                </a:cubicBezTo>
                <a:lnTo>
                  <a:pt x="12952" y="84187"/>
                </a:lnTo>
                <a:cubicBezTo>
                  <a:pt x="4823" y="74271"/>
                  <a:pt x="0" y="61926"/>
                  <a:pt x="0" y="48569"/>
                </a:cubicBezTo>
                <a:cubicBezTo>
                  <a:pt x="0" y="15785"/>
                  <a:pt x="29007" y="-10793"/>
                  <a:pt x="64759" y="-10793"/>
                </a:cubicBezTo>
                <a:cubicBezTo>
                  <a:pt x="100512" y="-10793"/>
                  <a:pt x="129518" y="15785"/>
                  <a:pt x="129518" y="48569"/>
                </a:cubicBezTo>
                <a:close/>
                <a:moveTo>
                  <a:pt x="129518" y="172691"/>
                </a:moveTo>
                <a:cubicBezTo>
                  <a:pt x="97780" y="172691"/>
                  <a:pt x="71370" y="151746"/>
                  <a:pt x="65839" y="124122"/>
                </a:cubicBezTo>
                <a:cubicBezTo>
                  <a:pt x="106313" y="123616"/>
                  <a:pt x="141492" y="94812"/>
                  <a:pt x="145371" y="55754"/>
                </a:cubicBezTo>
                <a:cubicBezTo>
                  <a:pt x="173467" y="62230"/>
                  <a:pt x="194278" y="85536"/>
                  <a:pt x="194278" y="113329"/>
                </a:cubicBezTo>
                <a:cubicBezTo>
                  <a:pt x="194278" y="126685"/>
                  <a:pt x="189454" y="139030"/>
                  <a:pt x="181326" y="148946"/>
                </a:cubicBezTo>
                <a:lnTo>
                  <a:pt x="193333" y="171612"/>
                </a:lnTo>
                <a:cubicBezTo>
                  <a:pt x="194986" y="174749"/>
                  <a:pt x="194413" y="178594"/>
                  <a:pt x="191917" y="181123"/>
                </a:cubicBezTo>
                <a:cubicBezTo>
                  <a:pt x="189421" y="183653"/>
                  <a:pt x="185542" y="184226"/>
                  <a:pt x="182405" y="182540"/>
                </a:cubicBezTo>
                <a:lnTo>
                  <a:pt x="154882" y="167969"/>
                </a:lnTo>
                <a:cubicBezTo>
                  <a:pt x="147091" y="171005"/>
                  <a:pt x="138524" y="172691"/>
                  <a:pt x="129518" y="172691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66" name="Text 64"/>
          <p:cNvSpPr/>
          <p:nvPr/>
        </p:nvSpPr>
        <p:spPr>
          <a:xfrm>
            <a:off x="740845" y="5111018"/>
            <a:ext cx="1079320" cy="2072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8" b="1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AI Chat in Action</a:t>
            </a:r>
            <a:endParaRPr lang="en-US" sz="1600" dirty="0"/>
          </a:p>
        </p:txBody>
      </p:sp>
      <p:sp>
        <p:nvSpPr>
          <p:cNvPr id="67" name="Shape 65"/>
          <p:cNvSpPr/>
          <p:nvPr/>
        </p:nvSpPr>
        <p:spPr>
          <a:xfrm>
            <a:off x="421366" y="5421862"/>
            <a:ext cx="5318890" cy="638958"/>
          </a:xfrm>
          <a:custGeom>
            <a:avLst/>
            <a:gdLst/>
            <a:ahLst/>
            <a:cxnLst/>
            <a:rect l="l" t="t" r="r" b="b"/>
            <a:pathLst>
              <a:path w="5318890" h="638958">
                <a:moveTo>
                  <a:pt x="69078" y="0"/>
                </a:moveTo>
                <a:lnTo>
                  <a:pt x="5249812" y="0"/>
                </a:lnTo>
                <a:cubicBezTo>
                  <a:pt x="5287962" y="0"/>
                  <a:pt x="5318890" y="30927"/>
                  <a:pt x="5318890" y="69078"/>
                </a:cubicBezTo>
                <a:lnTo>
                  <a:pt x="5318890" y="569880"/>
                </a:lnTo>
                <a:cubicBezTo>
                  <a:pt x="5318890" y="608030"/>
                  <a:pt x="5287962" y="638958"/>
                  <a:pt x="5249812" y="638958"/>
                </a:cubicBezTo>
                <a:lnTo>
                  <a:pt x="69078" y="638958"/>
                </a:lnTo>
                <a:cubicBezTo>
                  <a:pt x="30953" y="638958"/>
                  <a:pt x="0" y="608005"/>
                  <a:pt x="0" y="569880"/>
                </a:cubicBezTo>
                <a:lnTo>
                  <a:pt x="0" y="69078"/>
                </a:lnTo>
                <a:cubicBezTo>
                  <a:pt x="0" y="30953"/>
                  <a:pt x="30953" y="0"/>
                  <a:pt x="69078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25904" dist="8635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68" name="Text 66"/>
          <p:cNvSpPr/>
          <p:nvPr/>
        </p:nvSpPr>
        <p:spPr>
          <a:xfrm>
            <a:off x="524981" y="5525477"/>
            <a:ext cx="5172102" cy="1726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2" dirty="0">
                <a:solidFill>
                  <a:srgbClr val="6A728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User asks:</a:t>
            </a:r>
            <a:endParaRPr lang="en-US" sz="1600" dirty="0"/>
          </a:p>
        </p:txBody>
      </p:sp>
      <p:sp>
        <p:nvSpPr>
          <p:cNvPr id="69" name="Text 67"/>
          <p:cNvSpPr/>
          <p:nvPr/>
        </p:nvSpPr>
        <p:spPr>
          <a:xfrm>
            <a:off x="524981" y="5732706"/>
            <a:ext cx="5180737" cy="2072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8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"What were my best-selling products?"</a:t>
            </a:r>
            <a:endParaRPr lang="en-US" sz="1600" dirty="0"/>
          </a:p>
        </p:txBody>
      </p:sp>
      <p:sp>
        <p:nvSpPr>
          <p:cNvPr id="70" name="Shape 68"/>
          <p:cNvSpPr/>
          <p:nvPr/>
        </p:nvSpPr>
        <p:spPr>
          <a:xfrm>
            <a:off x="5897189" y="5653267"/>
            <a:ext cx="172691" cy="172691"/>
          </a:xfrm>
          <a:custGeom>
            <a:avLst/>
            <a:gdLst/>
            <a:ahLst/>
            <a:cxnLst/>
            <a:rect l="l" t="t" r="r" b="b"/>
            <a:pathLst>
              <a:path w="172691" h="172691">
                <a:moveTo>
                  <a:pt x="169521" y="93968"/>
                </a:moveTo>
                <a:cubicBezTo>
                  <a:pt x="173737" y="89752"/>
                  <a:pt x="173737" y="82905"/>
                  <a:pt x="169521" y="78689"/>
                </a:cubicBezTo>
                <a:lnTo>
                  <a:pt x="115555" y="24723"/>
                </a:lnTo>
                <a:cubicBezTo>
                  <a:pt x="111339" y="20507"/>
                  <a:pt x="104492" y="20507"/>
                  <a:pt x="100276" y="24723"/>
                </a:cubicBezTo>
                <a:cubicBezTo>
                  <a:pt x="96059" y="28939"/>
                  <a:pt x="96059" y="35786"/>
                  <a:pt x="100276" y="40002"/>
                </a:cubicBezTo>
                <a:lnTo>
                  <a:pt x="135826" y="75552"/>
                </a:lnTo>
                <a:lnTo>
                  <a:pt x="10793" y="75552"/>
                </a:lnTo>
                <a:cubicBezTo>
                  <a:pt x="4823" y="75552"/>
                  <a:pt x="0" y="80376"/>
                  <a:pt x="0" y="86346"/>
                </a:cubicBezTo>
                <a:cubicBezTo>
                  <a:pt x="0" y="92316"/>
                  <a:pt x="4823" y="97139"/>
                  <a:pt x="10793" y="97139"/>
                </a:cubicBezTo>
                <a:lnTo>
                  <a:pt x="135826" y="97139"/>
                </a:lnTo>
                <a:lnTo>
                  <a:pt x="100276" y="132689"/>
                </a:lnTo>
                <a:cubicBezTo>
                  <a:pt x="96059" y="136905"/>
                  <a:pt x="96059" y="143752"/>
                  <a:pt x="100276" y="147968"/>
                </a:cubicBezTo>
                <a:cubicBezTo>
                  <a:pt x="104492" y="152184"/>
                  <a:pt x="111339" y="152184"/>
                  <a:pt x="115555" y="147968"/>
                </a:cubicBezTo>
                <a:lnTo>
                  <a:pt x="169521" y="94002"/>
                </a:ln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71" name="Shape 69"/>
          <p:cNvSpPr/>
          <p:nvPr/>
        </p:nvSpPr>
        <p:spPr>
          <a:xfrm>
            <a:off x="6233074" y="5425316"/>
            <a:ext cx="5325797" cy="628596"/>
          </a:xfrm>
          <a:custGeom>
            <a:avLst/>
            <a:gdLst/>
            <a:ahLst/>
            <a:cxnLst/>
            <a:rect l="l" t="t" r="r" b="b"/>
            <a:pathLst>
              <a:path w="5325797" h="628596">
                <a:moveTo>
                  <a:pt x="69076" y="0"/>
                </a:moveTo>
                <a:lnTo>
                  <a:pt x="5256721" y="0"/>
                </a:lnTo>
                <a:cubicBezTo>
                  <a:pt x="5294871" y="0"/>
                  <a:pt x="5325797" y="30927"/>
                  <a:pt x="5325797" y="69076"/>
                </a:cubicBezTo>
                <a:lnTo>
                  <a:pt x="5325797" y="559520"/>
                </a:lnTo>
                <a:cubicBezTo>
                  <a:pt x="5325797" y="597644"/>
                  <a:pt x="5294845" y="628596"/>
                  <a:pt x="5256721" y="628596"/>
                </a:cubicBezTo>
                <a:lnTo>
                  <a:pt x="69076" y="628596"/>
                </a:lnTo>
                <a:cubicBezTo>
                  <a:pt x="30927" y="628596"/>
                  <a:pt x="0" y="597669"/>
                  <a:pt x="0" y="559520"/>
                </a:cubicBezTo>
                <a:lnTo>
                  <a:pt x="0" y="69076"/>
                </a:lnTo>
                <a:cubicBezTo>
                  <a:pt x="0" y="30952"/>
                  <a:pt x="30952" y="0"/>
                  <a:pt x="69076" y="0"/>
                </a:cubicBezTo>
                <a:close/>
              </a:path>
            </a:pathLst>
          </a:custGeom>
          <a:solidFill>
            <a:srgbClr val="6366F1">
              <a:alpha val="5098"/>
            </a:srgbClr>
          </a:solidFill>
          <a:ln w="10160">
            <a:solidFill>
              <a:srgbClr val="6366F1">
                <a:alpha val="20000"/>
              </a:srgbClr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6340142" y="5532383"/>
            <a:ext cx="5172102" cy="1726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2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AI responds:</a:t>
            </a:r>
            <a:endParaRPr lang="en-US" sz="1600" dirty="0"/>
          </a:p>
        </p:txBody>
      </p:sp>
      <p:sp>
        <p:nvSpPr>
          <p:cNvPr id="73" name="Text 71"/>
          <p:cNvSpPr/>
          <p:nvPr/>
        </p:nvSpPr>
        <p:spPr>
          <a:xfrm>
            <a:off x="6340142" y="5739612"/>
            <a:ext cx="5180737" cy="2072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8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Instant insights with explanations and visual charts</a:t>
            </a:r>
            <a:endParaRPr lang="en-US" sz="1600" dirty="0"/>
          </a:p>
        </p:txBody>
      </p:sp>
      <p:sp>
        <p:nvSpPr>
          <p:cNvPr id="79" name="Text 18">
            <a:extLst>
              <a:ext uri="{FF2B5EF4-FFF2-40B4-BE49-F238E27FC236}">
                <a16:creationId xmlns:a16="http://schemas.microsoft.com/office/drawing/2014/main" id="{172E0073-990F-86A5-F052-D480FCC15315}"/>
              </a:ext>
            </a:extLst>
          </p:cNvPr>
          <p:cNvSpPr/>
          <p:nvPr/>
        </p:nvSpPr>
        <p:spPr>
          <a:xfrm>
            <a:off x="3733762" y="6548748"/>
            <a:ext cx="4820678" cy="2423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ts val="1980"/>
              </a:lnSpc>
            </a:pPr>
            <a:r>
              <a:rPr lang="en-US" sz="1600" b="1" dirty="0">
                <a:latin typeface="Calibri (MS)"/>
                <a:ea typeface="Calibri (MS)"/>
                <a:cs typeface="Calibri (MS)"/>
                <a:sym typeface="Calibri (MS)"/>
              </a:rPr>
              <a:t>Department of Computer Science &amp; Engineering ,CSPIT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CC82B88-4290-216C-0249-B376055882CA}"/>
              </a:ext>
            </a:extLst>
          </p:cNvPr>
          <p:cNvSpPr/>
          <p:nvPr/>
        </p:nvSpPr>
        <p:spPr>
          <a:xfrm>
            <a:off x="30479" y="66891"/>
            <a:ext cx="12085321" cy="6714790"/>
          </a:xfrm>
          <a:prstGeom prst="rect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4"/>
          <p:cNvSpPr/>
          <p:nvPr/>
        </p:nvSpPr>
        <p:spPr>
          <a:xfrm>
            <a:off x="222250" y="350836"/>
            <a:ext cx="11747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000" b="1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System Architecture - Three Layers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222250" y="827086"/>
            <a:ext cx="762000" cy="31750"/>
          </a:xfrm>
          <a:custGeom>
            <a:avLst/>
            <a:gdLst/>
            <a:ahLst/>
            <a:cxnLst/>
            <a:rect l="l" t="t" r="r" b="b"/>
            <a:pathLst>
              <a:path w="762000" h="31750">
                <a:moveTo>
                  <a:pt x="15875" y="0"/>
                </a:moveTo>
                <a:lnTo>
                  <a:pt x="746125" y="0"/>
                </a:lnTo>
                <a:cubicBezTo>
                  <a:pt x="754887" y="0"/>
                  <a:pt x="762000" y="7113"/>
                  <a:pt x="762000" y="15875"/>
                </a:cubicBezTo>
                <a:lnTo>
                  <a:pt x="762000" y="15875"/>
                </a:lnTo>
                <a:cubicBezTo>
                  <a:pt x="762000" y="24637"/>
                  <a:pt x="754887" y="31750"/>
                  <a:pt x="746125" y="31750"/>
                </a:cubicBezTo>
                <a:lnTo>
                  <a:pt x="15875" y="31750"/>
                </a:lnTo>
                <a:cubicBezTo>
                  <a:pt x="7113" y="31750"/>
                  <a:pt x="0" y="24637"/>
                  <a:pt x="0" y="15875"/>
                </a:cubicBezTo>
                <a:lnTo>
                  <a:pt x="0" y="15875"/>
                </a:lnTo>
                <a:cubicBezTo>
                  <a:pt x="0" y="7113"/>
                  <a:pt x="7113" y="0"/>
                  <a:pt x="15875" y="0"/>
                </a:cubicBezTo>
                <a:close/>
              </a:path>
            </a:pathLst>
          </a:custGeom>
          <a:gradFill flip="none" rotWithShape="1">
            <a:gsLst>
              <a:gs pos="0">
                <a:srgbClr val="6366F1"/>
              </a:gs>
              <a:gs pos="100000">
                <a:srgbClr val="818CF8"/>
              </a:gs>
            </a:gsLst>
            <a:lin ang="0" scaled="1"/>
          </a:gradFill>
          <a:ln/>
        </p:spPr>
      </p:sp>
      <p:sp>
        <p:nvSpPr>
          <p:cNvPr id="8" name="Shape 6"/>
          <p:cNvSpPr/>
          <p:nvPr/>
        </p:nvSpPr>
        <p:spPr>
          <a:xfrm>
            <a:off x="95250" y="1108073"/>
            <a:ext cx="6096000" cy="2000250"/>
          </a:xfrm>
          <a:custGeom>
            <a:avLst/>
            <a:gdLst/>
            <a:ahLst/>
            <a:cxnLst/>
            <a:rect l="l" t="t" r="r" b="b"/>
            <a:pathLst>
              <a:path w="6096000" h="1873250">
                <a:moveTo>
                  <a:pt x="127006" y="0"/>
                </a:moveTo>
                <a:lnTo>
                  <a:pt x="5968994" y="0"/>
                </a:lnTo>
                <a:cubicBezTo>
                  <a:pt x="6039137" y="0"/>
                  <a:pt x="6096000" y="56863"/>
                  <a:pt x="6096000" y="127006"/>
                </a:cubicBezTo>
                <a:lnTo>
                  <a:pt x="6096000" y="1746244"/>
                </a:lnTo>
                <a:cubicBezTo>
                  <a:pt x="6096000" y="1816387"/>
                  <a:pt x="6039137" y="1873250"/>
                  <a:pt x="5968994" y="1873250"/>
                </a:cubicBezTo>
                <a:lnTo>
                  <a:pt x="127006" y="1873250"/>
                </a:lnTo>
                <a:cubicBezTo>
                  <a:pt x="56863" y="1873250"/>
                  <a:pt x="0" y="1816387"/>
                  <a:pt x="0" y="1746244"/>
                </a:cubicBezTo>
                <a:lnTo>
                  <a:pt x="0" y="127006"/>
                </a:lnTo>
                <a:cubicBezTo>
                  <a:pt x="0" y="56863"/>
                  <a:pt x="56863" y="0"/>
                  <a:pt x="127006" y="0"/>
                </a:cubicBezTo>
                <a:close/>
              </a:path>
            </a:pathLst>
          </a:custGeom>
          <a:gradFill flip="none" rotWithShape="1">
            <a:gsLst>
              <a:gs pos="0">
                <a:srgbClr val="6366F1"/>
              </a:gs>
              <a:gs pos="100000">
                <a:srgbClr val="818CF8"/>
              </a:gs>
            </a:gsLst>
            <a:lin ang="2700000" scaled="1"/>
          </a:gradFill>
          <a:ln/>
          <a:effectLst>
            <a:outerShdw blurRad="119063" dist="79375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85750" y="1298573"/>
            <a:ext cx="444500" cy="444500"/>
          </a:xfrm>
          <a:custGeom>
            <a:avLst/>
            <a:gdLst/>
            <a:ahLst/>
            <a:cxnLst/>
            <a:rect l="l" t="t" r="r" b="b"/>
            <a:pathLst>
              <a:path w="444500" h="444500">
                <a:moveTo>
                  <a:pt x="95252" y="0"/>
                </a:moveTo>
                <a:lnTo>
                  <a:pt x="349248" y="0"/>
                </a:lnTo>
                <a:cubicBezTo>
                  <a:pt x="401819" y="0"/>
                  <a:pt x="444500" y="42681"/>
                  <a:pt x="444500" y="95252"/>
                </a:cubicBezTo>
                <a:lnTo>
                  <a:pt x="444500" y="349248"/>
                </a:lnTo>
                <a:cubicBezTo>
                  <a:pt x="444500" y="401854"/>
                  <a:pt x="401854" y="444500"/>
                  <a:pt x="349248" y="444500"/>
                </a:cubicBezTo>
                <a:lnTo>
                  <a:pt x="95252" y="444500"/>
                </a:lnTo>
                <a:cubicBezTo>
                  <a:pt x="42681" y="444500"/>
                  <a:pt x="0" y="401819"/>
                  <a:pt x="0" y="349248"/>
                </a:cubicBezTo>
                <a:lnTo>
                  <a:pt x="0" y="95252"/>
                </a:lnTo>
                <a:cubicBezTo>
                  <a:pt x="0" y="42646"/>
                  <a:pt x="42646" y="0"/>
                  <a:pt x="95252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412750" y="1425573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23812" y="11906"/>
                </a:moveTo>
                <a:cubicBezTo>
                  <a:pt x="10678" y="11906"/>
                  <a:pt x="0" y="22585"/>
                  <a:pt x="0" y="35719"/>
                </a:cubicBezTo>
                <a:lnTo>
                  <a:pt x="0" y="130969"/>
                </a:lnTo>
                <a:cubicBezTo>
                  <a:pt x="0" y="144103"/>
                  <a:pt x="10678" y="154781"/>
                  <a:pt x="23812" y="154781"/>
                </a:cubicBezTo>
                <a:lnTo>
                  <a:pt x="77391" y="154781"/>
                </a:lnTo>
                <a:lnTo>
                  <a:pt x="71438" y="172641"/>
                </a:lnTo>
                <a:lnTo>
                  <a:pt x="44648" y="172641"/>
                </a:lnTo>
                <a:cubicBezTo>
                  <a:pt x="39700" y="172641"/>
                  <a:pt x="35719" y="176622"/>
                  <a:pt x="35719" y="181570"/>
                </a:cubicBezTo>
                <a:cubicBezTo>
                  <a:pt x="35719" y="186519"/>
                  <a:pt x="39700" y="190500"/>
                  <a:pt x="44648" y="190500"/>
                </a:cubicBezTo>
                <a:lnTo>
                  <a:pt x="145852" y="190500"/>
                </a:lnTo>
                <a:cubicBezTo>
                  <a:pt x="150800" y="190500"/>
                  <a:pt x="154781" y="186519"/>
                  <a:pt x="154781" y="181570"/>
                </a:cubicBezTo>
                <a:cubicBezTo>
                  <a:pt x="154781" y="176622"/>
                  <a:pt x="150800" y="172641"/>
                  <a:pt x="145852" y="172641"/>
                </a:cubicBezTo>
                <a:lnTo>
                  <a:pt x="119063" y="172641"/>
                </a:lnTo>
                <a:lnTo>
                  <a:pt x="113109" y="154781"/>
                </a:lnTo>
                <a:lnTo>
                  <a:pt x="166688" y="154781"/>
                </a:lnTo>
                <a:cubicBezTo>
                  <a:pt x="179822" y="154781"/>
                  <a:pt x="190500" y="144103"/>
                  <a:pt x="190500" y="130969"/>
                </a:cubicBezTo>
                <a:lnTo>
                  <a:pt x="190500" y="35719"/>
                </a:lnTo>
                <a:cubicBezTo>
                  <a:pt x="190500" y="22585"/>
                  <a:pt x="179822" y="11906"/>
                  <a:pt x="166688" y="11906"/>
                </a:cubicBezTo>
                <a:lnTo>
                  <a:pt x="23812" y="11906"/>
                </a:lnTo>
                <a:close/>
                <a:moveTo>
                  <a:pt x="35719" y="35719"/>
                </a:moveTo>
                <a:lnTo>
                  <a:pt x="154781" y="35719"/>
                </a:lnTo>
                <a:cubicBezTo>
                  <a:pt x="161367" y="35719"/>
                  <a:pt x="166688" y="41039"/>
                  <a:pt x="166688" y="47625"/>
                </a:cubicBezTo>
                <a:lnTo>
                  <a:pt x="166688" y="107156"/>
                </a:lnTo>
                <a:cubicBezTo>
                  <a:pt x="166688" y="113742"/>
                  <a:pt x="161367" y="119063"/>
                  <a:pt x="154781" y="119063"/>
                </a:cubicBezTo>
                <a:lnTo>
                  <a:pt x="35719" y="119063"/>
                </a:lnTo>
                <a:cubicBezTo>
                  <a:pt x="29133" y="119063"/>
                  <a:pt x="23812" y="113742"/>
                  <a:pt x="23812" y="107156"/>
                </a:cubicBezTo>
                <a:lnTo>
                  <a:pt x="23812" y="47625"/>
                </a:lnTo>
                <a:cubicBezTo>
                  <a:pt x="23812" y="41039"/>
                  <a:pt x="29133" y="35719"/>
                  <a:pt x="35719" y="35719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1" name="Text 9"/>
          <p:cNvSpPr/>
          <p:nvPr/>
        </p:nvSpPr>
        <p:spPr>
          <a:xfrm>
            <a:off x="857250" y="1330323"/>
            <a:ext cx="142875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FRONTEND LAYER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57250" y="1552573"/>
            <a:ext cx="140493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FFFFFF">
                    <a:alpha val="9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What Users See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285750" y="1870073"/>
            <a:ext cx="1841500" cy="539750"/>
          </a:xfrm>
          <a:custGeom>
            <a:avLst/>
            <a:gdLst/>
            <a:ahLst/>
            <a:cxnLst/>
            <a:rect l="l" t="t" r="r" b="b"/>
            <a:pathLst>
              <a:path w="1841500" h="539750">
                <a:moveTo>
                  <a:pt x="63502" y="0"/>
                </a:moveTo>
                <a:lnTo>
                  <a:pt x="1777998" y="0"/>
                </a:lnTo>
                <a:cubicBezTo>
                  <a:pt x="1813069" y="0"/>
                  <a:pt x="1841500" y="28431"/>
                  <a:pt x="1841500" y="63502"/>
                </a:cubicBezTo>
                <a:lnTo>
                  <a:pt x="1841500" y="476248"/>
                </a:lnTo>
                <a:cubicBezTo>
                  <a:pt x="1841500" y="511319"/>
                  <a:pt x="1813069" y="539750"/>
                  <a:pt x="1777998" y="539750"/>
                </a:cubicBezTo>
                <a:lnTo>
                  <a:pt x="63502" y="539750"/>
                </a:lnTo>
                <a:cubicBezTo>
                  <a:pt x="28431" y="539750"/>
                  <a:pt x="0" y="511319"/>
                  <a:pt x="0" y="476248"/>
                </a:cubicBezTo>
                <a:lnTo>
                  <a:pt x="0" y="63502"/>
                </a:lnTo>
                <a:cubicBezTo>
                  <a:pt x="0" y="28454"/>
                  <a:pt x="28454" y="0"/>
                  <a:pt x="63502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1154906" y="1984372"/>
            <a:ext cx="107156" cy="142875"/>
          </a:xfrm>
          <a:custGeom>
            <a:avLst/>
            <a:gdLst/>
            <a:ahLst/>
            <a:cxnLst/>
            <a:rect l="l" t="t" r="r" b="b"/>
            <a:pathLst>
              <a:path w="107156" h="142875">
                <a:moveTo>
                  <a:pt x="0" y="8930"/>
                </a:moveTo>
                <a:lnTo>
                  <a:pt x="9739" y="119379"/>
                </a:lnTo>
                <a:lnTo>
                  <a:pt x="53439" y="133945"/>
                </a:lnTo>
                <a:lnTo>
                  <a:pt x="97417" y="119379"/>
                </a:lnTo>
                <a:lnTo>
                  <a:pt x="107156" y="8930"/>
                </a:lnTo>
                <a:lnTo>
                  <a:pt x="0" y="8930"/>
                </a:lnTo>
                <a:close/>
                <a:moveTo>
                  <a:pt x="86004" y="44621"/>
                </a:moveTo>
                <a:lnTo>
                  <a:pt x="34714" y="44621"/>
                </a:lnTo>
                <a:lnTo>
                  <a:pt x="35858" y="58406"/>
                </a:lnTo>
                <a:lnTo>
                  <a:pt x="84860" y="58406"/>
                </a:lnTo>
                <a:lnTo>
                  <a:pt x="81065" y="99817"/>
                </a:lnTo>
                <a:lnTo>
                  <a:pt x="53746" y="107352"/>
                </a:lnTo>
                <a:lnTo>
                  <a:pt x="53746" y="107435"/>
                </a:lnTo>
                <a:lnTo>
                  <a:pt x="53439" y="107435"/>
                </a:lnTo>
                <a:lnTo>
                  <a:pt x="25896" y="99817"/>
                </a:lnTo>
                <a:lnTo>
                  <a:pt x="24222" y="78665"/>
                </a:lnTo>
                <a:lnTo>
                  <a:pt x="37533" y="78665"/>
                </a:lnTo>
                <a:lnTo>
                  <a:pt x="38509" y="89297"/>
                </a:lnTo>
                <a:lnTo>
                  <a:pt x="53439" y="93343"/>
                </a:lnTo>
                <a:lnTo>
                  <a:pt x="68424" y="89297"/>
                </a:lnTo>
                <a:lnTo>
                  <a:pt x="70098" y="71940"/>
                </a:lnTo>
                <a:lnTo>
                  <a:pt x="23524" y="71940"/>
                </a:lnTo>
                <a:lnTo>
                  <a:pt x="19952" y="31310"/>
                </a:lnTo>
                <a:lnTo>
                  <a:pt x="87232" y="31310"/>
                </a:lnTo>
                <a:lnTo>
                  <a:pt x="86004" y="44621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5" name="Text 13"/>
          <p:cNvSpPr/>
          <p:nvPr/>
        </p:nvSpPr>
        <p:spPr>
          <a:xfrm>
            <a:off x="353219" y="2158997"/>
            <a:ext cx="17065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HTML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2222500" y="1870073"/>
            <a:ext cx="1841500" cy="539750"/>
          </a:xfrm>
          <a:custGeom>
            <a:avLst/>
            <a:gdLst/>
            <a:ahLst/>
            <a:cxnLst/>
            <a:rect l="l" t="t" r="r" b="b"/>
            <a:pathLst>
              <a:path w="1841500" h="539750">
                <a:moveTo>
                  <a:pt x="63502" y="0"/>
                </a:moveTo>
                <a:lnTo>
                  <a:pt x="1777998" y="0"/>
                </a:lnTo>
                <a:cubicBezTo>
                  <a:pt x="1813069" y="0"/>
                  <a:pt x="1841500" y="28431"/>
                  <a:pt x="1841500" y="63502"/>
                </a:cubicBezTo>
                <a:lnTo>
                  <a:pt x="1841500" y="476248"/>
                </a:lnTo>
                <a:cubicBezTo>
                  <a:pt x="1841500" y="511319"/>
                  <a:pt x="1813069" y="539750"/>
                  <a:pt x="1777998" y="539750"/>
                </a:cubicBezTo>
                <a:lnTo>
                  <a:pt x="63502" y="539750"/>
                </a:lnTo>
                <a:cubicBezTo>
                  <a:pt x="28431" y="539750"/>
                  <a:pt x="0" y="511319"/>
                  <a:pt x="0" y="476248"/>
                </a:cubicBezTo>
                <a:lnTo>
                  <a:pt x="0" y="63502"/>
                </a:lnTo>
                <a:cubicBezTo>
                  <a:pt x="0" y="28454"/>
                  <a:pt x="28454" y="0"/>
                  <a:pt x="63502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3091656" y="1984372"/>
            <a:ext cx="107156" cy="142875"/>
          </a:xfrm>
          <a:custGeom>
            <a:avLst/>
            <a:gdLst/>
            <a:ahLst/>
            <a:cxnLst/>
            <a:rect l="l" t="t" r="r" b="b"/>
            <a:pathLst>
              <a:path w="107156" h="142875">
                <a:moveTo>
                  <a:pt x="0" y="8930"/>
                </a:moveTo>
                <a:lnTo>
                  <a:pt x="9739" y="119379"/>
                </a:lnTo>
                <a:lnTo>
                  <a:pt x="53578" y="133945"/>
                </a:lnTo>
                <a:lnTo>
                  <a:pt x="97417" y="119379"/>
                </a:lnTo>
                <a:lnTo>
                  <a:pt x="107156" y="8930"/>
                </a:lnTo>
                <a:lnTo>
                  <a:pt x="0" y="8930"/>
                </a:lnTo>
                <a:close/>
                <a:moveTo>
                  <a:pt x="87371" y="31254"/>
                </a:moveTo>
                <a:lnTo>
                  <a:pt x="86032" y="44453"/>
                </a:lnTo>
                <a:lnTo>
                  <a:pt x="53857" y="58210"/>
                </a:lnTo>
                <a:lnTo>
                  <a:pt x="53773" y="58238"/>
                </a:lnTo>
                <a:lnTo>
                  <a:pt x="84888" y="58238"/>
                </a:lnTo>
                <a:lnTo>
                  <a:pt x="81316" y="99147"/>
                </a:lnTo>
                <a:lnTo>
                  <a:pt x="53913" y="107156"/>
                </a:lnTo>
                <a:lnTo>
                  <a:pt x="26343" y="99008"/>
                </a:lnTo>
                <a:lnTo>
                  <a:pt x="24557" y="78386"/>
                </a:lnTo>
                <a:lnTo>
                  <a:pt x="38202" y="78386"/>
                </a:lnTo>
                <a:lnTo>
                  <a:pt x="39095" y="89074"/>
                </a:lnTo>
                <a:lnTo>
                  <a:pt x="53773" y="92785"/>
                </a:lnTo>
                <a:lnTo>
                  <a:pt x="69038" y="88488"/>
                </a:lnTo>
                <a:lnTo>
                  <a:pt x="70070" y="71298"/>
                </a:lnTo>
                <a:lnTo>
                  <a:pt x="23664" y="71158"/>
                </a:lnTo>
                <a:lnTo>
                  <a:pt x="23664" y="71131"/>
                </a:lnTo>
                <a:lnTo>
                  <a:pt x="23608" y="71158"/>
                </a:lnTo>
                <a:lnTo>
                  <a:pt x="22603" y="58238"/>
                </a:lnTo>
                <a:lnTo>
                  <a:pt x="53885" y="45207"/>
                </a:lnTo>
                <a:lnTo>
                  <a:pt x="55699" y="44453"/>
                </a:lnTo>
                <a:lnTo>
                  <a:pt x="21403" y="44453"/>
                </a:lnTo>
                <a:lnTo>
                  <a:pt x="19785" y="31254"/>
                </a:lnTo>
                <a:lnTo>
                  <a:pt x="87371" y="31254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8" name="Text 16"/>
          <p:cNvSpPr/>
          <p:nvPr/>
        </p:nvSpPr>
        <p:spPr>
          <a:xfrm>
            <a:off x="2289969" y="2158997"/>
            <a:ext cx="17065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CSS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159250" y="1870073"/>
            <a:ext cx="1841500" cy="539750"/>
          </a:xfrm>
          <a:custGeom>
            <a:avLst/>
            <a:gdLst/>
            <a:ahLst/>
            <a:cxnLst/>
            <a:rect l="l" t="t" r="r" b="b"/>
            <a:pathLst>
              <a:path w="1841500" h="539750">
                <a:moveTo>
                  <a:pt x="63502" y="0"/>
                </a:moveTo>
                <a:lnTo>
                  <a:pt x="1777998" y="0"/>
                </a:lnTo>
                <a:cubicBezTo>
                  <a:pt x="1813069" y="0"/>
                  <a:pt x="1841500" y="28431"/>
                  <a:pt x="1841500" y="63502"/>
                </a:cubicBezTo>
                <a:lnTo>
                  <a:pt x="1841500" y="476248"/>
                </a:lnTo>
                <a:cubicBezTo>
                  <a:pt x="1841500" y="511319"/>
                  <a:pt x="1813069" y="539750"/>
                  <a:pt x="1777998" y="539750"/>
                </a:cubicBezTo>
                <a:lnTo>
                  <a:pt x="63502" y="539750"/>
                </a:lnTo>
                <a:cubicBezTo>
                  <a:pt x="28431" y="539750"/>
                  <a:pt x="0" y="511319"/>
                  <a:pt x="0" y="476248"/>
                </a:cubicBezTo>
                <a:lnTo>
                  <a:pt x="0" y="63502"/>
                </a:lnTo>
                <a:cubicBezTo>
                  <a:pt x="0" y="28454"/>
                  <a:pt x="28454" y="0"/>
                  <a:pt x="63502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5019477" y="1984372"/>
            <a:ext cx="125016" cy="142875"/>
          </a:xfrm>
          <a:custGeom>
            <a:avLst/>
            <a:gdLst/>
            <a:ahLst/>
            <a:cxnLst/>
            <a:rect l="l" t="t" r="r" b="b"/>
            <a:pathLst>
              <a:path w="125016" h="142875">
                <a:moveTo>
                  <a:pt x="0" y="8930"/>
                </a:moveTo>
                <a:lnTo>
                  <a:pt x="0" y="133945"/>
                </a:lnTo>
                <a:lnTo>
                  <a:pt x="125016" y="133945"/>
                </a:lnTo>
                <a:lnTo>
                  <a:pt x="125016" y="8930"/>
                </a:lnTo>
                <a:lnTo>
                  <a:pt x="0" y="8930"/>
                </a:lnTo>
                <a:close/>
                <a:moveTo>
                  <a:pt x="68033" y="106431"/>
                </a:moveTo>
                <a:cubicBezTo>
                  <a:pt x="68033" y="118597"/>
                  <a:pt x="60889" y="124151"/>
                  <a:pt x="50481" y="124151"/>
                </a:cubicBezTo>
                <a:cubicBezTo>
                  <a:pt x="41077" y="124151"/>
                  <a:pt x="35635" y="119295"/>
                  <a:pt x="32845" y="113407"/>
                </a:cubicBezTo>
                <a:lnTo>
                  <a:pt x="42416" y="107631"/>
                </a:lnTo>
                <a:cubicBezTo>
                  <a:pt x="44258" y="110896"/>
                  <a:pt x="45932" y="113658"/>
                  <a:pt x="49978" y="113658"/>
                </a:cubicBezTo>
                <a:cubicBezTo>
                  <a:pt x="53829" y="113658"/>
                  <a:pt x="56285" y="112151"/>
                  <a:pt x="56285" y="106263"/>
                </a:cubicBezTo>
                <a:lnTo>
                  <a:pt x="56285" y="66331"/>
                </a:lnTo>
                <a:lnTo>
                  <a:pt x="68033" y="66331"/>
                </a:lnTo>
                <a:lnTo>
                  <a:pt x="68033" y="106431"/>
                </a:lnTo>
                <a:close/>
                <a:moveTo>
                  <a:pt x="95827" y="124151"/>
                </a:moveTo>
                <a:cubicBezTo>
                  <a:pt x="84916" y="124151"/>
                  <a:pt x="77856" y="118960"/>
                  <a:pt x="74423" y="112151"/>
                </a:cubicBezTo>
                <a:lnTo>
                  <a:pt x="83995" y="106626"/>
                </a:lnTo>
                <a:cubicBezTo>
                  <a:pt x="86506" y="110728"/>
                  <a:pt x="89799" y="113770"/>
                  <a:pt x="95576" y="113770"/>
                </a:cubicBezTo>
                <a:cubicBezTo>
                  <a:pt x="100431" y="113770"/>
                  <a:pt x="103556" y="111342"/>
                  <a:pt x="103556" y="107966"/>
                </a:cubicBezTo>
                <a:cubicBezTo>
                  <a:pt x="103556" y="103947"/>
                  <a:pt x="100375" y="102524"/>
                  <a:pt x="94990" y="100152"/>
                </a:cubicBezTo>
                <a:lnTo>
                  <a:pt x="92059" y="98896"/>
                </a:lnTo>
                <a:cubicBezTo>
                  <a:pt x="83576" y="95297"/>
                  <a:pt x="77967" y="90748"/>
                  <a:pt x="77967" y="81176"/>
                </a:cubicBezTo>
                <a:cubicBezTo>
                  <a:pt x="77967" y="72358"/>
                  <a:pt x="84693" y="65661"/>
                  <a:pt x="95157" y="65661"/>
                </a:cubicBezTo>
                <a:cubicBezTo>
                  <a:pt x="102636" y="65661"/>
                  <a:pt x="107993" y="68256"/>
                  <a:pt x="111844" y="75065"/>
                </a:cubicBezTo>
                <a:lnTo>
                  <a:pt x="102691" y="80925"/>
                </a:lnTo>
                <a:cubicBezTo>
                  <a:pt x="100682" y="77326"/>
                  <a:pt x="98506" y="75902"/>
                  <a:pt x="95129" y="75902"/>
                </a:cubicBezTo>
                <a:cubicBezTo>
                  <a:pt x="91697" y="75902"/>
                  <a:pt x="89520" y="78079"/>
                  <a:pt x="89520" y="80925"/>
                </a:cubicBezTo>
                <a:cubicBezTo>
                  <a:pt x="89520" y="84441"/>
                  <a:pt x="91697" y="85865"/>
                  <a:pt x="96748" y="88069"/>
                </a:cubicBezTo>
                <a:lnTo>
                  <a:pt x="99678" y="89325"/>
                </a:lnTo>
                <a:cubicBezTo>
                  <a:pt x="109668" y="93594"/>
                  <a:pt x="115277" y="97975"/>
                  <a:pt x="115277" y="107798"/>
                </a:cubicBezTo>
                <a:cubicBezTo>
                  <a:pt x="115277" y="118346"/>
                  <a:pt x="106961" y="124151"/>
                  <a:pt x="95827" y="124151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1" name="Text 19"/>
          <p:cNvSpPr/>
          <p:nvPr/>
        </p:nvSpPr>
        <p:spPr>
          <a:xfrm>
            <a:off x="4226719" y="2158997"/>
            <a:ext cx="17065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JavaScript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285750" y="2508247"/>
            <a:ext cx="2809875" cy="285750"/>
          </a:xfrm>
          <a:custGeom>
            <a:avLst/>
            <a:gdLst/>
            <a:ahLst/>
            <a:cxnLst/>
            <a:rect l="l" t="t" r="r" b="b"/>
            <a:pathLst>
              <a:path w="2809875" h="285750">
                <a:moveTo>
                  <a:pt x="63499" y="0"/>
                </a:moveTo>
                <a:lnTo>
                  <a:pt x="2746376" y="0"/>
                </a:lnTo>
                <a:cubicBezTo>
                  <a:pt x="2781445" y="0"/>
                  <a:pt x="2809875" y="28430"/>
                  <a:pt x="2809875" y="63499"/>
                </a:cubicBezTo>
                <a:lnTo>
                  <a:pt x="2809875" y="222251"/>
                </a:lnTo>
                <a:cubicBezTo>
                  <a:pt x="2809875" y="257320"/>
                  <a:pt x="2781445" y="285750"/>
                  <a:pt x="2746376" y="285750"/>
                </a:cubicBezTo>
                <a:lnTo>
                  <a:pt x="63499" y="285750"/>
                </a:lnTo>
                <a:cubicBezTo>
                  <a:pt x="28430" y="285750"/>
                  <a:pt x="0" y="257320"/>
                  <a:pt x="0" y="222251"/>
                </a:cubicBezTo>
                <a:lnTo>
                  <a:pt x="0" y="63499"/>
                </a:lnTo>
                <a:cubicBezTo>
                  <a:pt x="0" y="28453"/>
                  <a:pt x="28453" y="0"/>
                  <a:pt x="63499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321469" y="2571747"/>
            <a:ext cx="273843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Chart.js Visuals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3190875" y="2508247"/>
            <a:ext cx="2809875" cy="285750"/>
          </a:xfrm>
          <a:custGeom>
            <a:avLst/>
            <a:gdLst/>
            <a:ahLst/>
            <a:cxnLst/>
            <a:rect l="l" t="t" r="r" b="b"/>
            <a:pathLst>
              <a:path w="2809875" h="285750">
                <a:moveTo>
                  <a:pt x="63499" y="0"/>
                </a:moveTo>
                <a:lnTo>
                  <a:pt x="2746376" y="0"/>
                </a:lnTo>
                <a:cubicBezTo>
                  <a:pt x="2781445" y="0"/>
                  <a:pt x="2809875" y="28430"/>
                  <a:pt x="2809875" y="63499"/>
                </a:cubicBezTo>
                <a:lnTo>
                  <a:pt x="2809875" y="222251"/>
                </a:lnTo>
                <a:cubicBezTo>
                  <a:pt x="2809875" y="257320"/>
                  <a:pt x="2781445" y="285750"/>
                  <a:pt x="2746376" y="285750"/>
                </a:cubicBezTo>
                <a:lnTo>
                  <a:pt x="63499" y="285750"/>
                </a:lnTo>
                <a:cubicBezTo>
                  <a:pt x="28430" y="285750"/>
                  <a:pt x="0" y="257320"/>
                  <a:pt x="0" y="222251"/>
                </a:cubicBezTo>
                <a:lnTo>
                  <a:pt x="0" y="63499"/>
                </a:lnTo>
                <a:cubicBezTo>
                  <a:pt x="0" y="28453"/>
                  <a:pt x="28453" y="0"/>
                  <a:pt x="63499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3226594" y="2571747"/>
            <a:ext cx="273843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Responsive Design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6660106" y="1135059"/>
            <a:ext cx="5146925" cy="1925642"/>
          </a:xfrm>
          <a:custGeom>
            <a:avLst/>
            <a:gdLst/>
            <a:ahLst/>
            <a:cxnLst/>
            <a:rect l="l" t="t" r="r" b="b"/>
            <a:pathLst>
              <a:path w="6096000" h="1492250">
                <a:moveTo>
                  <a:pt x="127005" y="0"/>
                </a:moveTo>
                <a:lnTo>
                  <a:pt x="5968995" y="0"/>
                </a:lnTo>
                <a:cubicBezTo>
                  <a:pt x="6039138" y="0"/>
                  <a:pt x="6096000" y="56862"/>
                  <a:pt x="6096000" y="127005"/>
                </a:cubicBezTo>
                <a:lnTo>
                  <a:pt x="6096000" y="1365245"/>
                </a:lnTo>
                <a:cubicBezTo>
                  <a:pt x="6096000" y="1435388"/>
                  <a:pt x="6039138" y="1492250"/>
                  <a:pt x="5968995" y="1492250"/>
                </a:cubicBezTo>
                <a:lnTo>
                  <a:pt x="127005" y="1492250"/>
                </a:lnTo>
                <a:cubicBezTo>
                  <a:pt x="56862" y="1492250"/>
                  <a:pt x="0" y="1435388"/>
                  <a:pt x="0" y="1365245"/>
                </a:cubicBezTo>
                <a:lnTo>
                  <a:pt x="0" y="127005"/>
                </a:lnTo>
                <a:cubicBezTo>
                  <a:pt x="0" y="56862"/>
                  <a:pt x="56862" y="0"/>
                  <a:pt x="127005" y="0"/>
                </a:cubicBezTo>
                <a:close/>
              </a:path>
            </a:pathLst>
          </a:custGeom>
          <a:gradFill flip="none" rotWithShape="1">
            <a:gsLst>
              <a:gs pos="0">
                <a:srgbClr val="4F46E5"/>
              </a:gs>
              <a:gs pos="100000">
                <a:srgbClr val="6366F1"/>
              </a:gs>
            </a:gsLst>
            <a:lin ang="2700000" scaled="1"/>
          </a:gradFill>
          <a:ln/>
          <a:effectLst>
            <a:outerShdw blurRad="119063" dist="79375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985000" y="1351019"/>
            <a:ext cx="444500" cy="444500"/>
          </a:xfrm>
          <a:custGeom>
            <a:avLst/>
            <a:gdLst/>
            <a:ahLst/>
            <a:cxnLst/>
            <a:rect l="l" t="t" r="r" b="b"/>
            <a:pathLst>
              <a:path w="444500" h="444500">
                <a:moveTo>
                  <a:pt x="95252" y="0"/>
                </a:moveTo>
                <a:lnTo>
                  <a:pt x="349248" y="0"/>
                </a:lnTo>
                <a:cubicBezTo>
                  <a:pt x="401819" y="0"/>
                  <a:pt x="444500" y="42681"/>
                  <a:pt x="444500" y="95252"/>
                </a:cubicBezTo>
                <a:lnTo>
                  <a:pt x="444500" y="349248"/>
                </a:lnTo>
                <a:cubicBezTo>
                  <a:pt x="444500" y="401854"/>
                  <a:pt x="401854" y="444500"/>
                  <a:pt x="349248" y="444500"/>
                </a:cubicBezTo>
                <a:lnTo>
                  <a:pt x="95252" y="444500"/>
                </a:lnTo>
                <a:cubicBezTo>
                  <a:pt x="42681" y="444500"/>
                  <a:pt x="0" y="401819"/>
                  <a:pt x="0" y="349248"/>
                </a:cubicBezTo>
                <a:lnTo>
                  <a:pt x="0" y="95252"/>
                </a:lnTo>
                <a:cubicBezTo>
                  <a:pt x="0" y="42646"/>
                  <a:pt x="42646" y="0"/>
                  <a:pt x="95252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7123906" y="1478019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23812" y="11906"/>
                </a:moveTo>
                <a:cubicBezTo>
                  <a:pt x="10678" y="11906"/>
                  <a:pt x="0" y="22585"/>
                  <a:pt x="0" y="35719"/>
                </a:cubicBezTo>
                <a:lnTo>
                  <a:pt x="0" y="59531"/>
                </a:lnTo>
                <a:cubicBezTo>
                  <a:pt x="0" y="72665"/>
                  <a:pt x="10678" y="83344"/>
                  <a:pt x="23812" y="83344"/>
                </a:cubicBezTo>
                <a:lnTo>
                  <a:pt x="142875" y="83344"/>
                </a:lnTo>
                <a:cubicBezTo>
                  <a:pt x="156009" y="83344"/>
                  <a:pt x="166688" y="72665"/>
                  <a:pt x="166688" y="59531"/>
                </a:cubicBezTo>
                <a:lnTo>
                  <a:pt x="166688" y="35719"/>
                </a:lnTo>
                <a:cubicBezTo>
                  <a:pt x="166688" y="22585"/>
                  <a:pt x="156009" y="11906"/>
                  <a:pt x="142875" y="11906"/>
                </a:cubicBezTo>
                <a:lnTo>
                  <a:pt x="23812" y="11906"/>
                </a:lnTo>
                <a:close/>
                <a:moveTo>
                  <a:pt x="104180" y="38695"/>
                </a:moveTo>
                <a:cubicBezTo>
                  <a:pt x="109108" y="38695"/>
                  <a:pt x="113109" y="42697"/>
                  <a:pt x="113109" y="47625"/>
                </a:cubicBezTo>
                <a:cubicBezTo>
                  <a:pt x="113109" y="52553"/>
                  <a:pt x="109108" y="56555"/>
                  <a:pt x="104180" y="56555"/>
                </a:cubicBezTo>
                <a:cubicBezTo>
                  <a:pt x="99251" y="56555"/>
                  <a:pt x="95250" y="52553"/>
                  <a:pt x="95250" y="47625"/>
                </a:cubicBezTo>
                <a:cubicBezTo>
                  <a:pt x="95250" y="42697"/>
                  <a:pt x="99251" y="38695"/>
                  <a:pt x="104180" y="38695"/>
                </a:cubicBezTo>
                <a:close/>
                <a:moveTo>
                  <a:pt x="125016" y="47625"/>
                </a:moveTo>
                <a:cubicBezTo>
                  <a:pt x="125016" y="42697"/>
                  <a:pt x="129017" y="38695"/>
                  <a:pt x="133945" y="38695"/>
                </a:cubicBezTo>
                <a:cubicBezTo>
                  <a:pt x="138874" y="38695"/>
                  <a:pt x="142875" y="42697"/>
                  <a:pt x="142875" y="47625"/>
                </a:cubicBezTo>
                <a:cubicBezTo>
                  <a:pt x="142875" y="52553"/>
                  <a:pt x="138874" y="56555"/>
                  <a:pt x="133945" y="56555"/>
                </a:cubicBezTo>
                <a:cubicBezTo>
                  <a:pt x="129017" y="56555"/>
                  <a:pt x="125016" y="52553"/>
                  <a:pt x="125016" y="47625"/>
                </a:cubicBezTo>
                <a:close/>
                <a:moveTo>
                  <a:pt x="23812" y="107156"/>
                </a:moveTo>
                <a:cubicBezTo>
                  <a:pt x="10678" y="107156"/>
                  <a:pt x="0" y="117835"/>
                  <a:pt x="0" y="130969"/>
                </a:cubicBezTo>
                <a:lnTo>
                  <a:pt x="0" y="154781"/>
                </a:lnTo>
                <a:cubicBezTo>
                  <a:pt x="0" y="167915"/>
                  <a:pt x="10678" y="178594"/>
                  <a:pt x="23812" y="178594"/>
                </a:cubicBezTo>
                <a:lnTo>
                  <a:pt x="142875" y="178594"/>
                </a:lnTo>
                <a:cubicBezTo>
                  <a:pt x="156009" y="178594"/>
                  <a:pt x="166688" y="167915"/>
                  <a:pt x="166688" y="154781"/>
                </a:cubicBezTo>
                <a:lnTo>
                  <a:pt x="166688" y="130969"/>
                </a:lnTo>
                <a:cubicBezTo>
                  <a:pt x="166688" y="117835"/>
                  <a:pt x="156009" y="107156"/>
                  <a:pt x="142875" y="107156"/>
                </a:cubicBezTo>
                <a:lnTo>
                  <a:pt x="23812" y="107156"/>
                </a:lnTo>
                <a:close/>
                <a:moveTo>
                  <a:pt x="104180" y="133945"/>
                </a:moveTo>
                <a:cubicBezTo>
                  <a:pt x="109108" y="133945"/>
                  <a:pt x="113109" y="137947"/>
                  <a:pt x="113109" y="142875"/>
                </a:cubicBezTo>
                <a:cubicBezTo>
                  <a:pt x="113109" y="147803"/>
                  <a:pt x="109108" y="151805"/>
                  <a:pt x="104180" y="151805"/>
                </a:cubicBezTo>
                <a:cubicBezTo>
                  <a:pt x="99251" y="151805"/>
                  <a:pt x="95250" y="147803"/>
                  <a:pt x="95250" y="142875"/>
                </a:cubicBezTo>
                <a:cubicBezTo>
                  <a:pt x="95250" y="137947"/>
                  <a:pt x="99251" y="133945"/>
                  <a:pt x="104180" y="133945"/>
                </a:cubicBezTo>
                <a:close/>
                <a:moveTo>
                  <a:pt x="125016" y="142875"/>
                </a:moveTo>
                <a:cubicBezTo>
                  <a:pt x="125016" y="137947"/>
                  <a:pt x="129017" y="133945"/>
                  <a:pt x="133945" y="133945"/>
                </a:cubicBezTo>
                <a:cubicBezTo>
                  <a:pt x="138874" y="133945"/>
                  <a:pt x="142875" y="137947"/>
                  <a:pt x="142875" y="142875"/>
                </a:cubicBezTo>
                <a:cubicBezTo>
                  <a:pt x="142875" y="147803"/>
                  <a:pt x="138874" y="151805"/>
                  <a:pt x="133945" y="151805"/>
                </a:cubicBezTo>
                <a:cubicBezTo>
                  <a:pt x="129017" y="151805"/>
                  <a:pt x="125016" y="147803"/>
                  <a:pt x="125016" y="142875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0" name="Text 28"/>
          <p:cNvSpPr/>
          <p:nvPr/>
        </p:nvSpPr>
        <p:spPr>
          <a:xfrm>
            <a:off x="7556500" y="1382769"/>
            <a:ext cx="1325563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BACKEND LAYER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7556500" y="1605019"/>
            <a:ext cx="130175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FFFFFF">
                    <a:alpha val="9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Brain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6985000" y="1922519"/>
            <a:ext cx="1841500" cy="539750"/>
          </a:xfrm>
          <a:custGeom>
            <a:avLst/>
            <a:gdLst/>
            <a:ahLst/>
            <a:cxnLst/>
            <a:rect l="l" t="t" r="r" b="b"/>
            <a:pathLst>
              <a:path w="1841500" h="539750">
                <a:moveTo>
                  <a:pt x="63502" y="0"/>
                </a:moveTo>
                <a:lnTo>
                  <a:pt x="1777998" y="0"/>
                </a:lnTo>
                <a:cubicBezTo>
                  <a:pt x="1813069" y="0"/>
                  <a:pt x="1841500" y="28431"/>
                  <a:pt x="1841500" y="63502"/>
                </a:cubicBezTo>
                <a:lnTo>
                  <a:pt x="1841500" y="476248"/>
                </a:lnTo>
                <a:cubicBezTo>
                  <a:pt x="1841500" y="511319"/>
                  <a:pt x="1813069" y="539750"/>
                  <a:pt x="1777998" y="539750"/>
                </a:cubicBezTo>
                <a:lnTo>
                  <a:pt x="63502" y="539750"/>
                </a:lnTo>
                <a:cubicBezTo>
                  <a:pt x="28431" y="539750"/>
                  <a:pt x="0" y="511319"/>
                  <a:pt x="0" y="476248"/>
                </a:cubicBezTo>
                <a:lnTo>
                  <a:pt x="0" y="63502"/>
                </a:lnTo>
                <a:cubicBezTo>
                  <a:pt x="0" y="28454"/>
                  <a:pt x="28454" y="0"/>
                  <a:pt x="63502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7845227" y="2036822"/>
            <a:ext cx="125016" cy="142875"/>
          </a:xfrm>
          <a:custGeom>
            <a:avLst/>
            <a:gdLst/>
            <a:ahLst/>
            <a:cxnLst/>
            <a:rect l="l" t="t" r="r" b="b"/>
            <a:pathLst>
              <a:path w="125016" h="142875">
                <a:moveTo>
                  <a:pt x="122727" y="55950"/>
                </a:moveTo>
                <a:cubicBezTo>
                  <a:pt x="120579" y="47327"/>
                  <a:pt x="116505" y="40825"/>
                  <a:pt x="107826" y="40825"/>
                </a:cubicBezTo>
                <a:lnTo>
                  <a:pt x="96636" y="40825"/>
                </a:lnTo>
                <a:lnTo>
                  <a:pt x="96636" y="54053"/>
                </a:lnTo>
                <a:cubicBezTo>
                  <a:pt x="96636" y="64322"/>
                  <a:pt x="87930" y="72972"/>
                  <a:pt x="77995" y="72972"/>
                </a:cubicBezTo>
                <a:lnTo>
                  <a:pt x="48192" y="72972"/>
                </a:lnTo>
                <a:cubicBezTo>
                  <a:pt x="40044" y="72972"/>
                  <a:pt x="33291" y="79949"/>
                  <a:pt x="33291" y="88125"/>
                </a:cubicBezTo>
                <a:lnTo>
                  <a:pt x="33291" y="116532"/>
                </a:lnTo>
                <a:cubicBezTo>
                  <a:pt x="33291" y="124625"/>
                  <a:pt x="40323" y="129369"/>
                  <a:pt x="48192" y="131685"/>
                </a:cubicBezTo>
                <a:cubicBezTo>
                  <a:pt x="57624" y="134448"/>
                  <a:pt x="66694" y="134950"/>
                  <a:pt x="77995" y="131685"/>
                </a:cubicBezTo>
                <a:cubicBezTo>
                  <a:pt x="85502" y="129508"/>
                  <a:pt x="92897" y="125127"/>
                  <a:pt x="92897" y="116532"/>
                </a:cubicBezTo>
                <a:lnTo>
                  <a:pt x="92897" y="105175"/>
                </a:lnTo>
                <a:lnTo>
                  <a:pt x="63122" y="105175"/>
                </a:lnTo>
                <a:lnTo>
                  <a:pt x="63122" y="101380"/>
                </a:lnTo>
                <a:lnTo>
                  <a:pt x="107826" y="101380"/>
                </a:lnTo>
                <a:cubicBezTo>
                  <a:pt x="116505" y="101380"/>
                  <a:pt x="119714" y="95324"/>
                  <a:pt x="122727" y="86255"/>
                </a:cubicBezTo>
                <a:cubicBezTo>
                  <a:pt x="125853" y="76907"/>
                  <a:pt x="125713" y="67921"/>
                  <a:pt x="122727" y="55950"/>
                </a:cubicBezTo>
                <a:close/>
                <a:moveTo>
                  <a:pt x="79865" y="124095"/>
                </a:moveTo>
                <a:cubicBezTo>
                  <a:pt x="77741" y="124244"/>
                  <a:pt x="75712" y="123195"/>
                  <a:pt x="74604" y="121377"/>
                </a:cubicBezTo>
                <a:cubicBezTo>
                  <a:pt x="73497" y="119558"/>
                  <a:pt x="73497" y="117274"/>
                  <a:pt x="74604" y="115455"/>
                </a:cubicBezTo>
                <a:cubicBezTo>
                  <a:pt x="75712" y="113637"/>
                  <a:pt x="77741" y="112588"/>
                  <a:pt x="79865" y="112737"/>
                </a:cubicBezTo>
                <a:cubicBezTo>
                  <a:pt x="81989" y="112588"/>
                  <a:pt x="84018" y="113637"/>
                  <a:pt x="85125" y="115455"/>
                </a:cubicBezTo>
                <a:cubicBezTo>
                  <a:pt x="86233" y="117274"/>
                  <a:pt x="86233" y="119558"/>
                  <a:pt x="85125" y="121377"/>
                </a:cubicBezTo>
                <a:cubicBezTo>
                  <a:pt x="84018" y="123195"/>
                  <a:pt x="81989" y="124244"/>
                  <a:pt x="79865" y="124095"/>
                </a:cubicBezTo>
                <a:close/>
                <a:moveTo>
                  <a:pt x="46825" y="69233"/>
                </a:moveTo>
                <a:lnTo>
                  <a:pt x="76628" y="69233"/>
                </a:lnTo>
                <a:cubicBezTo>
                  <a:pt x="84916" y="69233"/>
                  <a:pt x="91529" y="62396"/>
                  <a:pt x="91529" y="54080"/>
                </a:cubicBezTo>
                <a:lnTo>
                  <a:pt x="91529" y="25645"/>
                </a:lnTo>
                <a:cubicBezTo>
                  <a:pt x="91529" y="17552"/>
                  <a:pt x="84720" y="11497"/>
                  <a:pt x="76628" y="10130"/>
                </a:cubicBezTo>
                <a:cubicBezTo>
                  <a:pt x="66638" y="8483"/>
                  <a:pt x="55783" y="8567"/>
                  <a:pt x="46825" y="10158"/>
                </a:cubicBezTo>
                <a:cubicBezTo>
                  <a:pt x="34212" y="12390"/>
                  <a:pt x="31924" y="17050"/>
                  <a:pt x="31924" y="25673"/>
                </a:cubicBezTo>
                <a:lnTo>
                  <a:pt x="31924" y="37030"/>
                </a:lnTo>
                <a:lnTo>
                  <a:pt x="61754" y="37030"/>
                </a:lnTo>
                <a:lnTo>
                  <a:pt x="61754" y="40825"/>
                </a:lnTo>
                <a:lnTo>
                  <a:pt x="20734" y="40825"/>
                </a:lnTo>
                <a:cubicBezTo>
                  <a:pt x="12055" y="40825"/>
                  <a:pt x="4465" y="46044"/>
                  <a:pt x="2093" y="55950"/>
                </a:cubicBezTo>
                <a:cubicBezTo>
                  <a:pt x="-642" y="67308"/>
                  <a:pt x="-753" y="74395"/>
                  <a:pt x="2093" y="86255"/>
                </a:cubicBezTo>
                <a:cubicBezTo>
                  <a:pt x="4214" y="95073"/>
                  <a:pt x="9265" y="101380"/>
                  <a:pt x="17943" y="101380"/>
                </a:cubicBezTo>
                <a:lnTo>
                  <a:pt x="28184" y="101380"/>
                </a:lnTo>
                <a:lnTo>
                  <a:pt x="28184" y="87762"/>
                </a:lnTo>
                <a:cubicBezTo>
                  <a:pt x="28184" y="77912"/>
                  <a:pt x="36695" y="69233"/>
                  <a:pt x="46825" y="69233"/>
                </a:cubicBezTo>
                <a:close/>
                <a:moveTo>
                  <a:pt x="44983" y="18055"/>
                </a:moveTo>
                <a:cubicBezTo>
                  <a:pt x="48125" y="18055"/>
                  <a:pt x="50676" y="20606"/>
                  <a:pt x="50676" y="23747"/>
                </a:cubicBezTo>
                <a:cubicBezTo>
                  <a:pt x="50676" y="26889"/>
                  <a:pt x="48125" y="29440"/>
                  <a:pt x="44983" y="29440"/>
                </a:cubicBezTo>
                <a:cubicBezTo>
                  <a:pt x="41841" y="29440"/>
                  <a:pt x="39291" y="26889"/>
                  <a:pt x="39291" y="23747"/>
                </a:cubicBezTo>
                <a:cubicBezTo>
                  <a:pt x="39291" y="20606"/>
                  <a:pt x="41841" y="18055"/>
                  <a:pt x="44983" y="18055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4" name="Text 32"/>
          <p:cNvSpPr/>
          <p:nvPr/>
        </p:nvSpPr>
        <p:spPr>
          <a:xfrm>
            <a:off x="7052469" y="2211447"/>
            <a:ext cx="17065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Flask REST API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9656961" y="1897059"/>
            <a:ext cx="1841500" cy="539750"/>
          </a:xfrm>
          <a:custGeom>
            <a:avLst/>
            <a:gdLst/>
            <a:ahLst/>
            <a:cxnLst/>
            <a:rect l="l" t="t" r="r" b="b"/>
            <a:pathLst>
              <a:path w="1841500" h="539750">
                <a:moveTo>
                  <a:pt x="63502" y="0"/>
                </a:moveTo>
                <a:lnTo>
                  <a:pt x="1777998" y="0"/>
                </a:lnTo>
                <a:cubicBezTo>
                  <a:pt x="1813069" y="0"/>
                  <a:pt x="1841500" y="28431"/>
                  <a:pt x="1841500" y="63502"/>
                </a:cubicBezTo>
                <a:lnTo>
                  <a:pt x="1841500" y="476248"/>
                </a:lnTo>
                <a:cubicBezTo>
                  <a:pt x="1841500" y="511319"/>
                  <a:pt x="1813069" y="539750"/>
                  <a:pt x="1777998" y="539750"/>
                </a:cubicBezTo>
                <a:lnTo>
                  <a:pt x="63502" y="539750"/>
                </a:lnTo>
                <a:cubicBezTo>
                  <a:pt x="28431" y="539750"/>
                  <a:pt x="0" y="511319"/>
                  <a:pt x="0" y="476248"/>
                </a:cubicBezTo>
                <a:lnTo>
                  <a:pt x="0" y="63502"/>
                </a:lnTo>
                <a:cubicBezTo>
                  <a:pt x="0" y="28454"/>
                  <a:pt x="28454" y="0"/>
                  <a:pt x="63502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10508258" y="2011362"/>
            <a:ext cx="142875" cy="142875"/>
          </a:xfrm>
          <a:custGeom>
            <a:avLst/>
            <a:gdLst/>
            <a:ahLst/>
            <a:cxnLst/>
            <a:rect l="l" t="t" r="r" b="b"/>
            <a:pathLst>
              <a:path w="142875" h="142875">
                <a:moveTo>
                  <a:pt x="71438" y="0"/>
                </a:moveTo>
                <a:cubicBezTo>
                  <a:pt x="72721" y="0"/>
                  <a:pt x="74005" y="279"/>
                  <a:pt x="75177" y="809"/>
                </a:cubicBezTo>
                <a:lnTo>
                  <a:pt x="127750" y="23106"/>
                </a:lnTo>
                <a:cubicBezTo>
                  <a:pt x="133890" y="25701"/>
                  <a:pt x="138466" y="31756"/>
                  <a:pt x="138438" y="39067"/>
                </a:cubicBezTo>
                <a:cubicBezTo>
                  <a:pt x="138299" y="66749"/>
                  <a:pt x="126913" y="117397"/>
                  <a:pt x="78832" y="140419"/>
                </a:cubicBezTo>
                <a:cubicBezTo>
                  <a:pt x="74172" y="142652"/>
                  <a:pt x="68759" y="142652"/>
                  <a:pt x="64098" y="140419"/>
                </a:cubicBezTo>
                <a:cubicBezTo>
                  <a:pt x="15990" y="117397"/>
                  <a:pt x="4632" y="66749"/>
                  <a:pt x="4493" y="39067"/>
                </a:cubicBezTo>
                <a:cubicBezTo>
                  <a:pt x="4465" y="31756"/>
                  <a:pt x="9041" y="25701"/>
                  <a:pt x="15180" y="23106"/>
                </a:cubicBezTo>
                <a:lnTo>
                  <a:pt x="67726" y="809"/>
                </a:lnTo>
                <a:cubicBezTo>
                  <a:pt x="68898" y="279"/>
                  <a:pt x="70154" y="0"/>
                  <a:pt x="71438" y="0"/>
                </a:cubicBezTo>
                <a:close/>
                <a:moveTo>
                  <a:pt x="71438" y="18641"/>
                </a:moveTo>
                <a:lnTo>
                  <a:pt x="71438" y="124151"/>
                </a:lnTo>
                <a:cubicBezTo>
                  <a:pt x="109947" y="105510"/>
                  <a:pt x="120300" y="64210"/>
                  <a:pt x="120551" y="39486"/>
                </a:cubicBezTo>
                <a:lnTo>
                  <a:pt x="71438" y="18669"/>
                </a:lnTo>
                <a:lnTo>
                  <a:pt x="71438" y="18669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7" name="Text 35"/>
          <p:cNvSpPr/>
          <p:nvPr/>
        </p:nvSpPr>
        <p:spPr>
          <a:xfrm>
            <a:off x="9724430" y="2185987"/>
            <a:ext cx="17065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JWT Auth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8292041" y="2511801"/>
            <a:ext cx="1841500" cy="539750"/>
          </a:xfrm>
          <a:custGeom>
            <a:avLst/>
            <a:gdLst/>
            <a:ahLst/>
            <a:cxnLst/>
            <a:rect l="l" t="t" r="r" b="b"/>
            <a:pathLst>
              <a:path w="1841500" h="539750">
                <a:moveTo>
                  <a:pt x="63502" y="0"/>
                </a:moveTo>
                <a:lnTo>
                  <a:pt x="1777998" y="0"/>
                </a:lnTo>
                <a:cubicBezTo>
                  <a:pt x="1813069" y="0"/>
                  <a:pt x="1841500" y="28431"/>
                  <a:pt x="1841500" y="63502"/>
                </a:cubicBezTo>
                <a:lnTo>
                  <a:pt x="1841500" y="476248"/>
                </a:lnTo>
                <a:cubicBezTo>
                  <a:pt x="1841500" y="511319"/>
                  <a:pt x="1813069" y="539750"/>
                  <a:pt x="1777998" y="539750"/>
                </a:cubicBezTo>
                <a:lnTo>
                  <a:pt x="63502" y="539750"/>
                </a:lnTo>
                <a:cubicBezTo>
                  <a:pt x="28431" y="539750"/>
                  <a:pt x="0" y="511319"/>
                  <a:pt x="0" y="476248"/>
                </a:cubicBezTo>
                <a:lnTo>
                  <a:pt x="0" y="63502"/>
                </a:lnTo>
                <a:cubicBezTo>
                  <a:pt x="0" y="28454"/>
                  <a:pt x="28454" y="0"/>
                  <a:pt x="63502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9143338" y="2626104"/>
            <a:ext cx="142875" cy="142875"/>
          </a:xfrm>
          <a:custGeom>
            <a:avLst/>
            <a:gdLst/>
            <a:ahLst/>
            <a:cxnLst/>
            <a:rect l="l" t="t" r="r" b="b"/>
            <a:pathLst>
              <a:path w="142875" h="142875">
                <a:moveTo>
                  <a:pt x="33486" y="15627"/>
                </a:moveTo>
                <a:cubicBezTo>
                  <a:pt x="33486" y="7004"/>
                  <a:pt x="40491" y="0"/>
                  <a:pt x="49113" y="0"/>
                </a:cubicBezTo>
                <a:lnTo>
                  <a:pt x="55811" y="0"/>
                </a:lnTo>
                <a:cubicBezTo>
                  <a:pt x="60750" y="0"/>
                  <a:pt x="64740" y="3990"/>
                  <a:pt x="64740" y="8930"/>
                </a:cubicBezTo>
                <a:lnTo>
                  <a:pt x="64740" y="133945"/>
                </a:lnTo>
                <a:cubicBezTo>
                  <a:pt x="64740" y="138885"/>
                  <a:pt x="60750" y="142875"/>
                  <a:pt x="55811" y="142875"/>
                </a:cubicBezTo>
                <a:lnTo>
                  <a:pt x="46881" y="142875"/>
                </a:lnTo>
                <a:cubicBezTo>
                  <a:pt x="38565" y="142875"/>
                  <a:pt x="31561" y="137182"/>
                  <a:pt x="29580" y="129480"/>
                </a:cubicBezTo>
                <a:cubicBezTo>
                  <a:pt x="29384" y="129480"/>
                  <a:pt x="29217" y="129480"/>
                  <a:pt x="29021" y="129480"/>
                </a:cubicBezTo>
                <a:cubicBezTo>
                  <a:pt x="16687" y="129480"/>
                  <a:pt x="6697" y="119490"/>
                  <a:pt x="6697" y="107156"/>
                </a:cubicBezTo>
                <a:cubicBezTo>
                  <a:pt x="6697" y="102133"/>
                  <a:pt x="8372" y="97501"/>
                  <a:pt x="11162" y="93762"/>
                </a:cubicBezTo>
                <a:cubicBezTo>
                  <a:pt x="5748" y="89688"/>
                  <a:pt x="2232" y="83214"/>
                  <a:pt x="2232" y="75902"/>
                </a:cubicBezTo>
                <a:cubicBezTo>
                  <a:pt x="2232" y="67280"/>
                  <a:pt x="7144" y="59773"/>
                  <a:pt x="14288" y="56062"/>
                </a:cubicBezTo>
                <a:cubicBezTo>
                  <a:pt x="12306" y="52713"/>
                  <a:pt x="11162" y="48806"/>
                  <a:pt x="11162" y="44648"/>
                </a:cubicBezTo>
                <a:cubicBezTo>
                  <a:pt x="11162" y="32314"/>
                  <a:pt x="21152" y="22324"/>
                  <a:pt x="33486" y="22324"/>
                </a:cubicBezTo>
                <a:lnTo>
                  <a:pt x="33486" y="15627"/>
                </a:lnTo>
                <a:close/>
                <a:moveTo>
                  <a:pt x="109389" y="15627"/>
                </a:moveTo>
                <a:lnTo>
                  <a:pt x="109389" y="22324"/>
                </a:lnTo>
                <a:cubicBezTo>
                  <a:pt x="121723" y="22324"/>
                  <a:pt x="131713" y="32314"/>
                  <a:pt x="131713" y="44648"/>
                </a:cubicBezTo>
                <a:cubicBezTo>
                  <a:pt x="131713" y="48834"/>
                  <a:pt x="130569" y="52741"/>
                  <a:pt x="128588" y="56062"/>
                </a:cubicBezTo>
                <a:cubicBezTo>
                  <a:pt x="135759" y="59773"/>
                  <a:pt x="140643" y="67252"/>
                  <a:pt x="140643" y="75902"/>
                </a:cubicBezTo>
                <a:cubicBezTo>
                  <a:pt x="140643" y="83214"/>
                  <a:pt x="137127" y="89688"/>
                  <a:pt x="131713" y="93762"/>
                </a:cubicBezTo>
                <a:cubicBezTo>
                  <a:pt x="134503" y="97501"/>
                  <a:pt x="136178" y="102133"/>
                  <a:pt x="136178" y="107156"/>
                </a:cubicBezTo>
                <a:cubicBezTo>
                  <a:pt x="136178" y="119490"/>
                  <a:pt x="126188" y="129480"/>
                  <a:pt x="113854" y="129480"/>
                </a:cubicBezTo>
                <a:cubicBezTo>
                  <a:pt x="113658" y="129480"/>
                  <a:pt x="113491" y="129480"/>
                  <a:pt x="113295" y="129480"/>
                </a:cubicBezTo>
                <a:cubicBezTo>
                  <a:pt x="111314" y="137182"/>
                  <a:pt x="104310" y="142875"/>
                  <a:pt x="95994" y="142875"/>
                </a:cubicBezTo>
                <a:lnTo>
                  <a:pt x="87064" y="142875"/>
                </a:lnTo>
                <a:cubicBezTo>
                  <a:pt x="82125" y="142875"/>
                  <a:pt x="78135" y="138885"/>
                  <a:pt x="78135" y="133945"/>
                </a:cubicBezTo>
                <a:lnTo>
                  <a:pt x="78135" y="8930"/>
                </a:lnTo>
                <a:cubicBezTo>
                  <a:pt x="78135" y="3990"/>
                  <a:pt x="82125" y="0"/>
                  <a:pt x="87064" y="0"/>
                </a:cubicBezTo>
                <a:lnTo>
                  <a:pt x="93762" y="0"/>
                </a:lnTo>
                <a:cubicBezTo>
                  <a:pt x="102384" y="0"/>
                  <a:pt x="109389" y="7004"/>
                  <a:pt x="109389" y="15627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40" name="Text 38"/>
          <p:cNvSpPr/>
          <p:nvPr/>
        </p:nvSpPr>
        <p:spPr>
          <a:xfrm>
            <a:off x="8359510" y="2800729"/>
            <a:ext cx="17065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AI Analysis Engine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3282156" y="3210301"/>
            <a:ext cx="6096000" cy="1492250"/>
          </a:xfrm>
          <a:custGeom>
            <a:avLst/>
            <a:gdLst/>
            <a:ahLst/>
            <a:cxnLst/>
            <a:rect l="l" t="t" r="r" b="b"/>
            <a:pathLst>
              <a:path w="6096000" h="1492250">
                <a:moveTo>
                  <a:pt x="127005" y="0"/>
                </a:moveTo>
                <a:lnTo>
                  <a:pt x="5968995" y="0"/>
                </a:lnTo>
                <a:cubicBezTo>
                  <a:pt x="6039138" y="0"/>
                  <a:pt x="6096000" y="56862"/>
                  <a:pt x="6096000" y="127005"/>
                </a:cubicBezTo>
                <a:lnTo>
                  <a:pt x="6096000" y="1365245"/>
                </a:lnTo>
                <a:cubicBezTo>
                  <a:pt x="6096000" y="1435388"/>
                  <a:pt x="6039138" y="1492250"/>
                  <a:pt x="5968995" y="1492250"/>
                </a:cubicBezTo>
                <a:lnTo>
                  <a:pt x="127005" y="1492250"/>
                </a:lnTo>
                <a:cubicBezTo>
                  <a:pt x="56862" y="1492250"/>
                  <a:pt x="0" y="1435388"/>
                  <a:pt x="0" y="1365245"/>
                </a:cubicBezTo>
                <a:lnTo>
                  <a:pt x="0" y="127005"/>
                </a:lnTo>
                <a:cubicBezTo>
                  <a:pt x="0" y="56862"/>
                  <a:pt x="56862" y="0"/>
                  <a:pt x="127005" y="0"/>
                </a:cubicBezTo>
                <a:close/>
              </a:path>
            </a:pathLst>
          </a:custGeom>
          <a:gradFill flip="none" rotWithShape="1">
            <a:gsLst>
              <a:gs pos="0">
                <a:srgbClr val="1E293B"/>
              </a:gs>
              <a:gs pos="100000">
                <a:srgbClr val="334155"/>
              </a:gs>
            </a:gsLst>
            <a:lin ang="2700000" scaled="1"/>
          </a:gradFill>
          <a:ln/>
          <a:effectLst>
            <a:outerShdw blurRad="119063" dist="79375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3472656" y="3400801"/>
            <a:ext cx="444500" cy="444500"/>
          </a:xfrm>
          <a:custGeom>
            <a:avLst/>
            <a:gdLst/>
            <a:ahLst/>
            <a:cxnLst/>
            <a:rect l="l" t="t" r="r" b="b"/>
            <a:pathLst>
              <a:path w="444500" h="444500">
                <a:moveTo>
                  <a:pt x="95252" y="0"/>
                </a:moveTo>
                <a:lnTo>
                  <a:pt x="349248" y="0"/>
                </a:lnTo>
                <a:cubicBezTo>
                  <a:pt x="401819" y="0"/>
                  <a:pt x="444500" y="42681"/>
                  <a:pt x="444500" y="95252"/>
                </a:cubicBezTo>
                <a:lnTo>
                  <a:pt x="444500" y="349248"/>
                </a:lnTo>
                <a:cubicBezTo>
                  <a:pt x="444500" y="401854"/>
                  <a:pt x="401854" y="444500"/>
                  <a:pt x="349248" y="444500"/>
                </a:cubicBezTo>
                <a:lnTo>
                  <a:pt x="95252" y="444500"/>
                </a:lnTo>
                <a:cubicBezTo>
                  <a:pt x="42681" y="444500"/>
                  <a:pt x="0" y="401819"/>
                  <a:pt x="0" y="349248"/>
                </a:cubicBezTo>
                <a:lnTo>
                  <a:pt x="0" y="95252"/>
                </a:lnTo>
                <a:cubicBezTo>
                  <a:pt x="0" y="42646"/>
                  <a:pt x="42646" y="0"/>
                  <a:pt x="95252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3611562" y="3527801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166688" y="76572"/>
                </a:moveTo>
                <a:cubicBezTo>
                  <a:pt x="161181" y="80218"/>
                  <a:pt x="154856" y="83158"/>
                  <a:pt x="148270" y="85502"/>
                </a:cubicBezTo>
                <a:cubicBezTo>
                  <a:pt x="130783" y="91753"/>
                  <a:pt x="107826" y="95250"/>
                  <a:pt x="83344" y="95250"/>
                </a:cubicBezTo>
                <a:cubicBezTo>
                  <a:pt x="58862" y="95250"/>
                  <a:pt x="35868" y="91715"/>
                  <a:pt x="18417" y="85502"/>
                </a:cubicBezTo>
                <a:cubicBezTo>
                  <a:pt x="11869" y="83158"/>
                  <a:pt x="5507" y="80218"/>
                  <a:pt x="0" y="76572"/>
                </a:cubicBezTo>
                <a:lnTo>
                  <a:pt x="0" y="107156"/>
                </a:lnTo>
                <a:cubicBezTo>
                  <a:pt x="0" y="123602"/>
                  <a:pt x="37319" y="136922"/>
                  <a:pt x="83344" y="136922"/>
                </a:cubicBezTo>
                <a:cubicBezTo>
                  <a:pt x="129369" y="136922"/>
                  <a:pt x="166688" y="123602"/>
                  <a:pt x="166688" y="107156"/>
                </a:cubicBezTo>
                <a:lnTo>
                  <a:pt x="166688" y="76572"/>
                </a:lnTo>
                <a:close/>
                <a:moveTo>
                  <a:pt x="166688" y="47625"/>
                </a:moveTo>
                <a:lnTo>
                  <a:pt x="166688" y="29766"/>
                </a:lnTo>
                <a:cubicBezTo>
                  <a:pt x="166688" y="13320"/>
                  <a:pt x="129369" y="0"/>
                  <a:pt x="83344" y="0"/>
                </a:cubicBezTo>
                <a:cubicBezTo>
                  <a:pt x="37319" y="0"/>
                  <a:pt x="0" y="13320"/>
                  <a:pt x="0" y="29766"/>
                </a:cubicBezTo>
                <a:lnTo>
                  <a:pt x="0" y="47625"/>
                </a:lnTo>
                <a:cubicBezTo>
                  <a:pt x="0" y="64071"/>
                  <a:pt x="37319" y="77391"/>
                  <a:pt x="83344" y="77391"/>
                </a:cubicBezTo>
                <a:cubicBezTo>
                  <a:pt x="129369" y="77391"/>
                  <a:pt x="166688" y="64071"/>
                  <a:pt x="166688" y="47625"/>
                </a:cubicBezTo>
                <a:close/>
                <a:moveTo>
                  <a:pt x="148270" y="145033"/>
                </a:moveTo>
                <a:cubicBezTo>
                  <a:pt x="130820" y="151247"/>
                  <a:pt x="107863" y="154781"/>
                  <a:pt x="83344" y="154781"/>
                </a:cubicBezTo>
                <a:cubicBezTo>
                  <a:pt x="58824" y="154781"/>
                  <a:pt x="35868" y="151247"/>
                  <a:pt x="18417" y="145033"/>
                </a:cubicBezTo>
                <a:cubicBezTo>
                  <a:pt x="11869" y="142689"/>
                  <a:pt x="5507" y="139750"/>
                  <a:pt x="0" y="136103"/>
                </a:cubicBezTo>
                <a:lnTo>
                  <a:pt x="0" y="160734"/>
                </a:lnTo>
                <a:cubicBezTo>
                  <a:pt x="0" y="177180"/>
                  <a:pt x="37319" y="190500"/>
                  <a:pt x="83344" y="190500"/>
                </a:cubicBezTo>
                <a:cubicBezTo>
                  <a:pt x="129369" y="190500"/>
                  <a:pt x="166688" y="177180"/>
                  <a:pt x="166688" y="160734"/>
                </a:cubicBezTo>
                <a:lnTo>
                  <a:pt x="166688" y="136103"/>
                </a:lnTo>
                <a:cubicBezTo>
                  <a:pt x="161181" y="139750"/>
                  <a:pt x="154856" y="142689"/>
                  <a:pt x="148270" y="145033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45" name="Text 43"/>
          <p:cNvSpPr/>
          <p:nvPr/>
        </p:nvSpPr>
        <p:spPr>
          <a:xfrm>
            <a:off x="4044156" y="3432551"/>
            <a:ext cx="141287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DATABASE LAYER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4044156" y="3654801"/>
            <a:ext cx="13890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FFFFFF">
                    <a:alpha val="9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Data Storage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3472656" y="3972301"/>
            <a:ext cx="1841500" cy="539750"/>
          </a:xfrm>
          <a:custGeom>
            <a:avLst/>
            <a:gdLst/>
            <a:ahLst/>
            <a:cxnLst/>
            <a:rect l="l" t="t" r="r" b="b"/>
            <a:pathLst>
              <a:path w="1841500" h="539750">
                <a:moveTo>
                  <a:pt x="63502" y="0"/>
                </a:moveTo>
                <a:lnTo>
                  <a:pt x="1777998" y="0"/>
                </a:lnTo>
                <a:cubicBezTo>
                  <a:pt x="1813069" y="0"/>
                  <a:pt x="1841500" y="28431"/>
                  <a:pt x="1841500" y="63502"/>
                </a:cubicBezTo>
                <a:lnTo>
                  <a:pt x="1841500" y="476248"/>
                </a:lnTo>
                <a:cubicBezTo>
                  <a:pt x="1841500" y="511319"/>
                  <a:pt x="1813069" y="539750"/>
                  <a:pt x="1777998" y="539750"/>
                </a:cubicBezTo>
                <a:lnTo>
                  <a:pt x="63502" y="539750"/>
                </a:lnTo>
                <a:cubicBezTo>
                  <a:pt x="28431" y="539750"/>
                  <a:pt x="0" y="511319"/>
                  <a:pt x="0" y="476248"/>
                </a:cubicBezTo>
                <a:lnTo>
                  <a:pt x="0" y="63502"/>
                </a:lnTo>
                <a:cubicBezTo>
                  <a:pt x="0" y="28454"/>
                  <a:pt x="28454" y="0"/>
                  <a:pt x="63502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4315023" y="4086601"/>
            <a:ext cx="160734" cy="142875"/>
          </a:xfrm>
          <a:custGeom>
            <a:avLst/>
            <a:gdLst/>
            <a:ahLst/>
            <a:cxnLst/>
            <a:rect l="l" t="t" r="r" b="b"/>
            <a:pathLst>
              <a:path w="160734" h="142875">
                <a:moveTo>
                  <a:pt x="0" y="93762"/>
                </a:moveTo>
                <a:cubicBezTo>
                  <a:pt x="0" y="115946"/>
                  <a:pt x="17999" y="133945"/>
                  <a:pt x="40184" y="133945"/>
                </a:cubicBezTo>
                <a:lnTo>
                  <a:pt x="125016" y="133945"/>
                </a:lnTo>
                <a:cubicBezTo>
                  <a:pt x="144745" y="133945"/>
                  <a:pt x="160734" y="117956"/>
                  <a:pt x="160734" y="98227"/>
                </a:cubicBezTo>
                <a:cubicBezTo>
                  <a:pt x="160734" y="83827"/>
                  <a:pt x="152223" y="71410"/>
                  <a:pt x="139945" y="65773"/>
                </a:cubicBezTo>
                <a:cubicBezTo>
                  <a:pt x="141815" y="62117"/>
                  <a:pt x="142875" y="57959"/>
                  <a:pt x="142875" y="53578"/>
                </a:cubicBezTo>
                <a:cubicBezTo>
                  <a:pt x="142875" y="38788"/>
                  <a:pt x="130876" y="26789"/>
                  <a:pt x="116086" y="26789"/>
                </a:cubicBezTo>
                <a:cubicBezTo>
                  <a:pt x="111147" y="26789"/>
                  <a:pt x="106542" y="28129"/>
                  <a:pt x="102580" y="30445"/>
                </a:cubicBezTo>
                <a:cubicBezTo>
                  <a:pt x="95855" y="17664"/>
                  <a:pt x="82432" y="8930"/>
                  <a:pt x="66973" y="8930"/>
                </a:cubicBezTo>
                <a:cubicBezTo>
                  <a:pt x="44788" y="8930"/>
                  <a:pt x="26789" y="26929"/>
                  <a:pt x="26789" y="49113"/>
                </a:cubicBezTo>
                <a:cubicBezTo>
                  <a:pt x="26789" y="51346"/>
                  <a:pt x="26984" y="53550"/>
                  <a:pt x="27319" y="55671"/>
                </a:cubicBezTo>
                <a:cubicBezTo>
                  <a:pt x="11441" y="61029"/>
                  <a:pt x="0" y="76070"/>
                  <a:pt x="0" y="93762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49" name="Text 47"/>
          <p:cNvSpPr/>
          <p:nvPr/>
        </p:nvSpPr>
        <p:spPr>
          <a:xfrm>
            <a:off x="3540125" y="4261226"/>
            <a:ext cx="17065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Supabase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5409406" y="3972301"/>
            <a:ext cx="1841500" cy="539750"/>
          </a:xfrm>
          <a:custGeom>
            <a:avLst/>
            <a:gdLst/>
            <a:ahLst/>
            <a:cxnLst/>
            <a:rect l="l" t="t" r="r" b="b"/>
            <a:pathLst>
              <a:path w="1841500" h="539750">
                <a:moveTo>
                  <a:pt x="63502" y="0"/>
                </a:moveTo>
                <a:lnTo>
                  <a:pt x="1777998" y="0"/>
                </a:lnTo>
                <a:cubicBezTo>
                  <a:pt x="1813069" y="0"/>
                  <a:pt x="1841500" y="28431"/>
                  <a:pt x="1841500" y="63502"/>
                </a:cubicBezTo>
                <a:lnTo>
                  <a:pt x="1841500" y="476248"/>
                </a:lnTo>
                <a:cubicBezTo>
                  <a:pt x="1841500" y="511319"/>
                  <a:pt x="1813069" y="539750"/>
                  <a:pt x="1777998" y="539750"/>
                </a:cubicBezTo>
                <a:lnTo>
                  <a:pt x="63502" y="539750"/>
                </a:lnTo>
                <a:cubicBezTo>
                  <a:pt x="28431" y="539750"/>
                  <a:pt x="0" y="511319"/>
                  <a:pt x="0" y="476248"/>
                </a:cubicBezTo>
                <a:lnTo>
                  <a:pt x="0" y="63502"/>
                </a:lnTo>
                <a:cubicBezTo>
                  <a:pt x="0" y="28454"/>
                  <a:pt x="28454" y="0"/>
                  <a:pt x="63502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6269633" y="4086601"/>
            <a:ext cx="125016" cy="142875"/>
          </a:xfrm>
          <a:custGeom>
            <a:avLst/>
            <a:gdLst/>
            <a:ahLst/>
            <a:cxnLst/>
            <a:rect l="l" t="t" r="r" b="b"/>
            <a:pathLst>
              <a:path w="125016" h="142875">
                <a:moveTo>
                  <a:pt x="71438" y="44648"/>
                </a:moveTo>
                <a:lnTo>
                  <a:pt x="71438" y="71438"/>
                </a:lnTo>
                <a:lnTo>
                  <a:pt x="107156" y="71438"/>
                </a:lnTo>
                <a:lnTo>
                  <a:pt x="107156" y="44648"/>
                </a:lnTo>
                <a:lnTo>
                  <a:pt x="71438" y="44648"/>
                </a:lnTo>
                <a:close/>
                <a:moveTo>
                  <a:pt x="53578" y="44648"/>
                </a:moveTo>
                <a:lnTo>
                  <a:pt x="17859" y="44648"/>
                </a:lnTo>
                <a:lnTo>
                  <a:pt x="17859" y="71438"/>
                </a:lnTo>
                <a:lnTo>
                  <a:pt x="53578" y="71438"/>
                </a:lnTo>
                <a:lnTo>
                  <a:pt x="53578" y="44648"/>
                </a:lnTo>
                <a:close/>
                <a:moveTo>
                  <a:pt x="0" y="89297"/>
                </a:moveTo>
                <a:lnTo>
                  <a:pt x="0" y="26789"/>
                </a:lnTo>
                <a:cubicBezTo>
                  <a:pt x="0" y="16939"/>
                  <a:pt x="8009" y="8930"/>
                  <a:pt x="17859" y="8930"/>
                </a:cubicBezTo>
                <a:lnTo>
                  <a:pt x="107156" y="8930"/>
                </a:lnTo>
                <a:cubicBezTo>
                  <a:pt x="117007" y="8930"/>
                  <a:pt x="125016" y="16939"/>
                  <a:pt x="125016" y="26789"/>
                </a:cubicBezTo>
                <a:lnTo>
                  <a:pt x="125016" y="116086"/>
                </a:lnTo>
                <a:cubicBezTo>
                  <a:pt x="125016" y="125936"/>
                  <a:pt x="117007" y="133945"/>
                  <a:pt x="107156" y="133945"/>
                </a:cubicBezTo>
                <a:lnTo>
                  <a:pt x="17859" y="133945"/>
                </a:lnTo>
                <a:cubicBezTo>
                  <a:pt x="8009" y="133945"/>
                  <a:pt x="0" y="125936"/>
                  <a:pt x="0" y="116086"/>
                </a:cubicBezTo>
                <a:lnTo>
                  <a:pt x="0" y="89297"/>
                </a:lnTo>
                <a:close/>
                <a:moveTo>
                  <a:pt x="107156" y="89297"/>
                </a:moveTo>
                <a:lnTo>
                  <a:pt x="71438" y="89297"/>
                </a:lnTo>
                <a:lnTo>
                  <a:pt x="71438" y="116086"/>
                </a:lnTo>
                <a:lnTo>
                  <a:pt x="107156" y="116086"/>
                </a:lnTo>
                <a:lnTo>
                  <a:pt x="107156" y="89297"/>
                </a:lnTo>
                <a:close/>
                <a:moveTo>
                  <a:pt x="53578" y="116086"/>
                </a:moveTo>
                <a:lnTo>
                  <a:pt x="53578" y="89297"/>
                </a:lnTo>
                <a:lnTo>
                  <a:pt x="17859" y="89297"/>
                </a:lnTo>
                <a:lnTo>
                  <a:pt x="17859" y="116086"/>
                </a:lnTo>
                <a:lnTo>
                  <a:pt x="53578" y="116086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52" name="Text 50"/>
          <p:cNvSpPr/>
          <p:nvPr/>
        </p:nvSpPr>
        <p:spPr>
          <a:xfrm>
            <a:off x="5476875" y="4261226"/>
            <a:ext cx="17065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PostgreSQL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7346156" y="3972301"/>
            <a:ext cx="1841500" cy="539750"/>
          </a:xfrm>
          <a:custGeom>
            <a:avLst/>
            <a:gdLst/>
            <a:ahLst/>
            <a:cxnLst/>
            <a:rect l="l" t="t" r="r" b="b"/>
            <a:pathLst>
              <a:path w="1841500" h="539750">
                <a:moveTo>
                  <a:pt x="63502" y="0"/>
                </a:moveTo>
                <a:lnTo>
                  <a:pt x="1777998" y="0"/>
                </a:lnTo>
                <a:cubicBezTo>
                  <a:pt x="1813069" y="0"/>
                  <a:pt x="1841500" y="28431"/>
                  <a:pt x="1841500" y="63502"/>
                </a:cubicBezTo>
                <a:lnTo>
                  <a:pt x="1841500" y="476248"/>
                </a:lnTo>
                <a:cubicBezTo>
                  <a:pt x="1841500" y="511319"/>
                  <a:pt x="1813069" y="539750"/>
                  <a:pt x="1777998" y="539750"/>
                </a:cubicBezTo>
                <a:lnTo>
                  <a:pt x="63502" y="539750"/>
                </a:lnTo>
                <a:cubicBezTo>
                  <a:pt x="28431" y="539750"/>
                  <a:pt x="0" y="511319"/>
                  <a:pt x="0" y="476248"/>
                </a:cubicBezTo>
                <a:lnTo>
                  <a:pt x="0" y="63502"/>
                </a:lnTo>
                <a:cubicBezTo>
                  <a:pt x="0" y="28454"/>
                  <a:pt x="28454" y="0"/>
                  <a:pt x="63502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8215312" y="4086601"/>
            <a:ext cx="107156" cy="142875"/>
          </a:xfrm>
          <a:custGeom>
            <a:avLst/>
            <a:gdLst/>
            <a:ahLst/>
            <a:cxnLst/>
            <a:rect l="l" t="t" r="r" b="b"/>
            <a:pathLst>
              <a:path w="107156" h="142875">
                <a:moveTo>
                  <a:pt x="35719" y="26789"/>
                </a:moveTo>
                <a:lnTo>
                  <a:pt x="35719" y="44648"/>
                </a:lnTo>
                <a:lnTo>
                  <a:pt x="71438" y="44648"/>
                </a:lnTo>
                <a:lnTo>
                  <a:pt x="71438" y="26789"/>
                </a:lnTo>
                <a:cubicBezTo>
                  <a:pt x="71438" y="16939"/>
                  <a:pt x="63429" y="8930"/>
                  <a:pt x="53578" y="8930"/>
                </a:cubicBezTo>
                <a:cubicBezTo>
                  <a:pt x="43728" y="8930"/>
                  <a:pt x="35719" y="16939"/>
                  <a:pt x="35719" y="26789"/>
                </a:cubicBezTo>
                <a:close/>
                <a:moveTo>
                  <a:pt x="17859" y="44648"/>
                </a:moveTo>
                <a:lnTo>
                  <a:pt x="17859" y="26789"/>
                </a:lnTo>
                <a:cubicBezTo>
                  <a:pt x="17859" y="7060"/>
                  <a:pt x="33849" y="-8930"/>
                  <a:pt x="53578" y="-8930"/>
                </a:cubicBezTo>
                <a:cubicBezTo>
                  <a:pt x="73307" y="-8930"/>
                  <a:pt x="89297" y="7060"/>
                  <a:pt x="89297" y="26789"/>
                </a:cubicBezTo>
                <a:lnTo>
                  <a:pt x="89297" y="44648"/>
                </a:lnTo>
                <a:cubicBezTo>
                  <a:pt x="99147" y="44648"/>
                  <a:pt x="107156" y="52657"/>
                  <a:pt x="107156" y="62508"/>
                </a:cubicBezTo>
                <a:lnTo>
                  <a:pt x="107156" y="125016"/>
                </a:lnTo>
                <a:cubicBezTo>
                  <a:pt x="107156" y="134866"/>
                  <a:pt x="99147" y="142875"/>
                  <a:pt x="89297" y="142875"/>
                </a:cubicBezTo>
                <a:lnTo>
                  <a:pt x="17859" y="142875"/>
                </a:lnTo>
                <a:cubicBezTo>
                  <a:pt x="8009" y="142875"/>
                  <a:pt x="0" y="134866"/>
                  <a:pt x="0" y="125016"/>
                </a:cubicBezTo>
                <a:lnTo>
                  <a:pt x="0" y="62508"/>
                </a:lnTo>
                <a:cubicBezTo>
                  <a:pt x="0" y="52657"/>
                  <a:pt x="8009" y="44648"/>
                  <a:pt x="17859" y="44648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55" name="Text 53"/>
          <p:cNvSpPr/>
          <p:nvPr/>
        </p:nvSpPr>
        <p:spPr>
          <a:xfrm>
            <a:off x="7413625" y="4261226"/>
            <a:ext cx="17065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Secure &amp; Scalable</a:t>
            </a:r>
            <a:endParaRPr lang="en-US" sz="1600" dirty="0"/>
          </a:p>
        </p:txBody>
      </p:sp>
      <p:sp>
        <p:nvSpPr>
          <p:cNvPr id="56" name="Shape 54"/>
          <p:cNvSpPr/>
          <p:nvPr/>
        </p:nvSpPr>
        <p:spPr>
          <a:xfrm>
            <a:off x="443706" y="4991476"/>
            <a:ext cx="11547475" cy="1276350"/>
          </a:xfrm>
          <a:custGeom>
            <a:avLst/>
            <a:gdLst/>
            <a:ahLst/>
            <a:cxnLst/>
            <a:rect l="l" t="t" r="r" b="b"/>
            <a:pathLst>
              <a:path w="11547475" h="1276350">
                <a:moveTo>
                  <a:pt x="95254" y="0"/>
                </a:moveTo>
                <a:lnTo>
                  <a:pt x="11452221" y="0"/>
                </a:lnTo>
                <a:cubicBezTo>
                  <a:pt x="11504828" y="0"/>
                  <a:pt x="11547475" y="42647"/>
                  <a:pt x="11547475" y="95254"/>
                </a:cubicBezTo>
                <a:lnTo>
                  <a:pt x="11547475" y="1181096"/>
                </a:lnTo>
                <a:cubicBezTo>
                  <a:pt x="11547475" y="1233703"/>
                  <a:pt x="11504828" y="1276350"/>
                  <a:pt x="11452221" y="1276350"/>
                </a:cubicBezTo>
                <a:lnTo>
                  <a:pt x="95254" y="1276350"/>
                </a:lnTo>
                <a:cubicBezTo>
                  <a:pt x="42647" y="1276350"/>
                  <a:pt x="0" y="1233703"/>
                  <a:pt x="0" y="1181096"/>
                </a:cubicBezTo>
                <a:lnTo>
                  <a:pt x="0" y="95254"/>
                </a:lnTo>
                <a:cubicBezTo>
                  <a:pt x="0" y="42682"/>
                  <a:pt x="42682" y="0"/>
                  <a:pt x="95254" y="0"/>
                </a:cubicBezTo>
                <a:close/>
              </a:path>
            </a:pathLst>
          </a:custGeom>
          <a:solidFill>
            <a:srgbClr val="F8FAFC"/>
          </a:solidFill>
          <a:ln w="10160">
            <a:solidFill>
              <a:srgbClr val="E5E7EB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05631" y="5153399"/>
            <a:ext cx="112871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How They Work Together:</a:t>
            </a:r>
            <a:endParaRPr lang="en-US" sz="1600" dirty="0"/>
          </a:p>
        </p:txBody>
      </p:sp>
      <p:sp>
        <p:nvSpPr>
          <p:cNvPr id="58" name="Shape 56"/>
          <p:cNvSpPr/>
          <p:nvPr/>
        </p:nvSpPr>
        <p:spPr>
          <a:xfrm>
            <a:off x="1324570" y="5439149"/>
            <a:ext cx="317500" cy="317500"/>
          </a:xfrm>
          <a:custGeom>
            <a:avLst/>
            <a:gdLst/>
            <a:ahLst/>
            <a:cxnLst/>
            <a:rect l="l" t="t" r="r" b="b"/>
            <a:pathLst>
              <a:path w="317500" h="317500">
                <a:moveTo>
                  <a:pt x="158750" y="0"/>
                </a:moveTo>
                <a:lnTo>
                  <a:pt x="158750" y="0"/>
                </a:lnTo>
                <a:cubicBezTo>
                  <a:pt x="246367" y="0"/>
                  <a:pt x="317500" y="71133"/>
                  <a:pt x="317500" y="158750"/>
                </a:cubicBezTo>
                <a:lnTo>
                  <a:pt x="317500" y="158750"/>
                </a:lnTo>
                <a:cubicBezTo>
                  <a:pt x="317500" y="246367"/>
                  <a:pt x="246367" y="317500"/>
                  <a:pt x="158750" y="317500"/>
                </a:cubicBezTo>
                <a:lnTo>
                  <a:pt x="158750" y="317500"/>
                </a:lnTo>
                <a:cubicBezTo>
                  <a:pt x="71133" y="317500"/>
                  <a:pt x="0" y="246367"/>
                  <a:pt x="0" y="158750"/>
                </a:cubicBezTo>
                <a:lnTo>
                  <a:pt x="0" y="158750"/>
                </a:lnTo>
                <a:cubicBezTo>
                  <a:pt x="0" y="71133"/>
                  <a:pt x="71133" y="0"/>
                  <a:pt x="158750" y="0"/>
                </a:cubicBezTo>
                <a:close/>
              </a:path>
            </a:pathLst>
          </a:custGeom>
          <a:solidFill>
            <a:srgbClr val="6366F1">
              <a:alpha val="10196"/>
            </a:srgbClr>
          </a:solidFill>
          <a:ln/>
        </p:spPr>
      </p:sp>
      <p:sp>
        <p:nvSpPr>
          <p:cNvPr id="59" name="Text 57"/>
          <p:cNvSpPr/>
          <p:nvPr/>
        </p:nvSpPr>
        <p:spPr>
          <a:xfrm>
            <a:off x="1433314" y="5518524"/>
            <a:ext cx="10318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</a:t>
            </a:r>
            <a:endParaRPr lang="en-US" sz="1600" dirty="0"/>
          </a:p>
        </p:txBody>
      </p:sp>
      <p:sp>
        <p:nvSpPr>
          <p:cNvPr id="60" name="Text 58"/>
          <p:cNvSpPr/>
          <p:nvPr/>
        </p:nvSpPr>
        <p:spPr>
          <a:xfrm>
            <a:off x="577850" y="5788399"/>
            <a:ext cx="180975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User interacts</a:t>
            </a:r>
            <a:endParaRPr lang="en-US" sz="1600" dirty="0"/>
          </a:p>
          <a:p>
            <a:pPr algn="ctr">
              <a:lnSpc>
                <a:spcPct val="120000"/>
              </a:lnSpc>
            </a:pPr>
            <a:r>
              <a:rPr lang="en-US" sz="875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with Frontend</a:t>
            </a:r>
            <a:endParaRPr lang="en-US" sz="1600" dirty="0"/>
          </a:p>
        </p:txBody>
      </p:sp>
      <p:sp>
        <p:nvSpPr>
          <p:cNvPr id="61" name="Shape 59"/>
          <p:cNvSpPr/>
          <p:nvPr/>
        </p:nvSpPr>
        <p:spPr>
          <a:xfrm>
            <a:off x="2376884" y="5716962"/>
            <a:ext cx="111125" cy="111125"/>
          </a:xfrm>
          <a:custGeom>
            <a:avLst/>
            <a:gdLst/>
            <a:ahLst/>
            <a:cxnLst/>
            <a:rect l="l" t="t" r="r" b="b"/>
            <a:pathLst>
              <a:path w="111125" h="111125">
                <a:moveTo>
                  <a:pt x="109085" y="60468"/>
                </a:moveTo>
                <a:cubicBezTo>
                  <a:pt x="111798" y="57755"/>
                  <a:pt x="111798" y="53349"/>
                  <a:pt x="109085" y="50636"/>
                </a:cubicBezTo>
                <a:lnTo>
                  <a:pt x="74358" y="15909"/>
                </a:lnTo>
                <a:cubicBezTo>
                  <a:pt x="71645" y="13196"/>
                  <a:pt x="67239" y="13196"/>
                  <a:pt x="64526" y="15909"/>
                </a:cubicBezTo>
                <a:cubicBezTo>
                  <a:pt x="61813" y="18622"/>
                  <a:pt x="61813" y="23028"/>
                  <a:pt x="64526" y="25741"/>
                </a:cubicBezTo>
                <a:lnTo>
                  <a:pt x="87402" y="48617"/>
                </a:lnTo>
                <a:lnTo>
                  <a:pt x="6945" y="48617"/>
                </a:lnTo>
                <a:cubicBezTo>
                  <a:pt x="3104" y="48617"/>
                  <a:pt x="0" y="51721"/>
                  <a:pt x="0" y="55563"/>
                </a:cubicBezTo>
                <a:cubicBezTo>
                  <a:pt x="0" y="59404"/>
                  <a:pt x="3104" y="62508"/>
                  <a:pt x="6945" y="62508"/>
                </a:cubicBezTo>
                <a:lnTo>
                  <a:pt x="87402" y="62508"/>
                </a:lnTo>
                <a:lnTo>
                  <a:pt x="64526" y="85384"/>
                </a:lnTo>
                <a:cubicBezTo>
                  <a:pt x="61813" y="88097"/>
                  <a:pt x="61813" y="92503"/>
                  <a:pt x="64526" y="95216"/>
                </a:cubicBezTo>
                <a:cubicBezTo>
                  <a:pt x="67239" y="97929"/>
                  <a:pt x="71645" y="97929"/>
                  <a:pt x="74358" y="95216"/>
                </a:cubicBezTo>
                <a:lnTo>
                  <a:pt x="109085" y="60489"/>
                </a:lnTo>
                <a:close/>
              </a:path>
            </a:pathLst>
          </a:custGeom>
          <a:solidFill>
            <a:srgbClr val="99A1AF"/>
          </a:solidFill>
          <a:ln/>
        </p:spPr>
      </p:sp>
      <p:sp>
        <p:nvSpPr>
          <p:cNvPr id="62" name="Shape 60"/>
          <p:cNvSpPr/>
          <p:nvPr/>
        </p:nvSpPr>
        <p:spPr>
          <a:xfrm>
            <a:off x="3218854" y="5439149"/>
            <a:ext cx="317500" cy="317500"/>
          </a:xfrm>
          <a:custGeom>
            <a:avLst/>
            <a:gdLst/>
            <a:ahLst/>
            <a:cxnLst/>
            <a:rect l="l" t="t" r="r" b="b"/>
            <a:pathLst>
              <a:path w="317500" h="317500">
                <a:moveTo>
                  <a:pt x="158750" y="0"/>
                </a:moveTo>
                <a:lnTo>
                  <a:pt x="158750" y="0"/>
                </a:lnTo>
                <a:cubicBezTo>
                  <a:pt x="246367" y="0"/>
                  <a:pt x="317500" y="71133"/>
                  <a:pt x="317500" y="158750"/>
                </a:cubicBezTo>
                <a:lnTo>
                  <a:pt x="317500" y="158750"/>
                </a:lnTo>
                <a:cubicBezTo>
                  <a:pt x="317500" y="246367"/>
                  <a:pt x="246367" y="317500"/>
                  <a:pt x="158750" y="317500"/>
                </a:cubicBezTo>
                <a:lnTo>
                  <a:pt x="158750" y="317500"/>
                </a:lnTo>
                <a:cubicBezTo>
                  <a:pt x="71133" y="317500"/>
                  <a:pt x="0" y="246367"/>
                  <a:pt x="0" y="158750"/>
                </a:cubicBezTo>
                <a:lnTo>
                  <a:pt x="0" y="158750"/>
                </a:lnTo>
                <a:cubicBezTo>
                  <a:pt x="0" y="71133"/>
                  <a:pt x="71133" y="0"/>
                  <a:pt x="158750" y="0"/>
                </a:cubicBezTo>
                <a:close/>
              </a:path>
            </a:pathLst>
          </a:custGeom>
          <a:solidFill>
            <a:srgbClr val="818CF8">
              <a:alpha val="10196"/>
            </a:srgbClr>
          </a:solidFill>
          <a:ln/>
        </p:spPr>
      </p:sp>
      <p:sp>
        <p:nvSpPr>
          <p:cNvPr id="63" name="Text 61"/>
          <p:cNvSpPr/>
          <p:nvPr/>
        </p:nvSpPr>
        <p:spPr>
          <a:xfrm>
            <a:off x="3317478" y="5518524"/>
            <a:ext cx="1190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b="1" dirty="0">
                <a:solidFill>
                  <a:srgbClr val="818CF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</a:t>
            </a:r>
            <a:endParaRPr lang="en-US" sz="1600" dirty="0"/>
          </a:p>
        </p:txBody>
      </p:sp>
      <p:sp>
        <p:nvSpPr>
          <p:cNvPr id="64" name="Text 62"/>
          <p:cNvSpPr/>
          <p:nvPr/>
        </p:nvSpPr>
        <p:spPr>
          <a:xfrm>
            <a:off x="2472134" y="5788399"/>
            <a:ext cx="180975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Frontend sends</a:t>
            </a:r>
            <a:endParaRPr lang="en-US" sz="1600" dirty="0"/>
          </a:p>
          <a:p>
            <a:pPr algn="ctr">
              <a:lnSpc>
                <a:spcPct val="120000"/>
              </a:lnSpc>
            </a:pPr>
            <a:r>
              <a:rPr lang="en-US" sz="875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request to Backend</a:t>
            </a:r>
            <a:endParaRPr lang="en-US" sz="1600" dirty="0"/>
          </a:p>
        </p:txBody>
      </p:sp>
      <p:sp>
        <p:nvSpPr>
          <p:cNvPr id="65" name="Shape 63"/>
          <p:cNvSpPr/>
          <p:nvPr/>
        </p:nvSpPr>
        <p:spPr>
          <a:xfrm>
            <a:off x="4271169" y="5716962"/>
            <a:ext cx="111125" cy="111125"/>
          </a:xfrm>
          <a:custGeom>
            <a:avLst/>
            <a:gdLst/>
            <a:ahLst/>
            <a:cxnLst/>
            <a:rect l="l" t="t" r="r" b="b"/>
            <a:pathLst>
              <a:path w="111125" h="111125">
                <a:moveTo>
                  <a:pt x="109085" y="60468"/>
                </a:moveTo>
                <a:cubicBezTo>
                  <a:pt x="111798" y="57755"/>
                  <a:pt x="111798" y="53349"/>
                  <a:pt x="109085" y="50636"/>
                </a:cubicBezTo>
                <a:lnTo>
                  <a:pt x="74358" y="15909"/>
                </a:lnTo>
                <a:cubicBezTo>
                  <a:pt x="71645" y="13196"/>
                  <a:pt x="67239" y="13196"/>
                  <a:pt x="64526" y="15909"/>
                </a:cubicBezTo>
                <a:cubicBezTo>
                  <a:pt x="61813" y="18622"/>
                  <a:pt x="61813" y="23028"/>
                  <a:pt x="64526" y="25741"/>
                </a:cubicBezTo>
                <a:lnTo>
                  <a:pt x="87402" y="48617"/>
                </a:lnTo>
                <a:lnTo>
                  <a:pt x="6945" y="48617"/>
                </a:lnTo>
                <a:cubicBezTo>
                  <a:pt x="3104" y="48617"/>
                  <a:pt x="0" y="51721"/>
                  <a:pt x="0" y="55563"/>
                </a:cubicBezTo>
                <a:cubicBezTo>
                  <a:pt x="0" y="59404"/>
                  <a:pt x="3104" y="62508"/>
                  <a:pt x="6945" y="62508"/>
                </a:cubicBezTo>
                <a:lnTo>
                  <a:pt x="87402" y="62508"/>
                </a:lnTo>
                <a:lnTo>
                  <a:pt x="64526" y="85384"/>
                </a:lnTo>
                <a:cubicBezTo>
                  <a:pt x="61813" y="88097"/>
                  <a:pt x="61813" y="92503"/>
                  <a:pt x="64526" y="95216"/>
                </a:cubicBezTo>
                <a:cubicBezTo>
                  <a:pt x="67239" y="97929"/>
                  <a:pt x="71645" y="97929"/>
                  <a:pt x="74358" y="95216"/>
                </a:cubicBezTo>
                <a:lnTo>
                  <a:pt x="109085" y="60489"/>
                </a:lnTo>
                <a:close/>
              </a:path>
            </a:pathLst>
          </a:custGeom>
          <a:solidFill>
            <a:srgbClr val="99A1AF"/>
          </a:solidFill>
          <a:ln/>
        </p:spPr>
      </p:sp>
      <p:sp>
        <p:nvSpPr>
          <p:cNvPr id="66" name="Shape 64"/>
          <p:cNvSpPr/>
          <p:nvPr/>
        </p:nvSpPr>
        <p:spPr>
          <a:xfrm>
            <a:off x="5113139" y="5439149"/>
            <a:ext cx="317500" cy="317500"/>
          </a:xfrm>
          <a:custGeom>
            <a:avLst/>
            <a:gdLst/>
            <a:ahLst/>
            <a:cxnLst/>
            <a:rect l="l" t="t" r="r" b="b"/>
            <a:pathLst>
              <a:path w="317500" h="317500">
                <a:moveTo>
                  <a:pt x="158750" y="0"/>
                </a:moveTo>
                <a:lnTo>
                  <a:pt x="158750" y="0"/>
                </a:lnTo>
                <a:cubicBezTo>
                  <a:pt x="246367" y="0"/>
                  <a:pt x="317500" y="71133"/>
                  <a:pt x="317500" y="158750"/>
                </a:cubicBezTo>
                <a:lnTo>
                  <a:pt x="317500" y="158750"/>
                </a:lnTo>
                <a:cubicBezTo>
                  <a:pt x="317500" y="246367"/>
                  <a:pt x="246367" y="317500"/>
                  <a:pt x="158750" y="317500"/>
                </a:cubicBezTo>
                <a:lnTo>
                  <a:pt x="158750" y="317500"/>
                </a:lnTo>
                <a:cubicBezTo>
                  <a:pt x="71133" y="317500"/>
                  <a:pt x="0" y="246367"/>
                  <a:pt x="0" y="158750"/>
                </a:cubicBezTo>
                <a:lnTo>
                  <a:pt x="0" y="158750"/>
                </a:lnTo>
                <a:cubicBezTo>
                  <a:pt x="0" y="71133"/>
                  <a:pt x="71133" y="0"/>
                  <a:pt x="158750" y="0"/>
                </a:cubicBezTo>
                <a:close/>
              </a:path>
            </a:pathLst>
          </a:custGeom>
          <a:solidFill>
            <a:srgbClr val="4F46E5">
              <a:alpha val="10196"/>
            </a:srgbClr>
          </a:solidFill>
          <a:ln/>
        </p:spPr>
      </p:sp>
      <p:sp>
        <p:nvSpPr>
          <p:cNvPr id="67" name="Text 65"/>
          <p:cNvSpPr/>
          <p:nvPr/>
        </p:nvSpPr>
        <p:spPr>
          <a:xfrm>
            <a:off x="5211266" y="5518524"/>
            <a:ext cx="1190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b="1" dirty="0">
                <a:solidFill>
                  <a:srgbClr val="4F46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</a:t>
            </a:r>
            <a:endParaRPr lang="en-US" sz="1600" dirty="0"/>
          </a:p>
        </p:txBody>
      </p:sp>
      <p:sp>
        <p:nvSpPr>
          <p:cNvPr id="68" name="Text 66"/>
          <p:cNvSpPr/>
          <p:nvPr/>
        </p:nvSpPr>
        <p:spPr>
          <a:xfrm>
            <a:off x="4366419" y="5788399"/>
            <a:ext cx="180975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Backend processes</a:t>
            </a:r>
            <a:endParaRPr lang="en-US" sz="1600" dirty="0"/>
          </a:p>
          <a:p>
            <a:pPr algn="ctr">
              <a:lnSpc>
                <a:spcPct val="120000"/>
              </a:lnSpc>
            </a:pPr>
            <a:r>
              <a:rPr lang="en-US" sz="875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with AI</a:t>
            </a:r>
            <a:endParaRPr lang="en-US" sz="1600" dirty="0"/>
          </a:p>
        </p:txBody>
      </p:sp>
      <p:sp>
        <p:nvSpPr>
          <p:cNvPr id="69" name="Shape 67"/>
          <p:cNvSpPr/>
          <p:nvPr/>
        </p:nvSpPr>
        <p:spPr>
          <a:xfrm>
            <a:off x="6165453" y="5716962"/>
            <a:ext cx="111125" cy="111125"/>
          </a:xfrm>
          <a:custGeom>
            <a:avLst/>
            <a:gdLst/>
            <a:ahLst/>
            <a:cxnLst/>
            <a:rect l="l" t="t" r="r" b="b"/>
            <a:pathLst>
              <a:path w="111125" h="111125">
                <a:moveTo>
                  <a:pt x="109085" y="60468"/>
                </a:moveTo>
                <a:cubicBezTo>
                  <a:pt x="111798" y="57755"/>
                  <a:pt x="111798" y="53349"/>
                  <a:pt x="109085" y="50636"/>
                </a:cubicBezTo>
                <a:lnTo>
                  <a:pt x="74358" y="15909"/>
                </a:lnTo>
                <a:cubicBezTo>
                  <a:pt x="71645" y="13196"/>
                  <a:pt x="67239" y="13196"/>
                  <a:pt x="64526" y="15909"/>
                </a:cubicBezTo>
                <a:cubicBezTo>
                  <a:pt x="61813" y="18622"/>
                  <a:pt x="61813" y="23028"/>
                  <a:pt x="64526" y="25741"/>
                </a:cubicBezTo>
                <a:lnTo>
                  <a:pt x="87402" y="48617"/>
                </a:lnTo>
                <a:lnTo>
                  <a:pt x="6945" y="48617"/>
                </a:lnTo>
                <a:cubicBezTo>
                  <a:pt x="3104" y="48617"/>
                  <a:pt x="0" y="51721"/>
                  <a:pt x="0" y="55563"/>
                </a:cubicBezTo>
                <a:cubicBezTo>
                  <a:pt x="0" y="59404"/>
                  <a:pt x="3104" y="62508"/>
                  <a:pt x="6945" y="62508"/>
                </a:cubicBezTo>
                <a:lnTo>
                  <a:pt x="87402" y="62508"/>
                </a:lnTo>
                <a:lnTo>
                  <a:pt x="64526" y="85384"/>
                </a:lnTo>
                <a:cubicBezTo>
                  <a:pt x="61813" y="88097"/>
                  <a:pt x="61813" y="92503"/>
                  <a:pt x="64526" y="95216"/>
                </a:cubicBezTo>
                <a:cubicBezTo>
                  <a:pt x="67239" y="97929"/>
                  <a:pt x="71645" y="97929"/>
                  <a:pt x="74358" y="95216"/>
                </a:cubicBezTo>
                <a:lnTo>
                  <a:pt x="109085" y="60489"/>
                </a:lnTo>
                <a:close/>
              </a:path>
            </a:pathLst>
          </a:custGeom>
          <a:solidFill>
            <a:srgbClr val="99A1AF"/>
          </a:solidFill>
          <a:ln/>
        </p:spPr>
      </p:sp>
      <p:sp>
        <p:nvSpPr>
          <p:cNvPr id="70" name="Shape 68"/>
          <p:cNvSpPr/>
          <p:nvPr/>
        </p:nvSpPr>
        <p:spPr>
          <a:xfrm>
            <a:off x="7007423" y="5439149"/>
            <a:ext cx="317500" cy="317500"/>
          </a:xfrm>
          <a:custGeom>
            <a:avLst/>
            <a:gdLst/>
            <a:ahLst/>
            <a:cxnLst/>
            <a:rect l="l" t="t" r="r" b="b"/>
            <a:pathLst>
              <a:path w="317500" h="317500">
                <a:moveTo>
                  <a:pt x="158750" y="0"/>
                </a:moveTo>
                <a:lnTo>
                  <a:pt x="158750" y="0"/>
                </a:lnTo>
                <a:cubicBezTo>
                  <a:pt x="246367" y="0"/>
                  <a:pt x="317500" y="71133"/>
                  <a:pt x="317500" y="158750"/>
                </a:cubicBezTo>
                <a:lnTo>
                  <a:pt x="317500" y="158750"/>
                </a:lnTo>
                <a:cubicBezTo>
                  <a:pt x="317500" y="246367"/>
                  <a:pt x="246367" y="317500"/>
                  <a:pt x="158750" y="317500"/>
                </a:cubicBezTo>
                <a:lnTo>
                  <a:pt x="158750" y="317500"/>
                </a:lnTo>
                <a:cubicBezTo>
                  <a:pt x="71133" y="317500"/>
                  <a:pt x="0" y="246367"/>
                  <a:pt x="0" y="158750"/>
                </a:cubicBezTo>
                <a:lnTo>
                  <a:pt x="0" y="158750"/>
                </a:lnTo>
                <a:cubicBezTo>
                  <a:pt x="0" y="71133"/>
                  <a:pt x="71133" y="0"/>
                  <a:pt x="158750" y="0"/>
                </a:cubicBezTo>
                <a:close/>
              </a:path>
            </a:pathLst>
          </a:custGeom>
          <a:solidFill>
            <a:srgbClr val="1E293B">
              <a:alpha val="10196"/>
            </a:srgbClr>
          </a:solidFill>
          <a:ln/>
        </p:spPr>
      </p:sp>
      <p:sp>
        <p:nvSpPr>
          <p:cNvPr id="71" name="Text 69"/>
          <p:cNvSpPr/>
          <p:nvPr/>
        </p:nvSpPr>
        <p:spPr>
          <a:xfrm>
            <a:off x="7105650" y="5518524"/>
            <a:ext cx="1190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b="1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</a:t>
            </a:r>
            <a:endParaRPr lang="en-US" sz="1600" dirty="0"/>
          </a:p>
        </p:txBody>
      </p:sp>
      <p:sp>
        <p:nvSpPr>
          <p:cNvPr id="72" name="Text 70"/>
          <p:cNvSpPr/>
          <p:nvPr/>
        </p:nvSpPr>
        <p:spPr>
          <a:xfrm>
            <a:off x="6260703" y="5788399"/>
            <a:ext cx="180975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Backend fetches/stores</a:t>
            </a:r>
            <a:endParaRPr lang="en-US" sz="1600" dirty="0"/>
          </a:p>
          <a:p>
            <a:pPr algn="ctr">
              <a:lnSpc>
                <a:spcPct val="120000"/>
              </a:lnSpc>
            </a:pPr>
            <a:r>
              <a:rPr lang="en-US" sz="875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data in Database</a:t>
            </a:r>
            <a:endParaRPr lang="en-US" sz="1600" dirty="0"/>
          </a:p>
        </p:txBody>
      </p:sp>
      <p:sp>
        <p:nvSpPr>
          <p:cNvPr id="73" name="Shape 71"/>
          <p:cNvSpPr/>
          <p:nvPr/>
        </p:nvSpPr>
        <p:spPr>
          <a:xfrm>
            <a:off x="8059737" y="5716962"/>
            <a:ext cx="111125" cy="111125"/>
          </a:xfrm>
          <a:custGeom>
            <a:avLst/>
            <a:gdLst/>
            <a:ahLst/>
            <a:cxnLst/>
            <a:rect l="l" t="t" r="r" b="b"/>
            <a:pathLst>
              <a:path w="111125" h="111125">
                <a:moveTo>
                  <a:pt x="109085" y="60468"/>
                </a:moveTo>
                <a:cubicBezTo>
                  <a:pt x="111798" y="57755"/>
                  <a:pt x="111798" y="53349"/>
                  <a:pt x="109085" y="50636"/>
                </a:cubicBezTo>
                <a:lnTo>
                  <a:pt x="74358" y="15909"/>
                </a:lnTo>
                <a:cubicBezTo>
                  <a:pt x="71645" y="13196"/>
                  <a:pt x="67239" y="13196"/>
                  <a:pt x="64526" y="15909"/>
                </a:cubicBezTo>
                <a:cubicBezTo>
                  <a:pt x="61813" y="18622"/>
                  <a:pt x="61813" y="23028"/>
                  <a:pt x="64526" y="25741"/>
                </a:cubicBezTo>
                <a:lnTo>
                  <a:pt x="87402" y="48617"/>
                </a:lnTo>
                <a:lnTo>
                  <a:pt x="6945" y="48617"/>
                </a:lnTo>
                <a:cubicBezTo>
                  <a:pt x="3104" y="48617"/>
                  <a:pt x="0" y="51721"/>
                  <a:pt x="0" y="55563"/>
                </a:cubicBezTo>
                <a:cubicBezTo>
                  <a:pt x="0" y="59404"/>
                  <a:pt x="3104" y="62508"/>
                  <a:pt x="6945" y="62508"/>
                </a:cubicBezTo>
                <a:lnTo>
                  <a:pt x="87402" y="62508"/>
                </a:lnTo>
                <a:lnTo>
                  <a:pt x="64526" y="85384"/>
                </a:lnTo>
                <a:cubicBezTo>
                  <a:pt x="61813" y="88097"/>
                  <a:pt x="61813" y="92503"/>
                  <a:pt x="64526" y="95216"/>
                </a:cubicBezTo>
                <a:cubicBezTo>
                  <a:pt x="67239" y="97929"/>
                  <a:pt x="71645" y="97929"/>
                  <a:pt x="74358" y="95216"/>
                </a:cubicBezTo>
                <a:lnTo>
                  <a:pt x="109085" y="60489"/>
                </a:lnTo>
                <a:close/>
              </a:path>
            </a:pathLst>
          </a:custGeom>
          <a:solidFill>
            <a:srgbClr val="99A1AF"/>
          </a:solidFill>
          <a:ln/>
        </p:spPr>
      </p:sp>
      <p:sp>
        <p:nvSpPr>
          <p:cNvPr id="74" name="Shape 72"/>
          <p:cNvSpPr/>
          <p:nvPr/>
        </p:nvSpPr>
        <p:spPr>
          <a:xfrm>
            <a:off x="8901707" y="5439149"/>
            <a:ext cx="317500" cy="317500"/>
          </a:xfrm>
          <a:custGeom>
            <a:avLst/>
            <a:gdLst/>
            <a:ahLst/>
            <a:cxnLst/>
            <a:rect l="l" t="t" r="r" b="b"/>
            <a:pathLst>
              <a:path w="317500" h="317500">
                <a:moveTo>
                  <a:pt x="158750" y="0"/>
                </a:moveTo>
                <a:lnTo>
                  <a:pt x="158750" y="0"/>
                </a:lnTo>
                <a:cubicBezTo>
                  <a:pt x="246367" y="0"/>
                  <a:pt x="317500" y="71133"/>
                  <a:pt x="317500" y="158750"/>
                </a:cubicBezTo>
                <a:lnTo>
                  <a:pt x="317500" y="158750"/>
                </a:lnTo>
                <a:cubicBezTo>
                  <a:pt x="317500" y="246367"/>
                  <a:pt x="246367" y="317500"/>
                  <a:pt x="158750" y="317500"/>
                </a:cubicBezTo>
                <a:lnTo>
                  <a:pt x="158750" y="317500"/>
                </a:lnTo>
                <a:cubicBezTo>
                  <a:pt x="71133" y="317500"/>
                  <a:pt x="0" y="246367"/>
                  <a:pt x="0" y="158750"/>
                </a:cubicBezTo>
                <a:lnTo>
                  <a:pt x="0" y="158750"/>
                </a:lnTo>
                <a:cubicBezTo>
                  <a:pt x="0" y="71133"/>
                  <a:pt x="71133" y="0"/>
                  <a:pt x="158750" y="0"/>
                </a:cubicBezTo>
                <a:close/>
              </a:path>
            </a:pathLst>
          </a:custGeom>
          <a:solidFill>
            <a:srgbClr val="00C950">
              <a:alpha val="10196"/>
            </a:srgbClr>
          </a:solidFill>
          <a:ln/>
        </p:spPr>
      </p:sp>
      <p:sp>
        <p:nvSpPr>
          <p:cNvPr id="75" name="Text 73"/>
          <p:cNvSpPr/>
          <p:nvPr/>
        </p:nvSpPr>
        <p:spPr>
          <a:xfrm>
            <a:off x="9000629" y="5518524"/>
            <a:ext cx="1190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b="1" dirty="0">
                <a:solidFill>
                  <a:srgbClr val="00C9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5</a:t>
            </a:r>
            <a:endParaRPr lang="en-US" sz="1600" dirty="0"/>
          </a:p>
        </p:txBody>
      </p:sp>
      <p:sp>
        <p:nvSpPr>
          <p:cNvPr id="76" name="Text 74"/>
          <p:cNvSpPr/>
          <p:nvPr/>
        </p:nvSpPr>
        <p:spPr>
          <a:xfrm>
            <a:off x="8154987" y="5788399"/>
            <a:ext cx="180975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Results return</a:t>
            </a:r>
            <a:endParaRPr lang="en-US" sz="1600" dirty="0"/>
          </a:p>
          <a:p>
            <a:pPr algn="ctr">
              <a:lnSpc>
                <a:spcPct val="120000"/>
              </a:lnSpc>
            </a:pPr>
            <a:r>
              <a:rPr lang="en-US" sz="875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to Frontend</a:t>
            </a:r>
            <a:endParaRPr lang="en-US" sz="1600" dirty="0"/>
          </a:p>
        </p:txBody>
      </p:sp>
      <p:sp>
        <p:nvSpPr>
          <p:cNvPr id="77" name="Shape 75"/>
          <p:cNvSpPr/>
          <p:nvPr/>
        </p:nvSpPr>
        <p:spPr>
          <a:xfrm>
            <a:off x="9954022" y="5716962"/>
            <a:ext cx="111125" cy="111125"/>
          </a:xfrm>
          <a:custGeom>
            <a:avLst/>
            <a:gdLst/>
            <a:ahLst/>
            <a:cxnLst/>
            <a:rect l="l" t="t" r="r" b="b"/>
            <a:pathLst>
              <a:path w="111125" h="111125">
                <a:moveTo>
                  <a:pt x="109085" y="60468"/>
                </a:moveTo>
                <a:cubicBezTo>
                  <a:pt x="111798" y="57755"/>
                  <a:pt x="111798" y="53349"/>
                  <a:pt x="109085" y="50636"/>
                </a:cubicBezTo>
                <a:lnTo>
                  <a:pt x="74358" y="15909"/>
                </a:lnTo>
                <a:cubicBezTo>
                  <a:pt x="71645" y="13196"/>
                  <a:pt x="67239" y="13196"/>
                  <a:pt x="64526" y="15909"/>
                </a:cubicBezTo>
                <a:cubicBezTo>
                  <a:pt x="61813" y="18622"/>
                  <a:pt x="61813" y="23028"/>
                  <a:pt x="64526" y="25741"/>
                </a:cubicBezTo>
                <a:lnTo>
                  <a:pt x="87402" y="48617"/>
                </a:lnTo>
                <a:lnTo>
                  <a:pt x="6945" y="48617"/>
                </a:lnTo>
                <a:cubicBezTo>
                  <a:pt x="3104" y="48617"/>
                  <a:pt x="0" y="51721"/>
                  <a:pt x="0" y="55563"/>
                </a:cubicBezTo>
                <a:cubicBezTo>
                  <a:pt x="0" y="59404"/>
                  <a:pt x="3104" y="62508"/>
                  <a:pt x="6945" y="62508"/>
                </a:cubicBezTo>
                <a:lnTo>
                  <a:pt x="87402" y="62508"/>
                </a:lnTo>
                <a:lnTo>
                  <a:pt x="64526" y="85384"/>
                </a:lnTo>
                <a:cubicBezTo>
                  <a:pt x="61813" y="88097"/>
                  <a:pt x="61813" y="92503"/>
                  <a:pt x="64526" y="95216"/>
                </a:cubicBezTo>
                <a:cubicBezTo>
                  <a:pt x="67239" y="97929"/>
                  <a:pt x="71645" y="97929"/>
                  <a:pt x="74358" y="95216"/>
                </a:cubicBezTo>
                <a:lnTo>
                  <a:pt x="109085" y="60489"/>
                </a:lnTo>
                <a:close/>
              </a:path>
            </a:pathLst>
          </a:custGeom>
          <a:solidFill>
            <a:srgbClr val="99A1AF"/>
          </a:solidFill>
          <a:ln/>
        </p:spPr>
      </p:sp>
      <p:sp>
        <p:nvSpPr>
          <p:cNvPr id="78" name="Shape 76"/>
          <p:cNvSpPr/>
          <p:nvPr/>
        </p:nvSpPr>
        <p:spPr>
          <a:xfrm>
            <a:off x="10795992" y="5439149"/>
            <a:ext cx="317500" cy="317500"/>
          </a:xfrm>
          <a:custGeom>
            <a:avLst/>
            <a:gdLst/>
            <a:ahLst/>
            <a:cxnLst/>
            <a:rect l="l" t="t" r="r" b="b"/>
            <a:pathLst>
              <a:path w="317500" h="317500">
                <a:moveTo>
                  <a:pt x="158750" y="0"/>
                </a:moveTo>
                <a:lnTo>
                  <a:pt x="158750" y="0"/>
                </a:lnTo>
                <a:cubicBezTo>
                  <a:pt x="246367" y="0"/>
                  <a:pt x="317500" y="71133"/>
                  <a:pt x="317500" y="158750"/>
                </a:cubicBezTo>
                <a:lnTo>
                  <a:pt x="317500" y="158750"/>
                </a:lnTo>
                <a:cubicBezTo>
                  <a:pt x="317500" y="246367"/>
                  <a:pt x="246367" y="317500"/>
                  <a:pt x="158750" y="317500"/>
                </a:cubicBezTo>
                <a:lnTo>
                  <a:pt x="158750" y="317500"/>
                </a:lnTo>
                <a:cubicBezTo>
                  <a:pt x="71133" y="317500"/>
                  <a:pt x="0" y="246367"/>
                  <a:pt x="0" y="158750"/>
                </a:cubicBezTo>
                <a:lnTo>
                  <a:pt x="0" y="158750"/>
                </a:lnTo>
                <a:cubicBezTo>
                  <a:pt x="0" y="71133"/>
                  <a:pt x="71133" y="0"/>
                  <a:pt x="158750" y="0"/>
                </a:cubicBezTo>
                <a:close/>
              </a:path>
            </a:pathLst>
          </a:custGeom>
          <a:solidFill>
            <a:srgbClr val="6366F1">
              <a:alpha val="10196"/>
            </a:srgbClr>
          </a:solidFill>
          <a:ln/>
        </p:spPr>
      </p:sp>
      <p:sp>
        <p:nvSpPr>
          <p:cNvPr id="79" name="Text 77"/>
          <p:cNvSpPr/>
          <p:nvPr/>
        </p:nvSpPr>
        <p:spPr>
          <a:xfrm>
            <a:off x="10893722" y="5518524"/>
            <a:ext cx="1190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6</a:t>
            </a:r>
            <a:endParaRPr lang="en-US" sz="1600" dirty="0"/>
          </a:p>
        </p:txBody>
      </p:sp>
      <p:sp>
        <p:nvSpPr>
          <p:cNvPr id="80" name="Text 78"/>
          <p:cNvSpPr/>
          <p:nvPr/>
        </p:nvSpPr>
        <p:spPr>
          <a:xfrm>
            <a:off x="10049272" y="5788399"/>
            <a:ext cx="180975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User sees</a:t>
            </a:r>
            <a:endParaRPr lang="en-US" sz="1600" dirty="0"/>
          </a:p>
          <a:p>
            <a:pPr algn="ctr">
              <a:lnSpc>
                <a:spcPct val="120000"/>
              </a:lnSpc>
            </a:pPr>
            <a:r>
              <a:rPr lang="en-US" sz="875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answer</a:t>
            </a:r>
            <a:endParaRPr lang="en-US" sz="1600" dirty="0"/>
          </a:p>
        </p:txBody>
      </p:sp>
      <p:sp>
        <p:nvSpPr>
          <p:cNvPr id="93" name="Text 18">
            <a:extLst>
              <a:ext uri="{FF2B5EF4-FFF2-40B4-BE49-F238E27FC236}">
                <a16:creationId xmlns:a16="http://schemas.microsoft.com/office/drawing/2014/main" id="{3A95DF57-267C-DDD7-9900-CAC9C3C496D8}"/>
              </a:ext>
            </a:extLst>
          </p:cNvPr>
          <p:cNvSpPr/>
          <p:nvPr/>
        </p:nvSpPr>
        <p:spPr>
          <a:xfrm>
            <a:off x="3733762" y="6548748"/>
            <a:ext cx="4820678" cy="2423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ts val="1980"/>
              </a:lnSpc>
            </a:pPr>
            <a:r>
              <a:rPr lang="en-US" sz="1600" b="1" dirty="0">
                <a:latin typeface="Calibri (MS)"/>
                <a:ea typeface="Calibri (MS)"/>
                <a:cs typeface="Calibri (MS)"/>
                <a:sym typeface="Calibri (MS)"/>
              </a:rPr>
              <a:t>Department of Computer Science &amp; Engineering ,CSPIT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842CE2D-03D3-7E8B-EE55-660347FB2330}"/>
              </a:ext>
            </a:extLst>
          </p:cNvPr>
          <p:cNvSpPr/>
          <p:nvPr/>
        </p:nvSpPr>
        <p:spPr>
          <a:xfrm>
            <a:off x="30479" y="66891"/>
            <a:ext cx="12085321" cy="6714790"/>
          </a:xfrm>
          <a:prstGeom prst="rect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4"/>
          <p:cNvSpPr/>
          <p:nvPr/>
        </p:nvSpPr>
        <p:spPr>
          <a:xfrm>
            <a:off x="320675" y="623957"/>
            <a:ext cx="11747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000" b="1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Technology Stack - Our Toolkit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20675" y="1100207"/>
            <a:ext cx="762000" cy="31750"/>
          </a:xfrm>
          <a:custGeom>
            <a:avLst/>
            <a:gdLst/>
            <a:ahLst/>
            <a:cxnLst/>
            <a:rect l="l" t="t" r="r" b="b"/>
            <a:pathLst>
              <a:path w="762000" h="31750">
                <a:moveTo>
                  <a:pt x="15875" y="0"/>
                </a:moveTo>
                <a:lnTo>
                  <a:pt x="746125" y="0"/>
                </a:lnTo>
                <a:cubicBezTo>
                  <a:pt x="754887" y="0"/>
                  <a:pt x="762000" y="7113"/>
                  <a:pt x="762000" y="15875"/>
                </a:cubicBezTo>
                <a:lnTo>
                  <a:pt x="762000" y="15875"/>
                </a:lnTo>
                <a:cubicBezTo>
                  <a:pt x="762000" y="24637"/>
                  <a:pt x="754887" y="31750"/>
                  <a:pt x="746125" y="31750"/>
                </a:cubicBezTo>
                <a:lnTo>
                  <a:pt x="15875" y="31750"/>
                </a:lnTo>
                <a:cubicBezTo>
                  <a:pt x="7113" y="31750"/>
                  <a:pt x="0" y="24637"/>
                  <a:pt x="0" y="15875"/>
                </a:cubicBezTo>
                <a:lnTo>
                  <a:pt x="0" y="15875"/>
                </a:lnTo>
                <a:cubicBezTo>
                  <a:pt x="0" y="7113"/>
                  <a:pt x="7113" y="0"/>
                  <a:pt x="15875" y="0"/>
                </a:cubicBezTo>
                <a:close/>
              </a:path>
            </a:pathLst>
          </a:custGeom>
          <a:gradFill flip="none" rotWithShape="1">
            <a:gsLst>
              <a:gs pos="0">
                <a:srgbClr val="6366F1"/>
              </a:gs>
              <a:gs pos="100000">
                <a:srgbClr val="818CF8"/>
              </a:gs>
            </a:gsLst>
            <a:lin ang="0" scaled="1"/>
          </a:gradFill>
          <a:ln/>
        </p:spPr>
      </p:sp>
      <p:sp>
        <p:nvSpPr>
          <p:cNvPr id="8" name="Shape 6"/>
          <p:cNvSpPr/>
          <p:nvPr/>
        </p:nvSpPr>
        <p:spPr>
          <a:xfrm>
            <a:off x="323850" y="1325632"/>
            <a:ext cx="3736975" cy="1911350"/>
          </a:xfrm>
          <a:custGeom>
            <a:avLst/>
            <a:gdLst/>
            <a:ahLst/>
            <a:cxnLst/>
            <a:rect l="l" t="t" r="r" b="b"/>
            <a:pathLst>
              <a:path w="3736975" h="1911350">
                <a:moveTo>
                  <a:pt x="95243" y="0"/>
                </a:moveTo>
                <a:lnTo>
                  <a:pt x="3641732" y="0"/>
                </a:lnTo>
                <a:cubicBezTo>
                  <a:pt x="3694298" y="0"/>
                  <a:pt x="3736975" y="42677"/>
                  <a:pt x="3736975" y="95243"/>
                </a:cubicBezTo>
                <a:lnTo>
                  <a:pt x="3736975" y="1816107"/>
                </a:lnTo>
                <a:cubicBezTo>
                  <a:pt x="3736975" y="1868708"/>
                  <a:pt x="3694333" y="1911350"/>
                  <a:pt x="3641732" y="1911350"/>
                </a:cubicBezTo>
                <a:lnTo>
                  <a:pt x="95243" y="1911350"/>
                </a:lnTo>
                <a:cubicBezTo>
                  <a:pt x="42677" y="1911350"/>
                  <a:pt x="0" y="1868673"/>
                  <a:pt x="0" y="1816107"/>
                </a:cubicBezTo>
                <a:lnTo>
                  <a:pt x="0" y="95243"/>
                </a:lnTo>
                <a:cubicBezTo>
                  <a:pt x="0" y="42642"/>
                  <a:pt x="42642" y="0"/>
                  <a:pt x="95243" y="0"/>
                </a:cubicBezTo>
                <a:close/>
              </a:path>
            </a:pathLst>
          </a:custGeom>
          <a:solidFill>
            <a:srgbClr val="FFFFFF"/>
          </a:solidFill>
          <a:ln w="10160">
            <a:solidFill>
              <a:srgbClr val="F3F4F6"/>
            </a:solidFill>
            <a:prstDash val="solid"/>
          </a:ln>
          <a:effectLst>
            <a:outerShdw blurRad="23813" dist="7938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85775" y="1487559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95250" y="0"/>
                </a:moveTo>
                <a:lnTo>
                  <a:pt x="285750" y="0"/>
                </a:lnTo>
                <a:cubicBezTo>
                  <a:pt x="338320" y="0"/>
                  <a:pt x="381000" y="42680"/>
                  <a:pt x="381000" y="95250"/>
                </a:cubicBezTo>
                <a:lnTo>
                  <a:pt x="381000" y="285750"/>
                </a:lnTo>
                <a:cubicBezTo>
                  <a:pt x="381000" y="338320"/>
                  <a:pt x="338320" y="381000"/>
                  <a:pt x="285750" y="381000"/>
                </a:cubicBezTo>
                <a:lnTo>
                  <a:pt x="95250" y="381000"/>
                </a:lnTo>
                <a:cubicBezTo>
                  <a:pt x="42680" y="381000"/>
                  <a:pt x="0" y="338320"/>
                  <a:pt x="0" y="285750"/>
                </a:cubicBezTo>
                <a:lnTo>
                  <a:pt x="0" y="95250"/>
                </a:lnTo>
                <a:cubicBezTo>
                  <a:pt x="0" y="42680"/>
                  <a:pt x="42680" y="0"/>
                  <a:pt x="95250" y="0"/>
                </a:cubicBezTo>
                <a:close/>
              </a:path>
            </a:pathLst>
          </a:custGeom>
          <a:solidFill>
            <a:srgbClr val="6366F1">
              <a:alpha val="10196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596900" y="1598684"/>
            <a:ext cx="158750" cy="158750"/>
          </a:xfrm>
          <a:custGeom>
            <a:avLst/>
            <a:gdLst/>
            <a:ahLst/>
            <a:cxnLst/>
            <a:rect l="l" t="t" r="r" b="b"/>
            <a:pathLst>
              <a:path w="158750" h="158750">
                <a:moveTo>
                  <a:pt x="19844" y="9922"/>
                </a:moveTo>
                <a:cubicBezTo>
                  <a:pt x="8899" y="9922"/>
                  <a:pt x="0" y="18821"/>
                  <a:pt x="0" y="29766"/>
                </a:cubicBezTo>
                <a:lnTo>
                  <a:pt x="0" y="109141"/>
                </a:lnTo>
                <a:cubicBezTo>
                  <a:pt x="0" y="120086"/>
                  <a:pt x="8899" y="128984"/>
                  <a:pt x="19844" y="128984"/>
                </a:cubicBezTo>
                <a:lnTo>
                  <a:pt x="64492" y="128984"/>
                </a:lnTo>
                <a:lnTo>
                  <a:pt x="59531" y="143867"/>
                </a:lnTo>
                <a:lnTo>
                  <a:pt x="37207" y="143867"/>
                </a:lnTo>
                <a:cubicBezTo>
                  <a:pt x="33083" y="143867"/>
                  <a:pt x="29766" y="147185"/>
                  <a:pt x="29766" y="151309"/>
                </a:cubicBezTo>
                <a:cubicBezTo>
                  <a:pt x="29766" y="155432"/>
                  <a:pt x="33083" y="158750"/>
                  <a:pt x="37207" y="158750"/>
                </a:cubicBezTo>
                <a:lnTo>
                  <a:pt x="121543" y="158750"/>
                </a:lnTo>
                <a:cubicBezTo>
                  <a:pt x="125667" y="158750"/>
                  <a:pt x="128984" y="155432"/>
                  <a:pt x="128984" y="151309"/>
                </a:cubicBezTo>
                <a:cubicBezTo>
                  <a:pt x="128984" y="147185"/>
                  <a:pt x="125667" y="143867"/>
                  <a:pt x="121543" y="143867"/>
                </a:cubicBezTo>
                <a:lnTo>
                  <a:pt x="99219" y="143867"/>
                </a:lnTo>
                <a:lnTo>
                  <a:pt x="94258" y="128984"/>
                </a:lnTo>
                <a:lnTo>
                  <a:pt x="138906" y="128984"/>
                </a:lnTo>
                <a:cubicBezTo>
                  <a:pt x="149851" y="128984"/>
                  <a:pt x="158750" y="120086"/>
                  <a:pt x="158750" y="109141"/>
                </a:cubicBezTo>
                <a:lnTo>
                  <a:pt x="158750" y="29766"/>
                </a:lnTo>
                <a:cubicBezTo>
                  <a:pt x="158750" y="18821"/>
                  <a:pt x="149851" y="9922"/>
                  <a:pt x="138906" y="9922"/>
                </a:cubicBezTo>
                <a:lnTo>
                  <a:pt x="19844" y="9922"/>
                </a:lnTo>
                <a:close/>
                <a:moveTo>
                  <a:pt x="29766" y="29766"/>
                </a:moveTo>
                <a:lnTo>
                  <a:pt x="128984" y="29766"/>
                </a:lnTo>
                <a:cubicBezTo>
                  <a:pt x="134472" y="29766"/>
                  <a:pt x="138906" y="34199"/>
                  <a:pt x="138906" y="39688"/>
                </a:cubicBezTo>
                <a:lnTo>
                  <a:pt x="138906" y="89297"/>
                </a:lnTo>
                <a:cubicBezTo>
                  <a:pt x="138906" y="94785"/>
                  <a:pt x="134472" y="99219"/>
                  <a:pt x="128984" y="99219"/>
                </a:cubicBezTo>
                <a:lnTo>
                  <a:pt x="29766" y="99219"/>
                </a:lnTo>
                <a:cubicBezTo>
                  <a:pt x="24278" y="99219"/>
                  <a:pt x="19844" y="94785"/>
                  <a:pt x="19844" y="89297"/>
                </a:cubicBezTo>
                <a:lnTo>
                  <a:pt x="19844" y="39688"/>
                </a:lnTo>
                <a:cubicBezTo>
                  <a:pt x="19844" y="34199"/>
                  <a:pt x="24278" y="29766"/>
                  <a:pt x="29766" y="29766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11" name="Text 9"/>
          <p:cNvSpPr/>
          <p:nvPr/>
        </p:nvSpPr>
        <p:spPr>
          <a:xfrm>
            <a:off x="962025" y="1566934"/>
            <a:ext cx="642938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Frontend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85775" y="1995559"/>
            <a:ext cx="346868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6A728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User Interface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17525" y="2265434"/>
            <a:ext cx="95250" cy="127000"/>
          </a:xfrm>
          <a:custGeom>
            <a:avLst/>
            <a:gdLst/>
            <a:ahLst/>
            <a:cxnLst/>
            <a:rect l="l" t="t" r="r" b="b"/>
            <a:pathLst>
              <a:path w="95250" h="127000">
                <a:moveTo>
                  <a:pt x="0" y="7938"/>
                </a:moveTo>
                <a:lnTo>
                  <a:pt x="8657" y="106114"/>
                </a:lnTo>
                <a:lnTo>
                  <a:pt x="47501" y="119063"/>
                </a:lnTo>
                <a:lnTo>
                  <a:pt x="86593" y="106114"/>
                </a:lnTo>
                <a:lnTo>
                  <a:pt x="95250" y="7938"/>
                </a:lnTo>
                <a:lnTo>
                  <a:pt x="0" y="7938"/>
                </a:lnTo>
                <a:close/>
                <a:moveTo>
                  <a:pt x="76448" y="39663"/>
                </a:moveTo>
                <a:lnTo>
                  <a:pt x="30857" y="39663"/>
                </a:lnTo>
                <a:lnTo>
                  <a:pt x="31874" y="51916"/>
                </a:lnTo>
                <a:lnTo>
                  <a:pt x="75431" y="51916"/>
                </a:lnTo>
                <a:lnTo>
                  <a:pt x="72058" y="88726"/>
                </a:lnTo>
                <a:lnTo>
                  <a:pt x="47774" y="95424"/>
                </a:lnTo>
                <a:lnTo>
                  <a:pt x="47774" y="95498"/>
                </a:lnTo>
                <a:lnTo>
                  <a:pt x="47501" y="95498"/>
                </a:lnTo>
                <a:lnTo>
                  <a:pt x="23019" y="88726"/>
                </a:lnTo>
                <a:lnTo>
                  <a:pt x="21530" y="69924"/>
                </a:lnTo>
                <a:lnTo>
                  <a:pt x="33362" y="69924"/>
                </a:lnTo>
                <a:lnTo>
                  <a:pt x="34230" y="79375"/>
                </a:lnTo>
                <a:lnTo>
                  <a:pt x="47501" y="82972"/>
                </a:lnTo>
                <a:lnTo>
                  <a:pt x="60821" y="79375"/>
                </a:lnTo>
                <a:lnTo>
                  <a:pt x="62309" y="63946"/>
                </a:lnTo>
                <a:lnTo>
                  <a:pt x="20910" y="63946"/>
                </a:lnTo>
                <a:lnTo>
                  <a:pt x="17735" y="27831"/>
                </a:lnTo>
                <a:lnTo>
                  <a:pt x="77539" y="27831"/>
                </a:lnTo>
                <a:lnTo>
                  <a:pt x="76448" y="39663"/>
                </a:lnTo>
                <a:close/>
              </a:path>
            </a:pathLst>
          </a:custGeom>
          <a:solidFill>
            <a:srgbClr val="FF6900"/>
          </a:solidFill>
          <a:ln/>
        </p:spPr>
      </p:sp>
      <p:sp>
        <p:nvSpPr>
          <p:cNvPr id="14" name="Text 12"/>
          <p:cNvSpPr/>
          <p:nvPr/>
        </p:nvSpPr>
        <p:spPr>
          <a:xfrm>
            <a:off x="708025" y="2249559"/>
            <a:ext cx="976312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HTML5 - Structure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17525" y="2487684"/>
            <a:ext cx="95250" cy="127000"/>
          </a:xfrm>
          <a:custGeom>
            <a:avLst/>
            <a:gdLst/>
            <a:ahLst/>
            <a:cxnLst/>
            <a:rect l="l" t="t" r="r" b="b"/>
            <a:pathLst>
              <a:path w="95250" h="127000">
                <a:moveTo>
                  <a:pt x="0" y="7938"/>
                </a:moveTo>
                <a:lnTo>
                  <a:pt x="8657" y="106114"/>
                </a:lnTo>
                <a:lnTo>
                  <a:pt x="47625" y="119063"/>
                </a:lnTo>
                <a:lnTo>
                  <a:pt x="86593" y="106114"/>
                </a:lnTo>
                <a:lnTo>
                  <a:pt x="95250" y="7938"/>
                </a:lnTo>
                <a:lnTo>
                  <a:pt x="0" y="7938"/>
                </a:lnTo>
                <a:close/>
                <a:moveTo>
                  <a:pt x="77663" y="27781"/>
                </a:moveTo>
                <a:lnTo>
                  <a:pt x="76473" y="39514"/>
                </a:lnTo>
                <a:lnTo>
                  <a:pt x="47873" y="51743"/>
                </a:lnTo>
                <a:lnTo>
                  <a:pt x="47799" y="51767"/>
                </a:lnTo>
                <a:lnTo>
                  <a:pt x="75456" y="51767"/>
                </a:lnTo>
                <a:lnTo>
                  <a:pt x="72281" y="88131"/>
                </a:lnTo>
                <a:lnTo>
                  <a:pt x="47923" y="95250"/>
                </a:lnTo>
                <a:lnTo>
                  <a:pt x="23416" y="88007"/>
                </a:lnTo>
                <a:lnTo>
                  <a:pt x="21828" y="69676"/>
                </a:lnTo>
                <a:lnTo>
                  <a:pt x="33958" y="69676"/>
                </a:lnTo>
                <a:lnTo>
                  <a:pt x="34751" y="79177"/>
                </a:lnTo>
                <a:lnTo>
                  <a:pt x="47799" y="82476"/>
                </a:lnTo>
                <a:lnTo>
                  <a:pt x="61367" y="78656"/>
                </a:lnTo>
                <a:lnTo>
                  <a:pt x="62285" y="63376"/>
                </a:lnTo>
                <a:lnTo>
                  <a:pt x="21034" y="63252"/>
                </a:lnTo>
                <a:lnTo>
                  <a:pt x="21034" y="63227"/>
                </a:lnTo>
                <a:lnTo>
                  <a:pt x="20985" y="63252"/>
                </a:lnTo>
                <a:lnTo>
                  <a:pt x="20092" y="51767"/>
                </a:lnTo>
                <a:lnTo>
                  <a:pt x="47898" y="40184"/>
                </a:lnTo>
                <a:lnTo>
                  <a:pt x="49510" y="39514"/>
                </a:lnTo>
                <a:lnTo>
                  <a:pt x="19025" y="39514"/>
                </a:lnTo>
                <a:lnTo>
                  <a:pt x="17587" y="27781"/>
                </a:lnTo>
                <a:lnTo>
                  <a:pt x="77663" y="27781"/>
                </a:lnTo>
                <a:close/>
              </a:path>
            </a:pathLst>
          </a:custGeom>
          <a:solidFill>
            <a:srgbClr val="2B7FFF"/>
          </a:solidFill>
          <a:ln/>
        </p:spPr>
      </p:sp>
      <p:sp>
        <p:nvSpPr>
          <p:cNvPr id="16" name="Text 14"/>
          <p:cNvSpPr/>
          <p:nvPr/>
        </p:nvSpPr>
        <p:spPr>
          <a:xfrm>
            <a:off x="708025" y="2471809"/>
            <a:ext cx="76200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CSS3 - Styling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09587" y="2709934"/>
            <a:ext cx="111125" cy="127000"/>
          </a:xfrm>
          <a:custGeom>
            <a:avLst/>
            <a:gdLst/>
            <a:ahLst/>
            <a:cxnLst/>
            <a:rect l="l" t="t" r="r" b="b"/>
            <a:pathLst>
              <a:path w="111125" h="127000">
                <a:moveTo>
                  <a:pt x="0" y="7938"/>
                </a:moveTo>
                <a:lnTo>
                  <a:pt x="0" y="119063"/>
                </a:lnTo>
                <a:lnTo>
                  <a:pt x="111125" y="119063"/>
                </a:lnTo>
                <a:lnTo>
                  <a:pt x="111125" y="7938"/>
                </a:lnTo>
                <a:lnTo>
                  <a:pt x="0" y="7938"/>
                </a:lnTo>
                <a:close/>
                <a:moveTo>
                  <a:pt x="60474" y="94605"/>
                </a:moveTo>
                <a:cubicBezTo>
                  <a:pt x="60474" y="105420"/>
                  <a:pt x="54124" y="110356"/>
                  <a:pt x="44872" y="110356"/>
                </a:cubicBezTo>
                <a:cubicBezTo>
                  <a:pt x="36513" y="110356"/>
                  <a:pt x="31676" y="106040"/>
                  <a:pt x="29195" y="100806"/>
                </a:cubicBezTo>
                <a:lnTo>
                  <a:pt x="37703" y="95672"/>
                </a:lnTo>
                <a:cubicBezTo>
                  <a:pt x="39340" y="98574"/>
                  <a:pt x="40829" y="101029"/>
                  <a:pt x="44425" y="101029"/>
                </a:cubicBezTo>
                <a:cubicBezTo>
                  <a:pt x="47848" y="101029"/>
                  <a:pt x="50031" y="99690"/>
                  <a:pt x="50031" y="94456"/>
                </a:cubicBezTo>
                <a:lnTo>
                  <a:pt x="50031" y="58961"/>
                </a:lnTo>
                <a:lnTo>
                  <a:pt x="60474" y="58961"/>
                </a:lnTo>
                <a:lnTo>
                  <a:pt x="60474" y="94605"/>
                </a:lnTo>
                <a:close/>
                <a:moveTo>
                  <a:pt x="85179" y="110356"/>
                </a:moveTo>
                <a:cubicBezTo>
                  <a:pt x="75481" y="110356"/>
                  <a:pt x="69205" y="105742"/>
                  <a:pt x="66154" y="99690"/>
                </a:cubicBezTo>
                <a:lnTo>
                  <a:pt x="74662" y="94779"/>
                </a:lnTo>
                <a:cubicBezTo>
                  <a:pt x="76895" y="98425"/>
                  <a:pt x="79821" y="101129"/>
                  <a:pt x="84956" y="101129"/>
                </a:cubicBezTo>
                <a:cubicBezTo>
                  <a:pt x="89272" y="101129"/>
                  <a:pt x="92050" y="98971"/>
                  <a:pt x="92050" y="95969"/>
                </a:cubicBezTo>
                <a:cubicBezTo>
                  <a:pt x="92050" y="92397"/>
                  <a:pt x="89222" y="91132"/>
                  <a:pt x="84435" y="89024"/>
                </a:cubicBezTo>
                <a:lnTo>
                  <a:pt x="81831" y="87908"/>
                </a:lnTo>
                <a:cubicBezTo>
                  <a:pt x="74290" y="84708"/>
                  <a:pt x="69304" y="80665"/>
                  <a:pt x="69304" y="72157"/>
                </a:cubicBezTo>
                <a:cubicBezTo>
                  <a:pt x="69304" y="64319"/>
                  <a:pt x="75282" y="58365"/>
                  <a:pt x="84584" y="58365"/>
                </a:cubicBezTo>
                <a:cubicBezTo>
                  <a:pt x="91232" y="58365"/>
                  <a:pt x="95994" y="60672"/>
                  <a:pt x="99417" y="66725"/>
                </a:cubicBezTo>
                <a:lnTo>
                  <a:pt x="91281" y="71934"/>
                </a:lnTo>
                <a:cubicBezTo>
                  <a:pt x="89495" y="68734"/>
                  <a:pt x="87561" y="67469"/>
                  <a:pt x="84559" y="67469"/>
                </a:cubicBezTo>
                <a:cubicBezTo>
                  <a:pt x="81508" y="67469"/>
                  <a:pt x="79573" y="69404"/>
                  <a:pt x="79573" y="71934"/>
                </a:cubicBezTo>
                <a:cubicBezTo>
                  <a:pt x="79573" y="75059"/>
                  <a:pt x="81508" y="76324"/>
                  <a:pt x="85998" y="78284"/>
                </a:cubicBezTo>
                <a:lnTo>
                  <a:pt x="88602" y="79400"/>
                </a:lnTo>
                <a:cubicBezTo>
                  <a:pt x="97482" y="83195"/>
                  <a:pt x="102468" y="87089"/>
                  <a:pt x="102468" y="95821"/>
                </a:cubicBezTo>
                <a:cubicBezTo>
                  <a:pt x="102468" y="105197"/>
                  <a:pt x="95076" y="110356"/>
                  <a:pt x="85179" y="110356"/>
                </a:cubicBezTo>
                <a:close/>
              </a:path>
            </a:pathLst>
          </a:custGeom>
          <a:solidFill>
            <a:srgbClr val="F0B100"/>
          </a:solidFill>
          <a:ln/>
        </p:spPr>
      </p:sp>
      <p:sp>
        <p:nvSpPr>
          <p:cNvPr id="18" name="Text 16"/>
          <p:cNvSpPr/>
          <p:nvPr/>
        </p:nvSpPr>
        <p:spPr>
          <a:xfrm>
            <a:off x="708025" y="2694059"/>
            <a:ext cx="124618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JavaScript - Interactivity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01650" y="2932184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7938" y="7938"/>
                </a:moveTo>
                <a:cubicBezTo>
                  <a:pt x="12328" y="7938"/>
                  <a:pt x="15875" y="11485"/>
                  <a:pt x="15875" y="15875"/>
                </a:cubicBezTo>
                <a:lnTo>
                  <a:pt x="15875" y="99219"/>
                </a:lnTo>
                <a:cubicBezTo>
                  <a:pt x="15875" y="101402"/>
                  <a:pt x="17661" y="103188"/>
                  <a:pt x="19844" y="103188"/>
                </a:cubicBezTo>
                <a:lnTo>
                  <a:pt x="119063" y="103188"/>
                </a:lnTo>
                <a:cubicBezTo>
                  <a:pt x="123453" y="103188"/>
                  <a:pt x="127000" y="106735"/>
                  <a:pt x="127000" y="111125"/>
                </a:cubicBezTo>
                <a:cubicBezTo>
                  <a:pt x="127000" y="115515"/>
                  <a:pt x="123453" y="119063"/>
                  <a:pt x="119063" y="119063"/>
                </a:cubicBezTo>
                <a:lnTo>
                  <a:pt x="19844" y="119063"/>
                </a:lnTo>
                <a:cubicBezTo>
                  <a:pt x="8880" y="119063"/>
                  <a:pt x="0" y="110182"/>
                  <a:pt x="0" y="99219"/>
                </a:cubicBezTo>
                <a:lnTo>
                  <a:pt x="0" y="15875"/>
                </a:lnTo>
                <a:cubicBezTo>
                  <a:pt x="0" y="11485"/>
                  <a:pt x="3547" y="7938"/>
                  <a:pt x="7938" y="7938"/>
                </a:cubicBezTo>
                <a:close/>
                <a:moveTo>
                  <a:pt x="31750" y="23812"/>
                </a:moveTo>
                <a:cubicBezTo>
                  <a:pt x="31750" y="19422"/>
                  <a:pt x="35297" y="15875"/>
                  <a:pt x="39688" y="15875"/>
                </a:cubicBezTo>
                <a:lnTo>
                  <a:pt x="87313" y="15875"/>
                </a:lnTo>
                <a:cubicBezTo>
                  <a:pt x="91703" y="15875"/>
                  <a:pt x="95250" y="19422"/>
                  <a:pt x="95250" y="23812"/>
                </a:cubicBezTo>
                <a:cubicBezTo>
                  <a:pt x="95250" y="28203"/>
                  <a:pt x="91703" y="31750"/>
                  <a:pt x="87313" y="31750"/>
                </a:cubicBezTo>
                <a:lnTo>
                  <a:pt x="39688" y="31750"/>
                </a:lnTo>
                <a:cubicBezTo>
                  <a:pt x="35297" y="31750"/>
                  <a:pt x="31750" y="28203"/>
                  <a:pt x="31750" y="23812"/>
                </a:cubicBezTo>
                <a:close/>
                <a:moveTo>
                  <a:pt x="39688" y="43656"/>
                </a:moveTo>
                <a:lnTo>
                  <a:pt x="71438" y="43656"/>
                </a:lnTo>
                <a:cubicBezTo>
                  <a:pt x="75828" y="43656"/>
                  <a:pt x="79375" y="47203"/>
                  <a:pt x="79375" y="51594"/>
                </a:cubicBezTo>
                <a:cubicBezTo>
                  <a:pt x="79375" y="55984"/>
                  <a:pt x="75828" y="59531"/>
                  <a:pt x="71438" y="59531"/>
                </a:cubicBezTo>
                <a:lnTo>
                  <a:pt x="39688" y="59531"/>
                </a:lnTo>
                <a:cubicBezTo>
                  <a:pt x="35297" y="59531"/>
                  <a:pt x="31750" y="55984"/>
                  <a:pt x="31750" y="51594"/>
                </a:cubicBezTo>
                <a:cubicBezTo>
                  <a:pt x="31750" y="47203"/>
                  <a:pt x="35297" y="43656"/>
                  <a:pt x="39688" y="43656"/>
                </a:cubicBezTo>
                <a:close/>
                <a:moveTo>
                  <a:pt x="39688" y="71438"/>
                </a:moveTo>
                <a:lnTo>
                  <a:pt x="103188" y="71438"/>
                </a:lnTo>
                <a:cubicBezTo>
                  <a:pt x="107578" y="71438"/>
                  <a:pt x="111125" y="74985"/>
                  <a:pt x="111125" y="79375"/>
                </a:cubicBezTo>
                <a:cubicBezTo>
                  <a:pt x="111125" y="83765"/>
                  <a:pt x="107578" y="87313"/>
                  <a:pt x="103188" y="87313"/>
                </a:cubicBezTo>
                <a:lnTo>
                  <a:pt x="39688" y="87313"/>
                </a:lnTo>
                <a:cubicBezTo>
                  <a:pt x="35297" y="87313"/>
                  <a:pt x="31750" y="83765"/>
                  <a:pt x="31750" y="79375"/>
                </a:cubicBezTo>
                <a:cubicBezTo>
                  <a:pt x="31750" y="74985"/>
                  <a:pt x="35297" y="71438"/>
                  <a:pt x="39688" y="71438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20" name="Text 18"/>
          <p:cNvSpPr/>
          <p:nvPr/>
        </p:nvSpPr>
        <p:spPr>
          <a:xfrm>
            <a:off x="708025" y="2916309"/>
            <a:ext cx="11350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Chart.js - Visualization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4229100" y="1325632"/>
            <a:ext cx="3736975" cy="1911350"/>
          </a:xfrm>
          <a:custGeom>
            <a:avLst/>
            <a:gdLst/>
            <a:ahLst/>
            <a:cxnLst/>
            <a:rect l="l" t="t" r="r" b="b"/>
            <a:pathLst>
              <a:path w="3736975" h="1911350">
                <a:moveTo>
                  <a:pt x="95243" y="0"/>
                </a:moveTo>
                <a:lnTo>
                  <a:pt x="3641732" y="0"/>
                </a:lnTo>
                <a:cubicBezTo>
                  <a:pt x="3694298" y="0"/>
                  <a:pt x="3736975" y="42677"/>
                  <a:pt x="3736975" y="95243"/>
                </a:cubicBezTo>
                <a:lnTo>
                  <a:pt x="3736975" y="1816107"/>
                </a:lnTo>
                <a:cubicBezTo>
                  <a:pt x="3736975" y="1868708"/>
                  <a:pt x="3694333" y="1911350"/>
                  <a:pt x="3641732" y="1911350"/>
                </a:cubicBezTo>
                <a:lnTo>
                  <a:pt x="95243" y="1911350"/>
                </a:lnTo>
                <a:cubicBezTo>
                  <a:pt x="42677" y="1911350"/>
                  <a:pt x="0" y="1868673"/>
                  <a:pt x="0" y="1816107"/>
                </a:cubicBezTo>
                <a:lnTo>
                  <a:pt x="0" y="95243"/>
                </a:lnTo>
                <a:cubicBezTo>
                  <a:pt x="0" y="42642"/>
                  <a:pt x="42642" y="0"/>
                  <a:pt x="95243" y="0"/>
                </a:cubicBezTo>
                <a:close/>
              </a:path>
            </a:pathLst>
          </a:custGeom>
          <a:solidFill>
            <a:srgbClr val="FFFFFF"/>
          </a:solidFill>
          <a:ln w="10160">
            <a:solidFill>
              <a:srgbClr val="F3F4F6"/>
            </a:solidFill>
            <a:prstDash val="solid"/>
          </a:ln>
          <a:effectLst>
            <a:outerShdw blurRad="23813" dist="7938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391025" y="1487559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95250" y="0"/>
                </a:moveTo>
                <a:lnTo>
                  <a:pt x="285750" y="0"/>
                </a:lnTo>
                <a:cubicBezTo>
                  <a:pt x="338320" y="0"/>
                  <a:pt x="381000" y="42680"/>
                  <a:pt x="381000" y="95250"/>
                </a:cubicBezTo>
                <a:lnTo>
                  <a:pt x="381000" y="285750"/>
                </a:lnTo>
                <a:cubicBezTo>
                  <a:pt x="381000" y="338320"/>
                  <a:pt x="338320" y="381000"/>
                  <a:pt x="285750" y="381000"/>
                </a:cubicBezTo>
                <a:lnTo>
                  <a:pt x="95250" y="381000"/>
                </a:lnTo>
                <a:cubicBezTo>
                  <a:pt x="42680" y="381000"/>
                  <a:pt x="0" y="338320"/>
                  <a:pt x="0" y="285750"/>
                </a:cubicBezTo>
                <a:lnTo>
                  <a:pt x="0" y="95250"/>
                </a:lnTo>
                <a:cubicBezTo>
                  <a:pt x="0" y="42680"/>
                  <a:pt x="42680" y="0"/>
                  <a:pt x="95250" y="0"/>
                </a:cubicBezTo>
                <a:close/>
              </a:path>
            </a:pathLst>
          </a:custGeom>
          <a:solidFill>
            <a:srgbClr val="818CF8">
              <a:alpha val="10196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4512072" y="1598684"/>
            <a:ext cx="138906" cy="158750"/>
          </a:xfrm>
          <a:custGeom>
            <a:avLst/>
            <a:gdLst/>
            <a:ahLst/>
            <a:cxnLst/>
            <a:rect l="l" t="t" r="r" b="b"/>
            <a:pathLst>
              <a:path w="138906" h="158750">
                <a:moveTo>
                  <a:pt x="19844" y="9922"/>
                </a:moveTo>
                <a:cubicBezTo>
                  <a:pt x="8899" y="9922"/>
                  <a:pt x="0" y="18821"/>
                  <a:pt x="0" y="29766"/>
                </a:cubicBezTo>
                <a:lnTo>
                  <a:pt x="0" y="49609"/>
                </a:lnTo>
                <a:cubicBezTo>
                  <a:pt x="0" y="60554"/>
                  <a:pt x="8899" y="69453"/>
                  <a:pt x="19844" y="69453"/>
                </a:cubicBezTo>
                <a:lnTo>
                  <a:pt x="119062" y="69453"/>
                </a:lnTo>
                <a:cubicBezTo>
                  <a:pt x="130008" y="69453"/>
                  <a:pt x="138906" y="60554"/>
                  <a:pt x="138906" y="49609"/>
                </a:cubicBezTo>
                <a:lnTo>
                  <a:pt x="138906" y="29766"/>
                </a:lnTo>
                <a:cubicBezTo>
                  <a:pt x="138906" y="18821"/>
                  <a:pt x="130008" y="9922"/>
                  <a:pt x="119062" y="9922"/>
                </a:cubicBezTo>
                <a:lnTo>
                  <a:pt x="19844" y="9922"/>
                </a:lnTo>
                <a:close/>
                <a:moveTo>
                  <a:pt x="86816" y="32246"/>
                </a:moveTo>
                <a:cubicBezTo>
                  <a:pt x="90923" y="32246"/>
                  <a:pt x="94258" y="35580"/>
                  <a:pt x="94258" y="39688"/>
                </a:cubicBezTo>
                <a:cubicBezTo>
                  <a:pt x="94258" y="43795"/>
                  <a:pt x="90923" y="47129"/>
                  <a:pt x="86816" y="47129"/>
                </a:cubicBezTo>
                <a:cubicBezTo>
                  <a:pt x="82709" y="47129"/>
                  <a:pt x="79375" y="43795"/>
                  <a:pt x="79375" y="39688"/>
                </a:cubicBezTo>
                <a:cubicBezTo>
                  <a:pt x="79375" y="35580"/>
                  <a:pt x="82709" y="32246"/>
                  <a:pt x="86816" y="32246"/>
                </a:cubicBezTo>
                <a:close/>
                <a:moveTo>
                  <a:pt x="104180" y="39688"/>
                </a:moveTo>
                <a:cubicBezTo>
                  <a:pt x="104180" y="35580"/>
                  <a:pt x="107514" y="32246"/>
                  <a:pt x="111621" y="32246"/>
                </a:cubicBezTo>
                <a:cubicBezTo>
                  <a:pt x="115728" y="32246"/>
                  <a:pt x="119062" y="35580"/>
                  <a:pt x="119062" y="39688"/>
                </a:cubicBezTo>
                <a:cubicBezTo>
                  <a:pt x="119062" y="43795"/>
                  <a:pt x="115728" y="47129"/>
                  <a:pt x="111621" y="47129"/>
                </a:cubicBezTo>
                <a:cubicBezTo>
                  <a:pt x="107514" y="47129"/>
                  <a:pt x="104180" y="43795"/>
                  <a:pt x="104180" y="39688"/>
                </a:cubicBezTo>
                <a:close/>
                <a:moveTo>
                  <a:pt x="19844" y="89297"/>
                </a:moveTo>
                <a:cubicBezTo>
                  <a:pt x="8899" y="89297"/>
                  <a:pt x="0" y="98196"/>
                  <a:pt x="0" y="109141"/>
                </a:cubicBezTo>
                <a:lnTo>
                  <a:pt x="0" y="128984"/>
                </a:lnTo>
                <a:cubicBezTo>
                  <a:pt x="0" y="139929"/>
                  <a:pt x="8899" y="148828"/>
                  <a:pt x="19844" y="148828"/>
                </a:cubicBezTo>
                <a:lnTo>
                  <a:pt x="119062" y="148828"/>
                </a:lnTo>
                <a:cubicBezTo>
                  <a:pt x="130008" y="148828"/>
                  <a:pt x="138906" y="139929"/>
                  <a:pt x="138906" y="128984"/>
                </a:cubicBezTo>
                <a:lnTo>
                  <a:pt x="138906" y="109141"/>
                </a:lnTo>
                <a:cubicBezTo>
                  <a:pt x="138906" y="98196"/>
                  <a:pt x="130008" y="89297"/>
                  <a:pt x="119062" y="89297"/>
                </a:cubicBezTo>
                <a:lnTo>
                  <a:pt x="19844" y="89297"/>
                </a:lnTo>
                <a:close/>
                <a:moveTo>
                  <a:pt x="86816" y="111621"/>
                </a:moveTo>
                <a:cubicBezTo>
                  <a:pt x="90923" y="111621"/>
                  <a:pt x="94258" y="114955"/>
                  <a:pt x="94258" y="119062"/>
                </a:cubicBezTo>
                <a:cubicBezTo>
                  <a:pt x="94258" y="123170"/>
                  <a:pt x="90923" y="126504"/>
                  <a:pt x="86816" y="126504"/>
                </a:cubicBezTo>
                <a:cubicBezTo>
                  <a:pt x="82709" y="126504"/>
                  <a:pt x="79375" y="123170"/>
                  <a:pt x="79375" y="119062"/>
                </a:cubicBezTo>
                <a:cubicBezTo>
                  <a:pt x="79375" y="114955"/>
                  <a:pt x="82709" y="111621"/>
                  <a:pt x="86816" y="111621"/>
                </a:cubicBezTo>
                <a:close/>
                <a:moveTo>
                  <a:pt x="104180" y="119062"/>
                </a:moveTo>
                <a:cubicBezTo>
                  <a:pt x="104180" y="114955"/>
                  <a:pt x="107514" y="111621"/>
                  <a:pt x="111621" y="111621"/>
                </a:cubicBezTo>
                <a:cubicBezTo>
                  <a:pt x="115728" y="111621"/>
                  <a:pt x="119062" y="114955"/>
                  <a:pt x="119062" y="119062"/>
                </a:cubicBezTo>
                <a:cubicBezTo>
                  <a:pt x="119062" y="123170"/>
                  <a:pt x="115728" y="126504"/>
                  <a:pt x="111621" y="126504"/>
                </a:cubicBezTo>
                <a:cubicBezTo>
                  <a:pt x="107514" y="126504"/>
                  <a:pt x="104180" y="123170"/>
                  <a:pt x="104180" y="119062"/>
                </a:cubicBezTo>
                <a:close/>
              </a:path>
            </a:pathLst>
          </a:custGeom>
          <a:solidFill>
            <a:srgbClr val="818CF8"/>
          </a:solidFill>
          <a:ln/>
        </p:spPr>
      </p:sp>
      <p:sp>
        <p:nvSpPr>
          <p:cNvPr id="24" name="Text 22"/>
          <p:cNvSpPr/>
          <p:nvPr/>
        </p:nvSpPr>
        <p:spPr>
          <a:xfrm>
            <a:off x="4867275" y="1566934"/>
            <a:ext cx="61912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Backend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4391025" y="1995559"/>
            <a:ext cx="346868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6A728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Server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4414837" y="2265434"/>
            <a:ext cx="111125" cy="127000"/>
          </a:xfrm>
          <a:custGeom>
            <a:avLst/>
            <a:gdLst/>
            <a:ahLst/>
            <a:cxnLst/>
            <a:rect l="l" t="t" r="r" b="b"/>
            <a:pathLst>
              <a:path w="111125" h="127000">
                <a:moveTo>
                  <a:pt x="109091" y="49733"/>
                </a:moveTo>
                <a:cubicBezTo>
                  <a:pt x="107181" y="42069"/>
                  <a:pt x="103560" y="36289"/>
                  <a:pt x="95845" y="36289"/>
                </a:cubicBezTo>
                <a:lnTo>
                  <a:pt x="85899" y="36289"/>
                </a:lnTo>
                <a:lnTo>
                  <a:pt x="85899" y="48047"/>
                </a:lnTo>
                <a:cubicBezTo>
                  <a:pt x="85899" y="57175"/>
                  <a:pt x="78160" y="64864"/>
                  <a:pt x="69329" y="64864"/>
                </a:cubicBezTo>
                <a:lnTo>
                  <a:pt x="42838" y="64864"/>
                </a:lnTo>
                <a:cubicBezTo>
                  <a:pt x="35595" y="64864"/>
                  <a:pt x="29592" y="71065"/>
                  <a:pt x="29592" y="78333"/>
                </a:cubicBezTo>
                <a:lnTo>
                  <a:pt x="29592" y="103584"/>
                </a:lnTo>
                <a:cubicBezTo>
                  <a:pt x="29592" y="110778"/>
                  <a:pt x="35843" y="114995"/>
                  <a:pt x="42838" y="117053"/>
                </a:cubicBezTo>
                <a:cubicBezTo>
                  <a:pt x="51222" y="119509"/>
                  <a:pt x="59283" y="119955"/>
                  <a:pt x="69329" y="117053"/>
                </a:cubicBezTo>
                <a:cubicBezTo>
                  <a:pt x="76002" y="115119"/>
                  <a:pt x="82575" y="111224"/>
                  <a:pt x="82575" y="103584"/>
                </a:cubicBezTo>
                <a:lnTo>
                  <a:pt x="82575" y="93489"/>
                </a:lnTo>
                <a:lnTo>
                  <a:pt x="56108" y="93489"/>
                </a:lnTo>
                <a:lnTo>
                  <a:pt x="56108" y="90115"/>
                </a:lnTo>
                <a:lnTo>
                  <a:pt x="95845" y="90115"/>
                </a:lnTo>
                <a:cubicBezTo>
                  <a:pt x="103560" y="90115"/>
                  <a:pt x="106412" y="84733"/>
                  <a:pt x="109091" y="76671"/>
                </a:cubicBezTo>
                <a:cubicBezTo>
                  <a:pt x="111869" y="68362"/>
                  <a:pt x="111745" y="60375"/>
                  <a:pt x="109091" y="49733"/>
                </a:cubicBezTo>
                <a:close/>
                <a:moveTo>
                  <a:pt x="70991" y="110306"/>
                </a:moveTo>
                <a:cubicBezTo>
                  <a:pt x="69103" y="110439"/>
                  <a:pt x="67299" y="109507"/>
                  <a:pt x="66315" y="107890"/>
                </a:cubicBezTo>
                <a:cubicBezTo>
                  <a:pt x="65331" y="106274"/>
                  <a:pt x="65331" y="104243"/>
                  <a:pt x="66315" y="102627"/>
                </a:cubicBezTo>
                <a:cubicBezTo>
                  <a:pt x="67299" y="101011"/>
                  <a:pt x="69103" y="100079"/>
                  <a:pt x="70991" y="100211"/>
                </a:cubicBezTo>
                <a:cubicBezTo>
                  <a:pt x="72879" y="100079"/>
                  <a:pt x="74683" y="101011"/>
                  <a:pt x="75667" y="102627"/>
                </a:cubicBezTo>
                <a:cubicBezTo>
                  <a:pt x="76651" y="104243"/>
                  <a:pt x="76651" y="106274"/>
                  <a:pt x="75667" y="107890"/>
                </a:cubicBezTo>
                <a:cubicBezTo>
                  <a:pt x="74683" y="109507"/>
                  <a:pt x="72879" y="110439"/>
                  <a:pt x="70991" y="110306"/>
                </a:cubicBezTo>
                <a:close/>
                <a:moveTo>
                  <a:pt x="41622" y="61540"/>
                </a:moveTo>
                <a:lnTo>
                  <a:pt x="68114" y="61540"/>
                </a:lnTo>
                <a:cubicBezTo>
                  <a:pt x="75481" y="61540"/>
                  <a:pt x="81359" y="55463"/>
                  <a:pt x="81359" y="48071"/>
                </a:cubicBezTo>
                <a:lnTo>
                  <a:pt x="81359" y="22796"/>
                </a:lnTo>
                <a:cubicBezTo>
                  <a:pt x="81359" y="15602"/>
                  <a:pt x="75307" y="10220"/>
                  <a:pt x="68114" y="9004"/>
                </a:cubicBezTo>
                <a:cubicBezTo>
                  <a:pt x="59234" y="7541"/>
                  <a:pt x="49585" y="7615"/>
                  <a:pt x="41622" y="9029"/>
                </a:cubicBezTo>
                <a:cubicBezTo>
                  <a:pt x="30411" y="11013"/>
                  <a:pt x="28377" y="15156"/>
                  <a:pt x="28377" y="22820"/>
                </a:cubicBezTo>
                <a:lnTo>
                  <a:pt x="28377" y="32916"/>
                </a:lnTo>
                <a:lnTo>
                  <a:pt x="54893" y="32916"/>
                </a:lnTo>
                <a:lnTo>
                  <a:pt x="54893" y="36289"/>
                </a:lnTo>
                <a:lnTo>
                  <a:pt x="18430" y="36289"/>
                </a:lnTo>
                <a:cubicBezTo>
                  <a:pt x="10716" y="36289"/>
                  <a:pt x="3969" y="40928"/>
                  <a:pt x="1860" y="49733"/>
                </a:cubicBezTo>
                <a:cubicBezTo>
                  <a:pt x="-571" y="59829"/>
                  <a:pt x="-670" y="66129"/>
                  <a:pt x="1860" y="76671"/>
                </a:cubicBezTo>
                <a:cubicBezTo>
                  <a:pt x="3746" y="84510"/>
                  <a:pt x="8235" y="90115"/>
                  <a:pt x="15949" y="90115"/>
                </a:cubicBezTo>
                <a:lnTo>
                  <a:pt x="25053" y="90115"/>
                </a:lnTo>
                <a:lnTo>
                  <a:pt x="25053" y="78011"/>
                </a:lnTo>
                <a:cubicBezTo>
                  <a:pt x="25053" y="69255"/>
                  <a:pt x="32618" y="61540"/>
                  <a:pt x="41622" y="61540"/>
                </a:cubicBezTo>
                <a:close/>
                <a:moveTo>
                  <a:pt x="39985" y="16049"/>
                </a:moveTo>
                <a:cubicBezTo>
                  <a:pt x="42778" y="16049"/>
                  <a:pt x="45045" y="18316"/>
                  <a:pt x="45045" y="21109"/>
                </a:cubicBezTo>
                <a:cubicBezTo>
                  <a:pt x="45045" y="23902"/>
                  <a:pt x="42778" y="26169"/>
                  <a:pt x="39985" y="26169"/>
                </a:cubicBezTo>
                <a:cubicBezTo>
                  <a:pt x="37192" y="26169"/>
                  <a:pt x="34925" y="23902"/>
                  <a:pt x="34925" y="21109"/>
                </a:cubicBezTo>
                <a:cubicBezTo>
                  <a:pt x="34925" y="18316"/>
                  <a:pt x="37192" y="16049"/>
                  <a:pt x="39985" y="16049"/>
                </a:cubicBezTo>
                <a:close/>
              </a:path>
            </a:pathLst>
          </a:custGeom>
          <a:solidFill>
            <a:srgbClr val="155DFC"/>
          </a:solidFill>
          <a:ln/>
        </p:spPr>
      </p:sp>
      <p:sp>
        <p:nvSpPr>
          <p:cNvPr id="27" name="Text 25"/>
          <p:cNvSpPr/>
          <p:nvPr/>
        </p:nvSpPr>
        <p:spPr>
          <a:xfrm>
            <a:off x="4613275" y="2249559"/>
            <a:ext cx="115887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Python - Programming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414837" y="2487684"/>
            <a:ext cx="111125" cy="127000"/>
          </a:xfrm>
          <a:custGeom>
            <a:avLst/>
            <a:gdLst/>
            <a:ahLst/>
            <a:cxnLst/>
            <a:rect l="l" t="t" r="r" b="b"/>
            <a:pathLst>
              <a:path w="111125" h="127000">
                <a:moveTo>
                  <a:pt x="71438" y="0"/>
                </a:moveTo>
                <a:lnTo>
                  <a:pt x="31750" y="0"/>
                </a:lnTo>
                <a:cubicBezTo>
                  <a:pt x="27360" y="0"/>
                  <a:pt x="23812" y="3547"/>
                  <a:pt x="23812" y="7938"/>
                </a:cubicBezTo>
                <a:cubicBezTo>
                  <a:pt x="23812" y="12328"/>
                  <a:pt x="27360" y="15875"/>
                  <a:pt x="31750" y="15875"/>
                </a:cubicBezTo>
                <a:lnTo>
                  <a:pt x="31750" y="53454"/>
                </a:lnTo>
                <a:lnTo>
                  <a:pt x="1860" y="105742"/>
                </a:lnTo>
                <a:cubicBezTo>
                  <a:pt x="645" y="107900"/>
                  <a:pt x="0" y="110306"/>
                  <a:pt x="0" y="112787"/>
                </a:cubicBezTo>
                <a:cubicBezTo>
                  <a:pt x="0" y="120650"/>
                  <a:pt x="6350" y="127000"/>
                  <a:pt x="14213" y="127000"/>
                </a:cubicBezTo>
                <a:lnTo>
                  <a:pt x="96912" y="127000"/>
                </a:lnTo>
                <a:cubicBezTo>
                  <a:pt x="104750" y="127000"/>
                  <a:pt x="111125" y="120650"/>
                  <a:pt x="111125" y="112787"/>
                </a:cubicBezTo>
                <a:cubicBezTo>
                  <a:pt x="111125" y="110306"/>
                  <a:pt x="110480" y="107876"/>
                  <a:pt x="109265" y="105742"/>
                </a:cubicBezTo>
                <a:lnTo>
                  <a:pt x="79375" y="53454"/>
                </a:lnTo>
                <a:lnTo>
                  <a:pt x="79375" y="15875"/>
                </a:lnTo>
                <a:cubicBezTo>
                  <a:pt x="83765" y="15875"/>
                  <a:pt x="87313" y="12328"/>
                  <a:pt x="87313" y="7938"/>
                </a:cubicBezTo>
                <a:cubicBezTo>
                  <a:pt x="87313" y="3547"/>
                  <a:pt x="83765" y="0"/>
                  <a:pt x="79375" y="0"/>
                </a:cubicBezTo>
                <a:lnTo>
                  <a:pt x="71438" y="0"/>
                </a:lnTo>
                <a:close/>
                <a:moveTo>
                  <a:pt x="47625" y="53454"/>
                </a:moveTo>
                <a:lnTo>
                  <a:pt x="47625" y="15875"/>
                </a:lnTo>
                <a:lnTo>
                  <a:pt x="63500" y="15875"/>
                </a:lnTo>
                <a:lnTo>
                  <a:pt x="63500" y="53454"/>
                </a:lnTo>
                <a:cubicBezTo>
                  <a:pt x="63500" y="56207"/>
                  <a:pt x="64219" y="58936"/>
                  <a:pt x="65584" y="61342"/>
                </a:cubicBezTo>
                <a:lnTo>
                  <a:pt x="75902" y="79375"/>
                </a:lnTo>
                <a:lnTo>
                  <a:pt x="35223" y="79375"/>
                </a:lnTo>
                <a:lnTo>
                  <a:pt x="45541" y="61342"/>
                </a:lnTo>
                <a:cubicBezTo>
                  <a:pt x="46906" y="58936"/>
                  <a:pt x="47625" y="56232"/>
                  <a:pt x="47625" y="53454"/>
                </a:cubicBezTo>
                <a:close/>
              </a:path>
            </a:pathLst>
          </a:custGeom>
          <a:solidFill>
            <a:srgbClr val="364153"/>
          </a:solidFill>
          <a:ln/>
        </p:spPr>
      </p:sp>
      <p:sp>
        <p:nvSpPr>
          <p:cNvPr id="29" name="Text 27"/>
          <p:cNvSpPr/>
          <p:nvPr/>
        </p:nvSpPr>
        <p:spPr>
          <a:xfrm>
            <a:off x="4613275" y="2471809"/>
            <a:ext cx="120650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Flask - Web Framework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4406900" y="2709934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83344" y="87313"/>
                </a:moveTo>
                <a:cubicBezTo>
                  <a:pt x="107454" y="87313"/>
                  <a:pt x="127000" y="67766"/>
                  <a:pt x="127000" y="43656"/>
                </a:cubicBezTo>
                <a:cubicBezTo>
                  <a:pt x="127000" y="19546"/>
                  <a:pt x="107454" y="0"/>
                  <a:pt x="83344" y="0"/>
                </a:cubicBezTo>
                <a:cubicBezTo>
                  <a:pt x="59234" y="0"/>
                  <a:pt x="39688" y="19546"/>
                  <a:pt x="39688" y="43656"/>
                </a:cubicBezTo>
                <a:cubicBezTo>
                  <a:pt x="39688" y="48295"/>
                  <a:pt x="40407" y="52784"/>
                  <a:pt x="41746" y="56976"/>
                </a:cubicBezTo>
                <a:lnTo>
                  <a:pt x="1736" y="96986"/>
                </a:lnTo>
                <a:cubicBezTo>
                  <a:pt x="620" y="98103"/>
                  <a:pt x="0" y="99616"/>
                  <a:pt x="0" y="101203"/>
                </a:cubicBezTo>
                <a:lnTo>
                  <a:pt x="0" y="121047"/>
                </a:lnTo>
                <a:cubicBezTo>
                  <a:pt x="0" y="124346"/>
                  <a:pt x="2654" y="127000"/>
                  <a:pt x="5953" y="127000"/>
                </a:cubicBezTo>
                <a:lnTo>
                  <a:pt x="25797" y="127000"/>
                </a:lnTo>
                <a:cubicBezTo>
                  <a:pt x="29096" y="127000"/>
                  <a:pt x="31750" y="124346"/>
                  <a:pt x="31750" y="121047"/>
                </a:cubicBezTo>
                <a:lnTo>
                  <a:pt x="31750" y="111125"/>
                </a:lnTo>
                <a:lnTo>
                  <a:pt x="41672" y="111125"/>
                </a:lnTo>
                <a:cubicBezTo>
                  <a:pt x="44971" y="111125"/>
                  <a:pt x="47625" y="108471"/>
                  <a:pt x="47625" y="105172"/>
                </a:cubicBezTo>
                <a:lnTo>
                  <a:pt x="47625" y="95250"/>
                </a:lnTo>
                <a:lnTo>
                  <a:pt x="57547" y="95250"/>
                </a:lnTo>
                <a:cubicBezTo>
                  <a:pt x="59134" y="95250"/>
                  <a:pt x="60647" y="94630"/>
                  <a:pt x="61764" y="93514"/>
                </a:cubicBezTo>
                <a:lnTo>
                  <a:pt x="70024" y="85254"/>
                </a:lnTo>
                <a:cubicBezTo>
                  <a:pt x="74216" y="86593"/>
                  <a:pt x="78705" y="87313"/>
                  <a:pt x="83344" y="87313"/>
                </a:cubicBezTo>
                <a:close/>
                <a:moveTo>
                  <a:pt x="93266" y="23812"/>
                </a:moveTo>
                <a:cubicBezTo>
                  <a:pt x="98742" y="23812"/>
                  <a:pt x="103188" y="28258"/>
                  <a:pt x="103188" y="33734"/>
                </a:cubicBezTo>
                <a:cubicBezTo>
                  <a:pt x="103188" y="39210"/>
                  <a:pt x="98742" y="43656"/>
                  <a:pt x="93266" y="43656"/>
                </a:cubicBezTo>
                <a:cubicBezTo>
                  <a:pt x="87790" y="43656"/>
                  <a:pt x="83344" y="39210"/>
                  <a:pt x="83344" y="33734"/>
                </a:cubicBezTo>
                <a:cubicBezTo>
                  <a:pt x="83344" y="28258"/>
                  <a:pt x="87790" y="23812"/>
                  <a:pt x="93266" y="23812"/>
                </a:cubicBezTo>
                <a:close/>
              </a:path>
            </a:pathLst>
          </a:custGeom>
          <a:solidFill>
            <a:srgbClr val="D08700"/>
          </a:solidFill>
          <a:ln/>
        </p:spPr>
      </p:sp>
      <p:sp>
        <p:nvSpPr>
          <p:cNvPr id="31" name="Text 29"/>
          <p:cNvSpPr/>
          <p:nvPr/>
        </p:nvSpPr>
        <p:spPr>
          <a:xfrm>
            <a:off x="4613275" y="2694059"/>
            <a:ext cx="110331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JWT - Authentication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4406900" y="2932184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124668" y="37356"/>
                </a:moveTo>
                <a:lnTo>
                  <a:pt x="100856" y="61168"/>
                </a:lnTo>
                <a:cubicBezTo>
                  <a:pt x="98574" y="63450"/>
                  <a:pt x="95176" y="64120"/>
                  <a:pt x="92199" y="62880"/>
                </a:cubicBezTo>
                <a:cubicBezTo>
                  <a:pt x="89222" y="61640"/>
                  <a:pt x="87313" y="58762"/>
                  <a:pt x="87313" y="55563"/>
                </a:cubicBezTo>
                <a:lnTo>
                  <a:pt x="87313" y="39688"/>
                </a:lnTo>
                <a:lnTo>
                  <a:pt x="7938" y="39688"/>
                </a:lnTo>
                <a:cubicBezTo>
                  <a:pt x="3547" y="39688"/>
                  <a:pt x="0" y="36140"/>
                  <a:pt x="0" y="31750"/>
                </a:cubicBezTo>
                <a:cubicBezTo>
                  <a:pt x="0" y="27360"/>
                  <a:pt x="3547" y="23812"/>
                  <a:pt x="7938" y="23812"/>
                </a:cubicBezTo>
                <a:lnTo>
                  <a:pt x="87313" y="23812"/>
                </a:lnTo>
                <a:lnTo>
                  <a:pt x="87313" y="7938"/>
                </a:lnTo>
                <a:cubicBezTo>
                  <a:pt x="87313" y="4738"/>
                  <a:pt x="89247" y="1836"/>
                  <a:pt x="92224" y="595"/>
                </a:cubicBezTo>
                <a:cubicBezTo>
                  <a:pt x="95200" y="-645"/>
                  <a:pt x="98599" y="50"/>
                  <a:pt x="100881" y="2307"/>
                </a:cubicBezTo>
                <a:lnTo>
                  <a:pt x="124693" y="26119"/>
                </a:lnTo>
                <a:cubicBezTo>
                  <a:pt x="127794" y="29220"/>
                  <a:pt x="127794" y="34255"/>
                  <a:pt x="124693" y="37356"/>
                </a:cubicBezTo>
                <a:close/>
                <a:moveTo>
                  <a:pt x="26119" y="124668"/>
                </a:moveTo>
                <a:lnTo>
                  <a:pt x="2307" y="100856"/>
                </a:lnTo>
                <a:cubicBezTo>
                  <a:pt x="-794" y="97755"/>
                  <a:pt x="-794" y="92720"/>
                  <a:pt x="2307" y="89619"/>
                </a:cubicBezTo>
                <a:lnTo>
                  <a:pt x="26119" y="65807"/>
                </a:lnTo>
                <a:cubicBezTo>
                  <a:pt x="28401" y="63525"/>
                  <a:pt x="31800" y="62855"/>
                  <a:pt x="34776" y="64095"/>
                </a:cubicBezTo>
                <a:cubicBezTo>
                  <a:pt x="37753" y="65336"/>
                  <a:pt x="39688" y="68238"/>
                  <a:pt x="39688" y="71438"/>
                </a:cubicBezTo>
                <a:lnTo>
                  <a:pt x="39688" y="87313"/>
                </a:lnTo>
                <a:lnTo>
                  <a:pt x="119063" y="87313"/>
                </a:lnTo>
                <a:cubicBezTo>
                  <a:pt x="123453" y="87313"/>
                  <a:pt x="127000" y="90860"/>
                  <a:pt x="127000" y="95250"/>
                </a:cubicBezTo>
                <a:cubicBezTo>
                  <a:pt x="127000" y="99640"/>
                  <a:pt x="123453" y="103188"/>
                  <a:pt x="119063" y="103188"/>
                </a:cubicBezTo>
                <a:lnTo>
                  <a:pt x="39688" y="103188"/>
                </a:lnTo>
                <a:lnTo>
                  <a:pt x="39688" y="119063"/>
                </a:lnTo>
                <a:cubicBezTo>
                  <a:pt x="39688" y="122262"/>
                  <a:pt x="37753" y="125164"/>
                  <a:pt x="34776" y="126405"/>
                </a:cubicBezTo>
                <a:cubicBezTo>
                  <a:pt x="31800" y="127645"/>
                  <a:pt x="28401" y="126950"/>
                  <a:pt x="26119" y="124693"/>
                </a:cubicBezTo>
                <a:close/>
              </a:path>
            </a:pathLst>
          </a:custGeom>
          <a:solidFill>
            <a:srgbClr val="00A63E"/>
          </a:solidFill>
          <a:ln/>
        </p:spPr>
      </p:sp>
      <p:sp>
        <p:nvSpPr>
          <p:cNvPr id="33" name="Text 31"/>
          <p:cNvSpPr/>
          <p:nvPr/>
        </p:nvSpPr>
        <p:spPr>
          <a:xfrm>
            <a:off x="4613275" y="2916309"/>
            <a:ext cx="15160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RESTful API - Communication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8134350" y="1325632"/>
            <a:ext cx="3736975" cy="1911350"/>
          </a:xfrm>
          <a:custGeom>
            <a:avLst/>
            <a:gdLst/>
            <a:ahLst/>
            <a:cxnLst/>
            <a:rect l="l" t="t" r="r" b="b"/>
            <a:pathLst>
              <a:path w="3736975" h="1911350">
                <a:moveTo>
                  <a:pt x="95243" y="0"/>
                </a:moveTo>
                <a:lnTo>
                  <a:pt x="3641732" y="0"/>
                </a:lnTo>
                <a:cubicBezTo>
                  <a:pt x="3694298" y="0"/>
                  <a:pt x="3736975" y="42677"/>
                  <a:pt x="3736975" y="95243"/>
                </a:cubicBezTo>
                <a:lnTo>
                  <a:pt x="3736975" y="1816107"/>
                </a:lnTo>
                <a:cubicBezTo>
                  <a:pt x="3736975" y="1868708"/>
                  <a:pt x="3694333" y="1911350"/>
                  <a:pt x="3641732" y="1911350"/>
                </a:cubicBezTo>
                <a:lnTo>
                  <a:pt x="95243" y="1911350"/>
                </a:lnTo>
                <a:cubicBezTo>
                  <a:pt x="42677" y="1911350"/>
                  <a:pt x="0" y="1868673"/>
                  <a:pt x="0" y="1816107"/>
                </a:cubicBezTo>
                <a:lnTo>
                  <a:pt x="0" y="95243"/>
                </a:lnTo>
                <a:cubicBezTo>
                  <a:pt x="0" y="42642"/>
                  <a:pt x="42642" y="0"/>
                  <a:pt x="95243" y="0"/>
                </a:cubicBezTo>
                <a:close/>
              </a:path>
            </a:pathLst>
          </a:custGeom>
          <a:solidFill>
            <a:srgbClr val="FFFFFF"/>
          </a:solidFill>
          <a:ln w="10160">
            <a:solidFill>
              <a:srgbClr val="F3F4F6"/>
            </a:solidFill>
            <a:prstDash val="solid"/>
          </a:ln>
          <a:effectLst>
            <a:outerShdw blurRad="23813" dist="7938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8296275" y="1487559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95250" y="0"/>
                </a:moveTo>
                <a:lnTo>
                  <a:pt x="285750" y="0"/>
                </a:lnTo>
                <a:cubicBezTo>
                  <a:pt x="338320" y="0"/>
                  <a:pt x="381000" y="42680"/>
                  <a:pt x="381000" y="95250"/>
                </a:cubicBezTo>
                <a:lnTo>
                  <a:pt x="381000" y="285750"/>
                </a:lnTo>
                <a:cubicBezTo>
                  <a:pt x="381000" y="338320"/>
                  <a:pt x="338320" y="381000"/>
                  <a:pt x="285750" y="381000"/>
                </a:cubicBezTo>
                <a:lnTo>
                  <a:pt x="95250" y="381000"/>
                </a:lnTo>
                <a:cubicBezTo>
                  <a:pt x="42680" y="381000"/>
                  <a:pt x="0" y="338320"/>
                  <a:pt x="0" y="285750"/>
                </a:cubicBezTo>
                <a:lnTo>
                  <a:pt x="0" y="95250"/>
                </a:lnTo>
                <a:cubicBezTo>
                  <a:pt x="0" y="42680"/>
                  <a:pt x="42680" y="0"/>
                  <a:pt x="95250" y="0"/>
                </a:cubicBezTo>
                <a:close/>
              </a:path>
            </a:pathLst>
          </a:custGeom>
          <a:solidFill>
            <a:srgbClr val="4F46E5">
              <a:alpha val="10196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8417322" y="1598684"/>
            <a:ext cx="138906" cy="158750"/>
          </a:xfrm>
          <a:custGeom>
            <a:avLst/>
            <a:gdLst/>
            <a:ahLst/>
            <a:cxnLst/>
            <a:rect l="l" t="t" r="r" b="b"/>
            <a:pathLst>
              <a:path w="138906" h="158750">
                <a:moveTo>
                  <a:pt x="138906" y="63810"/>
                </a:moveTo>
                <a:cubicBezTo>
                  <a:pt x="134317" y="66849"/>
                  <a:pt x="129046" y="69298"/>
                  <a:pt x="123558" y="71251"/>
                </a:cubicBezTo>
                <a:cubicBezTo>
                  <a:pt x="108986" y="76460"/>
                  <a:pt x="89855" y="79375"/>
                  <a:pt x="69453" y="79375"/>
                </a:cubicBezTo>
                <a:cubicBezTo>
                  <a:pt x="49051" y="79375"/>
                  <a:pt x="29890" y="76429"/>
                  <a:pt x="15348" y="71251"/>
                </a:cubicBezTo>
                <a:cubicBezTo>
                  <a:pt x="9891" y="69298"/>
                  <a:pt x="4589" y="66849"/>
                  <a:pt x="0" y="63810"/>
                </a:cubicBezTo>
                <a:lnTo>
                  <a:pt x="0" y="89297"/>
                </a:lnTo>
                <a:cubicBezTo>
                  <a:pt x="0" y="103001"/>
                  <a:pt x="31099" y="114102"/>
                  <a:pt x="69453" y="114102"/>
                </a:cubicBezTo>
                <a:cubicBezTo>
                  <a:pt x="107807" y="114102"/>
                  <a:pt x="138906" y="103001"/>
                  <a:pt x="138906" y="89297"/>
                </a:cubicBezTo>
                <a:lnTo>
                  <a:pt x="138906" y="63810"/>
                </a:lnTo>
                <a:close/>
                <a:moveTo>
                  <a:pt x="138906" y="39688"/>
                </a:moveTo>
                <a:lnTo>
                  <a:pt x="138906" y="24805"/>
                </a:lnTo>
                <a:cubicBezTo>
                  <a:pt x="138906" y="11100"/>
                  <a:pt x="107807" y="0"/>
                  <a:pt x="69453" y="0"/>
                </a:cubicBezTo>
                <a:cubicBezTo>
                  <a:pt x="31099" y="0"/>
                  <a:pt x="0" y="11100"/>
                  <a:pt x="0" y="24805"/>
                </a:cubicBezTo>
                <a:lnTo>
                  <a:pt x="0" y="39688"/>
                </a:lnTo>
                <a:cubicBezTo>
                  <a:pt x="0" y="53392"/>
                  <a:pt x="31099" y="64492"/>
                  <a:pt x="69453" y="64492"/>
                </a:cubicBezTo>
                <a:cubicBezTo>
                  <a:pt x="107807" y="64492"/>
                  <a:pt x="138906" y="53392"/>
                  <a:pt x="138906" y="39688"/>
                </a:cubicBezTo>
                <a:close/>
                <a:moveTo>
                  <a:pt x="123558" y="120861"/>
                </a:moveTo>
                <a:cubicBezTo>
                  <a:pt x="109017" y="126039"/>
                  <a:pt x="89886" y="128984"/>
                  <a:pt x="69453" y="128984"/>
                </a:cubicBezTo>
                <a:cubicBezTo>
                  <a:pt x="49020" y="128984"/>
                  <a:pt x="29890" y="126039"/>
                  <a:pt x="15348" y="120861"/>
                </a:cubicBezTo>
                <a:cubicBezTo>
                  <a:pt x="9891" y="118907"/>
                  <a:pt x="4589" y="116458"/>
                  <a:pt x="0" y="113419"/>
                </a:cubicBezTo>
                <a:lnTo>
                  <a:pt x="0" y="133945"/>
                </a:lnTo>
                <a:cubicBezTo>
                  <a:pt x="0" y="147650"/>
                  <a:pt x="31099" y="158750"/>
                  <a:pt x="69453" y="158750"/>
                </a:cubicBezTo>
                <a:cubicBezTo>
                  <a:pt x="107807" y="158750"/>
                  <a:pt x="138906" y="147650"/>
                  <a:pt x="138906" y="133945"/>
                </a:cubicBezTo>
                <a:lnTo>
                  <a:pt x="138906" y="113419"/>
                </a:lnTo>
                <a:cubicBezTo>
                  <a:pt x="134317" y="116458"/>
                  <a:pt x="129046" y="118907"/>
                  <a:pt x="123558" y="120861"/>
                </a:cubicBezTo>
                <a:close/>
              </a:path>
            </a:pathLst>
          </a:custGeom>
          <a:solidFill>
            <a:srgbClr val="4F46E5"/>
          </a:solidFill>
          <a:ln/>
        </p:spPr>
      </p:sp>
      <p:sp>
        <p:nvSpPr>
          <p:cNvPr id="37" name="Text 35"/>
          <p:cNvSpPr/>
          <p:nvPr/>
        </p:nvSpPr>
        <p:spPr>
          <a:xfrm>
            <a:off x="8772525" y="1566934"/>
            <a:ext cx="66675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Database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8296275" y="1995559"/>
            <a:ext cx="346868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6A728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Data Storage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8304213" y="2265434"/>
            <a:ext cx="142875" cy="127000"/>
          </a:xfrm>
          <a:custGeom>
            <a:avLst/>
            <a:gdLst/>
            <a:ahLst/>
            <a:cxnLst/>
            <a:rect l="l" t="t" r="r" b="b"/>
            <a:pathLst>
              <a:path w="142875" h="127000">
                <a:moveTo>
                  <a:pt x="0" y="83344"/>
                </a:moveTo>
                <a:cubicBezTo>
                  <a:pt x="0" y="103063"/>
                  <a:pt x="15999" y="119063"/>
                  <a:pt x="35719" y="119063"/>
                </a:cubicBezTo>
                <a:lnTo>
                  <a:pt x="111125" y="119063"/>
                </a:lnTo>
                <a:cubicBezTo>
                  <a:pt x="128662" y="119063"/>
                  <a:pt x="142875" y="104849"/>
                  <a:pt x="142875" y="87313"/>
                </a:cubicBezTo>
                <a:cubicBezTo>
                  <a:pt x="142875" y="74513"/>
                  <a:pt x="135310" y="63475"/>
                  <a:pt x="124396" y="58465"/>
                </a:cubicBezTo>
                <a:cubicBezTo>
                  <a:pt x="126057" y="55215"/>
                  <a:pt x="127000" y="51519"/>
                  <a:pt x="127000" y="47625"/>
                </a:cubicBezTo>
                <a:cubicBezTo>
                  <a:pt x="127000" y="34479"/>
                  <a:pt x="116334" y="23812"/>
                  <a:pt x="103188" y="23812"/>
                </a:cubicBezTo>
                <a:cubicBezTo>
                  <a:pt x="98797" y="23812"/>
                  <a:pt x="94704" y="25003"/>
                  <a:pt x="91182" y="27062"/>
                </a:cubicBezTo>
                <a:cubicBezTo>
                  <a:pt x="85204" y="15701"/>
                  <a:pt x="73273" y="7938"/>
                  <a:pt x="59531" y="7938"/>
                </a:cubicBezTo>
                <a:cubicBezTo>
                  <a:pt x="39812" y="7938"/>
                  <a:pt x="23813" y="23937"/>
                  <a:pt x="23813" y="43656"/>
                </a:cubicBezTo>
                <a:cubicBezTo>
                  <a:pt x="23813" y="45641"/>
                  <a:pt x="23986" y="47600"/>
                  <a:pt x="24284" y="49485"/>
                </a:cubicBezTo>
                <a:cubicBezTo>
                  <a:pt x="10170" y="54248"/>
                  <a:pt x="0" y="67618"/>
                  <a:pt x="0" y="83344"/>
                </a:cubicBezTo>
                <a:close/>
              </a:path>
            </a:pathLst>
          </a:custGeom>
          <a:solidFill>
            <a:srgbClr val="00C950"/>
          </a:solidFill>
          <a:ln/>
        </p:spPr>
      </p:sp>
      <p:sp>
        <p:nvSpPr>
          <p:cNvPr id="40" name="Text 38"/>
          <p:cNvSpPr/>
          <p:nvPr/>
        </p:nvSpPr>
        <p:spPr>
          <a:xfrm>
            <a:off x="8518525" y="2249559"/>
            <a:ext cx="136525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Supabase - Cloud Platform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8320088" y="2487684"/>
            <a:ext cx="111125" cy="127000"/>
          </a:xfrm>
          <a:custGeom>
            <a:avLst/>
            <a:gdLst/>
            <a:ahLst/>
            <a:cxnLst/>
            <a:rect l="l" t="t" r="r" b="b"/>
            <a:pathLst>
              <a:path w="111125" h="127000">
                <a:moveTo>
                  <a:pt x="63500" y="39688"/>
                </a:moveTo>
                <a:lnTo>
                  <a:pt x="63500" y="63500"/>
                </a:lnTo>
                <a:lnTo>
                  <a:pt x="95250" y="63500"/>
                </a:lnTo>
                <a:lnTo>
                  <a:pt x="95250" y="39688"/>
                </a:lnTo>
                <a:lnTo>
                  <a:pt x="63500" y="39688"/>
                </a:lnTo>
                <a:close/>
                <a:moveTo>
                  <a:pt x="47625" y="39688"/>
                </a:moveTo>
                <a:lnTo>
                  <a:pt x="15875" y="39688"/>
                </a:lnTo>
                <a:lnTo>
                  <a:pt x="15875" y="63500"/>
                </a:lnTo>
                <a:lnTo>
                  <a:pt x="47625" y="63500"/>
                </a:lnTo>
                <a:lnTo>
                  <a:pt x="47625" y="39688"/>
                </a:lnTo>
                <a:close/>
                <a:moveTo>
                  <a:pt x="0" y="79375"/>
                </a:moveTo>
                <a:lnTo>
                  <a:pt x="0" y="23812"/>
                </a:lnTo>
                <a:cubicBezTo>
                  <a:pt x="0" y="15056"/>
                  <a:pt x="7119" y="7938"/>
                  <a:pt x="15875" y="7938"/>
                </a:cubicBezTo>
                <a:lnTo>
                  <a:pt x="95250" y="7938"/>
                </a:lnTo>
                <a:cubicBezTo>
                  <a:pt x="104006" y="7938"/>
                  <a:pt x="111125" y="15056"/>
                  <a:pt x="111125" y="23812"/>
                </a:cubicBezTo>
                <a:lnTo>
                  <a:pt x="111125" y="103188"/>
                </a:lnTo>
                <a:cubicBezTo>
                  <a:pt x="111125" y="111944"/>
                  <a:pt x="104006" y="119063"/>
                  <a:pt x="95250" y="119063"/>
                </a:cubicBezTo>
                <a:lnTo>
                  <a:pt x="15875" y="119063"/>
                </a:lnTo>
                <a:cubicBezTo>
                  <a:pt x="7119" y="119063"/>
                  <a:pt x="0" y="111944"/>
                  <a:pt x="0" y="103188"/>
                </a:cubicBezTo>
                <a:lnTo>
                  <a:pt x="0" y="79375"/>
                </a:lnTo>
                <a:close/>
                <a:moveTo>
                  <a:pt x="95250" y="79375"/>
                </a:moveTo>
                <a:lnTo>
                  <a:pt x="63500" y="79375"/>
                </a:lnTo>
                <a:lnTo>
                  <a:pt x="63500" y="103188"/>
                </a:lnTo>
                <a:lnTo>
                  <a:pt x="95250" y="103188"/>
                </a:lnTo>
                <a:lnTo>
                  <a:pt x="95250" y="79375"/>
                </a:lnTo>
                <a:close/>
                <a:moveTo>
                  <a:pt x="47625" y="103188"/>
                </a:moveTo>
                <a:lnTo>
                  <a:pt x="47625" y="79375"/>
                </a:lnTo>
                <a:lnTo>
                  <a:pt x="15875" y="79375"/>
                </a:lnTo>
                <a:lnTo>
                  <a:pt x="15875" y="103188"/>
                </a:lnTo>
                <a:lnTo>
                  <a:pt x="47625" y="103188"/>
                </a:lnTo>
                <a:close/>
              </a:path>
            </a:pathLst>
          </a:custGeom>
          <a:solidFill>
            <a:srgbClr val="2B7FFF"/>
          </a:solidFill>
          <a:ln/>
        </p:spPr>
      </p:sp>
      <p:sp>
        <p:nvSpPr>
          <p:cNvPr id="42" name="Text 40"/>
          <p:cNvSpPr/>
          <p:nvPr/>
        </p:nvSpPr>
        <p:spPr>
          <a:xfrm>
            <a:off x="8518525" y="2471809"/>
            <a:ext cx="13890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PostgreSQL - Relational DB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8312150" y="2709934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16346" y="56679"/>
                </a:moveTo>
                <a:cubicBezTo>
                  <a:pt x="19645" y="33610"/>
                  <a:pt x="39514" y="15875"/>
                  <a:pt x="63500" y="15875"/>
                </a:cubicBezTo>
                <a:cubicBezTo>
                  <a:pt x="76646" y="15875"/>
                  <a:pt x="88553" y="21208"/>
                  <a:pt x="97185" y="29815"/>
                </a:cubicBezTo>
                <a:cubicBezTo>
                  <a:pt x="97234" y="29865"/>
                  <a:pt x="97284" y="29914"/>
                  <a:pt x="97334" y="29964"/>
                </a:cubicBezTo>
                <a:lnTo>
                  <a:pt x="99219" y="31750"/>
                </a:lnTo>
                <a:lnTo>
                  <a:pt x="87337" y="31750"/>
                </a:lnTo>
                <a:cubicBezTo>
                  <a:pt x="82947" y="31750"/>
                  <a:pt x="79400" y="35297"/>
                  <a:pt x="79400" y="39688"/>
                </a:cubicBezTo>
                <a:cubicBezTo>
                  <a:pt x="79400" y="44078"/>
                  <a:pt x="82947" y="47625"/>
                  <a:pt x="87337" y="47625"/>
                </a:cubicBezTo>
                <a:lnTo>
                  <a:pt x="119087" y="47625"/>
                </a:lnTo>
                <a:cubicBezTo>
                  <a:pt x="123478" y="47625"/>
                  <a:pt x="127025" y="44078"/>
                  <a:pt x="127025" y="39688"/>
                </a:cubicBezTo>
                <a:lnTo>
                  <a:pt x="127025" y="7938"/>
                </a:lnTo>
                <a:cubicBezTo>
                  <a:pt x="127025" y="3547"/>
                  <a:pt x="123478" y="0"/>
                  <a:pt x="119087" y="0"/>
                </a:cubicBezTo>
                <a:cubicBezTo>
                  <a:pt x="114697" y="0"/>
                  <a:pt x="111150" y="3547"/>
                  <a:pt x="111150" y="7938"/>
                </a:cubicBezTo>
                <a:lnTo>
                  <a:pt x="111150" y="21183"/>
                </a:lnTo>
                <a:lnTo>
                  <a:pt x="108347" y="18529"/>
                </a:lnTo>
                <a:cubicBezTo>
                  <a:pt x="96862" y="7094"/>
                  <a:pt x="80987" y="0"/>
                  <a:pt x="63500" y="0"/>
                </a:cubicBezTo>
                <a:cubicBezTo>
                  <a:pt x="31502" y="0"/>
                  <a:pt x="5035" y="23664"/>
                  <a:pt x="645" y="54446"/>
                </a:cubicBezTo>
                <a:cubicBezTo>
                  <a:pt x="25" y="58787"/>
                  <a:pt x="3026" y="62805"/>
                  <a:pt x="7367" y="63426"/>
                </a:cubicBezTo>
                <a:cubicBezTo>
                  <a:pt x="11708" y="64046"/>
                  <a:pt x="15726" y="61020"/>
                  <a:pt x="16346" y="56704"/>
                </a:cubicBezTo>
                <a:close/>
                <a:moveTo>
                  <a:pt x="126355" y="72554"/>
                </a:moveTo>
                <a:cubicBezTo>
                  <a:pt x="126975" y="68213"/>
                  <a:pt x="123949" y="64195"/>
                  <a:pt x="119633" y="63574"/>
                </a:cubicBezTo>
                <a:cubicBezTo>
                  <a:pt x="115317" y="62954"/>
                  <a:pt x="111274" y="65980"/>
                  <a:pt x="110654" y="70296"/>
                </a:cubicBezTo>
                <a:cubicBezTo>
                  <a:pt x="107355" y="93365"/>
                  <a:pt x="87486" y="111100"/>
                  <a:pt x="63500" y="111100"/>
                </a:cubicBezTo>
                <a:cubicBezTo>
                  <a:pt x="50354" y="111100"/>
                  <a:pt x="38447" y="105767"/>
                  <a:pt x="29815" y="97160"/>
                </a:cubicBezTo>
                <a:cubicBezTo>
                  <a:pt x="29766" y="97110"/>
                  <a:pt x="29716" y="97061"/>
                  <a:pt x="29666" y="97011"/>
                </a:cubicBezTo>
                <a:lnTo>
                  <a:pt x="27781" y="95225"/>
                </a:lnTo>
                <a:lnTo>
                  <a:pt x="39663" y="95225"/>
                </a:lnTo>
                <a:cubicBezTo>
                  <a:pt x="44053" y="95225"/>
                  <a:pt x="47600" y="91678"/>
                  <a:pt x="47600" y="87288"/>
                </a:cubicBezTo>
                <a:cubicBezTo>
                  <a:pt x="47600" y="82897"/>
                  <a:pt x="44053" y="79350"/>
                  <a:pt x="39663" y="79350"/>
                </a:cubicBezTo>
                <a:lnTo>
                  <a:pt x="7938" y="79375"/>
                </a:lnTo>
                <a:cubicBezTo>
                  <a:pt x="5829" y="79375"/>
                  <a:pt x="3795" y="80218"/>
                  <a:pt x="2307" y="81731"/>
                </a:cubicBezTo>
                <a:cubicBezTo>
                  <a:pt x="819" y="83245"/>
                  <a:pt x="-25" y="85254"/>
                  <a:pt x="0" y="87387"/>
                </a:cubicBezTo>
                <a:lnTo>
                  <a:pt x="248" y="118889"/>
                </a:lnTo>
                <a:cubicBezTo>
                  <a:pt x="273" y="123279"/>
                  <a:pt x="3870" y="126802"/>
                  <a:pt x="8260" y="126752"/>
                </a:cubicBezTo>
                <a:cubicBezTo>
                  <a:pt x="12650" y="126702"/>
                  <a:pt x="16173" y="123130"/>
                  <a:pt x="16123" y="118740"/>
                </a:cubicBezTo>
                <a:lnTo>
                  <a:pt x="16024" y="105966"/>
                </a:lnTo>
                <a:lnTo>
                  <a:pt x="18678" y="108471"/>
                </a:lnTo>
                <a:cubicBezTo>
                  <a:pt x="30163" y="119906"/>
                  <a:pt x="46013" y="127000"/>
                  <a:pt x="63500" y="127000"/>
                </a:cubicBezTo>
                <a:cubicBezTo>
                  <a:pt x="95498" y="127000"/>
                  <a:pt x="121965" y="103336"/>
                  <a:pt x="126355" y="72554"/>
                </a:cubicBezTo>
                <a:close/>
              </a:path>
            </a:pathLst>
          </a:custGeom>
          <a:solidFill>
            <a:srgbClr val="AD46FF"/>
          </a:solidFill>
          <a:ln/>
        </p:spPr>
      </p:sp>
      <p:sp>
        <p:nvSpPr>
          <p:cNvPr id="44" name="Text 42"/>
          <p:cNvSpPr/>
          <p:nvPr/>
        </p:nvSpPr>
        <p:spPr>
          <a:xfrm>
            <a:off x="8518525" y="2694059"/>
            <a:ext cx="104775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Real-time Data Sync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323850" y="3402083"/>
            <a:ext cx="3736975" cy="1911350"/>
          </a:xfrm>
          <a:custGeom>
            <a:avLst/>
            <a:gdLst/>
            <a:ahLst/>
            <a:cxnLst/>
            <a:rect l="l" t="t" r="r" b="b"/>
            <a:pathLst>
              <a:path w="3736975" h="1911350">
                <a:moveTo>
                  <a:pt x="95243" y="0"/>
                </a:moveTo>
                <a:lnTo>
                  <a:pt x="3641732" y="0"/>
                </a:lnTo>
                <a:cubicBezTo>
                  <a:pt x="3694298" y="0"/>
                  <a:pt x="3736975" y="42677"/>
                  <a:pt x="3736975" y="95243"/>
                </a:cubicBezTo>
                <a:lnTo>
                  <a:pt x="3736975" y="1816107"/>
                </a:lnTo>
                <a:cubicBezTo>
                  <a:pt x="3736975" y="1868708"/>
                  <a:pt x="3694333" y="1911350"/>
                  <a:pt x="3641732" y="1911350"/>
                </a:cubicBezTo>
                <a:lnTo>
                  <a:pt x="95243" y="1911350"/>
                </a:lnTo>
                <a:cubicBezTo>
                  <a:pt x="42677" y="1911350"/>
                  <a:pt x="0" y="1868673"/>
                  <a:pt x="0" y="1816107"/>
                </a:cubicBezTo>
                <a:lnTo>
                  <a:pt x="0" y="95243"/>
                </a:lnTo>
                <a:cubicBezTo>
                  <a:pt x="0" y="42642"/>
                  <a:pt x="42642" y="0"/>
                  <a:pt x="95243" y="0"/>
                </a:cubicBezTo>
                <a:close/>
              </a:path>
            </a:pathLst>
          </a:custGeom>
          <a:solidFill>
            <a:srgbClr val="FFFFFF"/>
          </a:solidFill>
          <a:ln w="10160">
            <a:solidFill>
              <a:srgbClr val="F3F4F6"/>
            </a:solidFill>
            <a:prstDash val="solid"/>
          </a:ln>
          <a:effectLst>
            <a:outerShdw blurRad="23813" dist="7938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485775" y="3564006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95250" y="0"/>
                </a:moveTo>
                <a:lnTo>
                  <a:pt x="285750" y="0"/>
                </a:lnTo>
                <a:cubicBezTo>
                  <a:pt x="338320" y="0"/>
                  <a:pt x="381000" y="42680"/>
                  <a:pt x="381000" y="95250"/>
                </a:cubicBezTo>
                <a:lnTo>
                  <a:pt x="381000" y="285750"/>
                </a:lnTo>
                <a:cubicBezTo>
                  <a:pt x="381000" y="338320"/>
                  <a:pt x="338320" y="381000"/>
                  <a:pt x="285750" y="381000"/>
                </a:cubicBezTo>
                <a:lnTo>
                  <a:pt x="95250" y="381000"/>
                </a:lnTo>
                <a:cubicBezTo>
                  <a:pt x="42680" y="381000"/>
                  <a:pt x="0" y="338320"/>
                  <a:pt x="0" y="285750"/>
                </a:cubicBezTo>
                <a:lnTo>
                  <a:pt x="0" y="95250"/>
                </a:lnTo>
                <a:cubicBezTo>
                  <a:pt x="0" y="42680"/>
                  <a:pt x="42680" y="0"/>
                  <a:pt x="95250" y="0"/>
                </a:cubicBezTo>
                <a:close/>
              </a:path>
            </a:pathLst>
          </a:custGeom>
          <a:solidFill>
            <a:srgbClr val="AD46FF">
              <a:alpha val="10196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596900" y="3675131"/>
            <a:ext cx="158750" cy="158750"/>
          </a:xfrm>
          <a:custGeom>
            <a:avLst/>
            <a:gdLst/>
            <a:ahLst/>
            <a:cxnLst/>
            <a:rect l="l" t="t" r="r" b="b"/>
            <a:pathLst>
              <a:path w="158750" h="158750">
                <a:moveTo>
                  <a:pt x="37207" y="17363"/>
                </a:moveTo>
                <a:cubicBezTo>
                  <a:pt x="37207" y="7782"/>
                  <a:pt x="44990" y="0"/>
                  <a:pt x="54570" y="0"/>
                </a:cubicBezTo>
                <a:lnTo>
                  <a:pt x="62012" y="0"/>
                </a:lnTo>
                <a:cubicBezTo>
                  <a:pt x="67500" y="0"/>
                  <a:pt x="71934" y="4434"/>
                  <a:pt x="71934" y="9922"/>
                </a:cubicBezTo>
                <a:lnTo>
                  <a:pt x="71934" y="148828"/>
                </a:lnTo>
                <a:cubicBezTo>
                  <a:pt x="71934" y="154316"/>
                  <a:pt x="67500" y="158750"/>
                  <a:pt x="62012" y="158750"/>
                </a:cubicBezTo>
                <a:lnTo>
                  <a:pt x="52090" y="158750"/>
                </a:lnTo>
                <a:cubicBezTo>
                  <a:pt x="42850" y="158750"/>
                  <a:pt x="35068" y="152425"/>
                  <a:pt x="32866" y="143867"/>
                </a:cubicBezTo>
                <a:cubicBezTo>
                  <a:pt x="32649" y="143867"/>
                  <a:pt x="32463" y="143867"/>
                  <a:pt x="32246" y="143867"/>
                </a:cubicBezTo>
                <a:cubicBezTo>
                  <a:pt x="18542" y="143867"/>
                  <a:pt x="7441" y="132767"/>
                  <a:pt x="7441" y="119062"/>
                </a:cubicBezTo>
                <a:cubicBezTo>
                  <a:pt x="7441" y="113481"/>
                  <a:pt x="9302" y="108334"/>
                  <a:pt x="12402" y="104180"/>
                </a:cubicBezTo>
                <a:cubicBezTo>
                  <a:pt x="6387" y="99653"/>
                  <a:pt x="2480" y="92459"/>
                  <a:pt x="2480" y="84336"/>
                </a:cubicBezTo>
                <a:cubicBezTo>
                  <a:pt x="2480" y="74755"/>
                  <a:pt x="7938" y="66415"/>
                  <a:pt x="15875" y="62291"/>
                </a:cubicBezTo>
                <a:cubicBezTo>
                  <a:pt x="13674" y="58570"/>
                  <a:pt x="12402" y="54229"/>
                  <a:pt x="12402" y="49609"/>
                </a:cubicBezTo>
                <a:cubicBezTo>
                  <a:pt x="12402" y="35905"/>
                  <a:pt x="23502" y="24805"/>
                  <a:pt x="37207" y="24805"/>
                </a:cubicBezTo>
                <a:lnTo>
                  <a:pt x="37207" y="17363"/>
                </a:lnTo>
                <a:close/>
                <a:moveTo>
                  <a:pt x="121543" y="17363"/>
                </a:moveTo>
                <a:lnTo>
                  <a:pt x="121543" y="24805"/>
                </a:lnTo>
                <a:cubicBezTo>
                  <a:pt x="135248" y="24805"/>
                  <a:pt x="146348" y="35905"/>
                  <a:pt x="146348" y="49609"/>
                </a:cubicBezTo>
                <a:cubicBezTo>
                  <a:pt x="146348" y="54260"/>
                  <a:pt x="145076" y="58601"/>
                  <a:pt x="142875" y="62291"/>
                </a:cubicBezTo>
                <a:cubicBezTo>
                  <a:pt x="150844" y="66415"/>
                  <a:pt x="156270" y="74724"/>
                  <a:pt x="156270" y="84336"/>
                </a:cubicBezTo>
                <a:cubicBezTo>
                  <a:pt x="156270" y="92459"/>
                  <a:pt x="152363" y="99653"/>
                  <a:pt x="146348" y="104180"/>
                </a:cubicBezTo>
                <a:cubicBezTo>
                  <a:pt x="149448" y="108334"/>
                  <a:pt x="151309" y="113481"/>
                  <a:pt x="151309" y="119062"/>
                </a:cubicBezTo>
                <a:cubicBezTo>
                  <a:pt x="151309" y="132767"/>
                  <a:pt x="140208" y="143867"/>
                  <a:pt x="126504" y="143867"/>
                </a:cubicBezTo>
                <a:cubicBezTo>
                  <a:pt x="126287" y="143867"/>
                  <a:pt x="126101" y="143867"/>
                  <a:pt x="125884" y="143867"/>
                </a:cubicBezTo>
                <a:cubicBezTo>
                  <a:pt x="123682" y="152425"/>
                  <a:pt x="115900" y="158750"/>
                  <a:pt x="106660" y="158750"/>
                </a:cubicBezTo>
                <a:lnTo>
                  <a:pt x="96738" y="158750"/>
                </a:lnTo>
                <a:cubicBezTo>
                  <a:pt x="91250" y="158750"/>
                  <a:pt x="86816" y="154316"/>
                  <a:pt x="86816" y="148828"/>
                </a:cubicBezTo>
                <a:lnTo>
                  <a:pt x="86816" y="9922"/>
                </a:lnTo>
                <a:cubicBezTo>
                  <a:pt x="86816" y="4434"/>
                  <a:pt x="91250" y="0"/>
                  <a:pt x="96738" y="0"/>
                </a:cubicBezTo>
                <a:lnTo>
                  <a:pt x="104180" y="0"/>
                </a:lnTo>
                <a:cubicBezTo>
                  <a:pt x="113760" y="0"/>
                  <a:pt x="121543" y="7782"/>
                  <a:pt x="121543" y="17363"/>
                </a:cubicBezTo>
                <a:close/>
              </a:path>
            </a:pathLst>
          </a:custGeom>
          <a:solidFill>
            <a:srgbClr val="AD46FF"/>
          </a:solidFill>
          <a:ln/>
        </p:spPr>
      </p:sp>
      <p:sp>
        <p:nvSpPr>
          <p:cNvPr id="48" name="Text 46"/>
          <p:cNvSpPr/>
          <p:nvPr/>
        </p:nvSpPr>
        <p:spPr>
          <a:xfrm>
            <a:off x="962025" y="3643381"/>
            <a:ext cx="57150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AI &amp; ML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485775" y="4072006"/>
            <a:ext cx="346868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6A728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Intelligence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501650" y="4341881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55637" y="-620"/>
                </a:moveTo>
                <a:cubicBezTo>
                  <a:pt x="60548" y="-3448"/>
                  <a:pt x="66601" y="-3448"/>
                  <a:pt x="71512" y="-620"/>
                </a:cubicBezTo>
                <a:lnTo>
                  <a:pt x="115143" y="24557"/>
                </a:lnTo>
                <a:cubicBezTo>
                  <a:pt x="120055" y="27384"/>
                  <a:pt x="123081" y="32643"/>
                  <a:pt x="123081" y="38298"/>
                </a:cubicBezTo>
                <a:lnTo>
                  <a:pt x="123081" y="88652"/>
                </a:lnTo>
                <a:cubicBezTo>
                  <a:pt x="123081" y="94332"/>
                  <a:pt x="120055" y="99566"/>
                  <a:pt x="115143" y="102394"/>
                </a:cubicBezTo>
                <a:lnTo>
                  <a:pt x="71512" y="127620"/>
                </a:lnTo>
                <a:cubicBezTo>
                  <a:pt x="66601" y="130448"/>
                  <a:pt x="60548" y="130448"/>
                  <a:pt x="55637" y="127620"/>
                </a:cubicBezTo>
                <a:lnTo>
                  <a:pt x="12030" y="102443"/>
                </a:lnTo>
                <a:cubicBezTo>
                  <a:pt x="7119" y="99616"/>
                  <a:pt x="4093" y="94357"/>
                  <a:pt x="4093" y="88702"/>
                </a:cubicBezTo>
                <a:lnTo>
                  <a:pt x="4093" y="38348"/>
                </a:lnTo>
                <a:cubicBezTo>
                  <a:pt x="4093" y="32668"/>
                  <a:pt x="7119" y="27434"/>
                  <a:pt x="12030" y="24606"/>
                </a:cubicBezTo>
                <a:lnTo>
                  <a:pt x="55637" y="-620"/>
                </a:lnTo>
                <a:close/>
                <a:moveTo>
                  <a:pt x="107181" y="88677"/>
                </a:moveTo>
                <a:lnTo>
                  <a:pt x="107181" y="47476"/>
                </a:lnTo>
                <a:lnTo>
                  <a:pt x="71512" y="68064"/>
                </a:lnTo>
                <a:lnTo>
                  <a:pt x="71512" y="109265"/>
                </a:lnTo>
                <a:lnTo>
                  <a:pt x="107181" y="88677"/>
                </a:lnTo>
                <a:close/>
              </a:path>
            </a:pathLst>
          </a:custGeom>
          <a:solidFill>
            <a:srgbClr val="155DFC"/>
          </a:solidFill>
          <a:ln/>
        </p:spPr>
      </p:sp>
      <p:sp>
        <p:nvSpPr>
          <p:cNvPr id="51" name="Text 49"/>
          <p:cNvSpPr/>
          <p:nvPr/>
        </p:nvSpPr>
        <p:spPr>
          <a:xfrm>
            <a:off x="708025" y="4326006"/>
            <a:ext cx="139700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Pandas - Data Manipulation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517525" y="4564131"/>
            <a:ext cx="95250" cy="127000"/>
          </a:xfrm>
          <a:custGeom>
            <a:avLst/>
            <a:gdLst/>
            <a:ahLst/>
            <a:cxnLst/>
            <a:rect l="l" t="t" r="r" b="b"/>
            <a:pathLst>
              <a:path w="95250" h="127000">
                <a:moveTo>
                  <a:pt x="15875" y="0"/>
                </a:moveTo>
                <a:cubicBezTo>
                  <a:pt x="7119" y="0"/>
                  <a:pt x="0" y="7119"/>
                  <a:pt x="0" y="15875"/>
                </a:cubicBezTo>
                <a:lnTo>
                  <a:pt x="0" y="111125"/>
                </a:lnTo>
                <a:cubicBezTo>
                  <a:pt x="0" y="119881"/>
                  <a:pt x="7119" y="127000"/>
                  <a:pt x="15875" y="127000"/>
                </a:cubicBezTo>
                <a:lnTo>
                  <a:pt x="79375" y="127000"/>
                </a:lnTo>
                <a:cubicBezTo>
                  <a:pt x="88131" y="127000"/>
                  <a:pt x="95250" y="119881"/>
                  <a:pt x="95250" y="111125"/>
                </a:cubicBezTo>
                <a:lnTo>
                  <a:pt x="95250" y="15875"/>
                </a:lnTo>
                <a:cubicBezTo>
                  <a:pt x="95250" y="7119"/>
                  <a:pt x="88131" y="0"/>
                  <a:pt x="79375" y="0"/>
                </a:cubicBezTo>
                <a:lnTo>
                  <a:pt x="15875" y="0"/>
                </a:lnTo>
                <a:close/>
                <a:moveTo>
                  <a:pt x="23812" y="15875"/>
                </a:moveTo>
                <a:lnTo>
                  <a:pt x="71438" y="15875"/>
                </a:lnTo>
                <a:cubicBezTo>
                  <a:pt x="75828" y="15875"/>
                  <a:pt x="79375" y="19422"/>
                  <a:pt x="79375" y="23812"/>
                </a:cubicBezTo>
                <a:lnTo>
                  <a:pt x="79375" y="31750"/>
                </a:lnTo>
                <a:cubicBezTo>
                  <a:pt x="79375" y="36140"/>
                  <a:pt x="75828" y="39688"/>
                  <a:pt x="71438" y="39688"/>
                </a:cubicBezTo>
                <a:lnTo>
                  <a:pt x="23812" y="39688"/>
                </a:lnTo>
                <a:cubicBezTo>
                  <a:pt x="19422" y="39688"/>
                  <a:pt x="15875" y="36140"/>
                  <a:pt x="15875" y="31750"/>
                </a:cubicBezTo>
                <a:lnTo>
                  <a:pt x="15875" y="23812"/>
                </a:lnTo>
                <a:cubicBezTo>
                  <a:pt x="15875" y="19422"/>
                  <a:pt x="19422" y="15875"/>
                  <a:pt x="23812" y="15875"/>
                </a:cubicBezTo>
                <a:close/>
                <a:moveTo>
                  <a:pt x="27781" y="57547"/>
                </a:moveTo>
                <a:cubicBezTo>
                  <a:pt x="27781" y="60832"/>
                  <a:pt x="25114" y="63500"/>
                  <a:pt x="21828" y="63500"/>
                </a:cubicBezTo>
                <a:cubicBezTo>
                  <a:pt x="18543" y="63500"/>
                  <a:pt x="15875" y="60832"/>
                  <a:pt x="15875" y="57547"/>
                </a:cubicBezTo>
                <a:cubicBezTo>
                  <a:pt x="15875" y="54261"/>
                  <a:pt x="18543" y="51594"/>
                  <a:pt x="21828" y="51594"/>
                </a:cubicBezTo>
                <a:cubicBezTo>
                  <a:pt x="25114" y="51594"/>
                  <a:pt x="27781" y="54261"/>
                  <a:pt x="27781" y="57547"/>
                </a:cubicBezTo>
                <a:close/>
                <a:moveTo>
                  <a:pt x="47625" y="63500"/>
                </a:moveTo>
                <a:cubicBezTo>
                  <a:pt x="44339" y="63500"/>
                  <a:pt x="41672" y="60832"/>
                  <a:pt x="41672" y="57547"/>
                </a:cubicBezTo>
                <a:cubicBezTo>
                  <a:pt x="41672" y="54261"/>
                  <a:pt x="44339" y="51594"/>
                  <a:pt x="47625" y="51594"/>
                </a:cubicBezTo>
                <a:cubicBezTo>
                  <a:pt x="50911" y="51594"/>
                  <a:pt x="53578" y="54261"/>
                  <a:pt x="53578" y="57547"/>
                </a:cubicBezTo>
                <a:cubicBezTo>
                  <a:pt x="53578" y="60832"/>
                  <a:pt x="50911" y="63500"/>
                  <a:pt x="47625" y="63500"/>
                </a:cubicBezTo>
                <a:close/>
                <a:moveTo>
                  <a:pt x="79375" y="57547"/>
                </a:moveTo>
                <a:cubicBezTo>
                  <a:pt x="79375" y="60832"/>
                  <a:pt x="76707" y="63500"/>
                  <a:pt x="73422" y="63500"/>
                </a:cubicBezTo>
                <a:cubicBezTo>
                  <a:pt x="70136" y="63500"/>
                  <a:pt x="67469" y="60832"/>
                  <a:pt x="67469" y="57547"/>
                </a:cubicBezTo>
                <a:cubicBezTo>
                  <a:pt x="67469" y="54261"/>
                  <a:pt x="70136" y="51594"/>
                  <a:pt x="73422" y="51594"/>
                </a:cubicBezTo>
                <a:cubicBezTo>
                  <a:pt x="76707" y="51594"/>
                  <a:pt x="79375" y="54261"/>
                  <a:pt x="79375" y="57547"/>
                </a:cubicBezTo>
                <a:close/>
                <a:moveTo>
                  <a:pt x="21828" y="87313"/>
                </a:moveTo>
                <a:cubicBezTo>
                  <a:pt x="18543" y="87313"/>
                  <a:pt x="15875" y="84645"/>
                  <a:pt x="15875" y="81359"/>
                </a:cubicBezTo>
                <a:cubicBezTo>
                  <a:pt x="15875" y="78074"/>
                  <a:pt x="18543" y="75406"/>
                  <a:pt x="21828" y="75406"/>
                </a:cubicBezTo>
                <a:cubicBezTo>
                  <a:pt x="25114" y="75406"/>
                  <a:pt x="27781" y="78074"/>
                  <a:pt x="27781" y="81359"/>
                </a:cubicBezTo>
                <a:cubicBezTo>
                  <a:pt x="27781" y="84645"/>
                  <a:pt x="25114" y="87313"/>
                  <a:pt x="21828" y="87313"/>
                </a:cubicBezTo>
                <a:close/>
                <a:moveTo>
                  <a:pt x="53578" y="81359"/>
                </a:moveTo>
                <a:cubicBezTo>
                  <a:pt x="53578" y="84645"/>
                  <a:pt x="50911" y="87313"/>
                  <a:pt x="47625" y="87313"/>
                </a:cubicBezTo>
                <a:cubicBezTo>
                  <a:pt x="44339" y="87313"/>
                  <a:pt x="41672" y="84645"/>
                  <a:pt x="41672" y="81359"/>
                </a:cubicBezTo>
                <a:cubicBezTo>
                  <a:pt x="41672" y="78074"/>
                  <a:pt x="44339" y="75406"/>
                  <a:pt x="47625" y="75406"/>
                </a:cubicBezTo>
                <a:cubicBezTo>
                  <a:pt x="50911" y="75406"/>
                  <a:pt x="53578" y="78074"/>
                  <a:pt x="53578" y="81359"/>
                </a:cubicBezTo>
                <a:close/>
                <a:moveTo>
                  <a:pt x="73422" y="87313"/>
                </a:moveTo>
                <a:cubicBezTo>
                  <a:pt x="70136" y="87313"/>
                  <a:pt x="67469" y="84645"/>
                  <a:pt x="67469" y="81359"/>
                </a:cubicBezTo>
                <a:cubicBezTo>
                  <a:pt x="67469" y="78074"/>
                  <a:pt x="70136" y="75406"/>
                  <a:pt x="73422" y="75406"/>
                </a:cubicBezTo>
                <a:cubicBezTo>
                  <a:pt x="76707" y="75406"/>
                  <a:pt x="79375" y="78074"/>
                  <a:pt x="79375" y="81359"/>
                </a:cubicBezTo>
                <a:cubicBezTo>
                  <a:pt x="79375" y="84645"/>
                  <a:pt x="76707" y="87313"/>
                  <a:pt x="73422" y="87313"/>
                </a:cubicBezTo>
                <a:close/>
                <a:moveTo>
                  <a:pt x="15875" y="105172"/>
                </a:moveTo>
                <a:cubicBezTo>
                  <a:pt x="15875" y="101873"/>
                  <a:pt x="18529" y="99219"/>
                  <a:pt x="21828" y="99219"/>
                </a:cubicBezTo>
                <a:lnTo>
                  <a:pt x="49609" y="99219"/>
                </a:lnTo>
                <a:cubicBezTo>
                  <a:pt x="52908" y="99219"/>
                  <a:pt x="55563" y="101873"/>
                  <a:pt x="55563" y="105172"/>
                </a:cubicBezTo>
                <a:cubicBezTo>
                  <a:pt x="55563" y="108471"/>
                  <a:pt x="52908" y="111125"/>
                  <a:pt x="49609" y="111125"/>
                </a:cubicBezTo>
                <a:lnTo>
                  <a:pt x="21828" y="111125"/>
                </a:lnTo>
                <a:cubicBezTo>
                  <a:pt x="18529" y="111125"/>
                  <a:pt x="15875" y="108471"/>
                  <a:pt x="15875" y="105172"/>
                </a:cubicBezTo>
                <a:close/>
                <a:moveTo>
                  <a:pt x="73422" y="99219"/>
                </a:moveTo>
                <a:cubicBezTo>
                  <a:pt x="76721" y="99219"/>
                  <a:pt x="79375" y="101873"/>
                  <a:pt x="79375" y="105172"/>
                </a:cubicBezTo>
                <a:cubicBezTo>
                  <a:pt x="79375" y="108471"/>
                  <a:pt x="76721" y="111125"/>
                  <a:pt x="73422" y="111125"/>
                </a:cubicBezTo>
                <a:cubicBezTo>
                  <a:pt x="70123" y="111125"/>
                  <a:pt x="67469" y="108471"/>
                  <a:pt x="67469" y="105172"/>
                </a:cubicBezTo>
                <a:cubicBezTo>
                  <a:pt x="67469" y="101873"/>
                  <a:pt x="70123" y="99219"/>
                  <a:pt x="73422" y="99219"/>
                </a:cubicBezTo>
                <a:close/>
              </a:path>
            </a:pathLst>
          </a:custGeom>
          <a:solidFill>
            <a:srgbClr val="FF6900"/>
          </a:solidFill>
          <a:ln/>
        </p:spPr>
      </p:sp>
      <p:sp>
        <p:nvSpPr>
          <p:cNvPr id="53" name="Text 51"/>
          <p:cNvSpPr/>
          <p:nvPr/>
        </p:nvSpPr>
        <p:spPr>
          <a:xfrm>
            <a:off x="708025" y="4548256"/>
            <a:ext cx="15795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NumPy - Numerical Computing</a:t>
            </a:r>
            <a:endParaRPr lang="en-US" sz="1600" dirty="0"/>
          </a:p>
        </p:txBody>
      </p:sp>
      <p:sp>
        <p:nvSpPr>
          <p:cNvPr id="54" name="Shape 52"/>
          <p:cNvSpPr/>
          <p:nvPr/>
        </p:nvSpPr>
        <p:spPr>
          <a:xfrm>
            <a:off x="485775" y="4786381"/>
            <a:ext cx="158750" cy="127000"/>
          </a:xfrm>
          <a:custGeom>
            <a:avLst/>
            <a:gdLst/>
            <a:ahLst/>
            <a:cxnLst/>
            <a:rect l="l" t="t" r="r" b="b"/>
            <a:pathLst>
              <a:path w="158750" h="127000">
                <a:moveTo>
                  <a:pt x="87313" y="0"/>
                </a:moveTo>
                <a:cubicBezTo>
                  <a:pt x="87313" y="-4390"/>
                  <a:pt x="83765" y="-7937"/>
                  <a:pt x="79375" y="-7937"/>
                </a:cubicBezTo>
                <a:cubicBezTo>
                  <a:pt x="74985" y="-7937"/>
                  <a:pt x="71438" y="-4390"/>
                  <a:pt x="71438" y="0"/>
                </a:cubicBezTo>
                <a:lnTo>
                  <a:pt x="71438" y="15875"/>
                </a:lnTo>
                <a:lnTo>
                  <a:pt x="47625" y="15875"/>
                </a:lnTo>
                <a:cubicBezTo>
                  <a:pt x="34479" y="15875"/>
                  <a:pt x="23812" y="26541"/>
                  <a:pt x="23812" y="39688"/>
                </a:cubicBezTo>
                <a:lnTo>
                  <a:pt x="23812" y="95250"/>
                </a:lnTo>
                <a:cubicBezTo>
                  <a:pt x="23812" y="108396"/>
                  <a:pt x="34479" y="119063"/>
                  <a:pt x="47625" y="119063"/>
                </a:cubicBezTo>
                <a:lnTo>
                  <a:pt x="111125" y="119063"/>
                </a:lnTo>
                <a:cubicBezTo>
                  <a:pt x="124271" y="119063"/>
                  <a:pt x="134938" y="108396"/>
                  <a:pt x="134938" y="95250"/>
                </a:cubicBezTo>
                <a:lnTo>
                  <a:pt x="134938" y="39688"/>
                </a:lnTo>
                <a:cubicBezTo>
                  <a:pt x="134938" y="26541"/>
                  <a:pt x="124271" y="15875"/>
                  <a:pt x="111125" y="15875"/>
                </a:cubicBezTo>
                <a:lnTo>
                  <a:pt x="87313" y="15875"/>
                </a:lnTo>
                <a:lnTo>
                  <a:pt x="87313" y="0"/>
                </a:lnTo>
                <a:close/>
                <a:moveTo>
                  <a:pt x="39688" y="91281"/>
                </a:moveTo>
                <a:cubicBezTo>
                  <a:pt x="39688" y="87982"/>
                  <a:pt x="42342" y="85328"/>
                  <a:pt x="45641" y="85328"/>
                </a:cubicBezTo>
                <a:lnTo>
                  <a:pt x="53578" y="85328"/>
                </a:lnTo>
                <a:cubicBezTo>
                  <a:pt x="56877" y="85328"/>
                  <a:pt x="59531" y="87982"/>
                  <a:pt x="59531" y="91281"/>
                </a:cubicBezTo>
                <a:cubicBezTo>
                  <a:pt x="59531" y="94580"/>
                  <a:pt x="56877" y="97234"/>
                  <a:pt x="53578" y="97234"/>
                </a:cubicBezTo>
                <a:lnTo>
                  <a:pt x="45641" y="97234"/>
                </a:lnTo>
                <a:cubicBezTo>
                  <a:pt x="42342" y="97234"/>
                  <a:pt x="39688" y="94580"/>
                  <a:pt x="39688" y="91281"/>
                </a:cubicBezTo>
                <a:close/>
                <a:moveTo>
                  <a:pt x="69453" y="91281"/>
                </a:moveTo>
                <a:cubicBezTo>
                  <a:pt x="69453" y="87982"/>
                  <a:pt x="72107" y="85328"/>
                  <a:pt x="75406" y="85328"/>
                </a:cubicBezTo>
                <a:lnTo>
                  <a:pt x="83344" y="85328"/>
                </a:lnTo>
                <a:cubicBezTo>
                  <a:pt x="86643" y="85328"/>
                  <a:pt x="89297" y="87982"/>
                  <a:pt x="89297" y="91281"/>
                </a:cubicBezTo>
                <a:cubicBezTo>
                  <a:pt x="89297" y="94580"/>
                  <a:pt x="86643" y="97234"/>
                  <a:pt x="83344" y="97234"/>
                </a:cubicBezTo>
                <a:lnTo>
                  <a:pt x="75406" y="97234"/>
                </a:lnTo>
                <a:cubicBezTo>
                  <a:pt x="72107" y="97234"/>
                  <a:pt x="69453" y="94580"/>
                  <a:pt x="69453" y="91281"/>
                </a:cubicBezTo>
                <a:close/>
                <a:moveTo>
                  <a:pt x="99219" y="91281"/>
                </a:moveTo>
                <a:cubicBezTo>
                  <a:pt x="99219" y="87982"/>
                  <a:pt x="101873" y="85328"/>
                  <a:pt x="105172" y="85328"/>
                </a:cubicBezTo>
                <a:lnTo>
                  <a:pt x="113109" y="85328"/>
                </a:lnTo>
                <a:cubicBezTo>
                  <a:pt x="116408" y="85328"/>
                  <a:pt x="119063" y="87982"/>
                  <a:pt x="119063" y="91281"/>
                </a:cubicBezTo>
                <a:cubicBezTo>
                  <a:pt x="119063" y="94580"/>
                  <a:pt x="116408" y="97234"/>
                  <a:pt x="113109" y="97234"/>
                </a:cubicBezTo>
                <a:lnTo>
                  <a:pt x="105172" y="97234"/>
                </a:lnTo>
                <a:cubicBezTo>
                  <a:pt x="101873" y="97234"/>
                  <a:pt x="99219" y="94580"/>
                  <a:pt x="99219" y="91281"/>
                </a:cubicBezTo>
                <a:close/>
                <a:moveTo>
                  <a:pt x="55563" y="43656"/>
                </a:moveTo>
                <a:cubicBezTo>
                  <a:pt x="62134" y="43656"/>
                  <a:pt x="67469" y="48991"/>
                  <a:pt x="67469" y="55563"/>
                </a:cubicBezTo>
                <a:cubicBezTo>
                  <a:pt x="67469" y="62134"/>
                  <a:pt x="62134" y="67469"/>
                  <a:pt x="55563" y="67469"/>
                </a:cubicBezTo>
                <a:cubicBezTo>
                  <a:pt x="48991" y="67469"/>
                  <a:pt x="43656" y="62134"/>
                  <a:pt x="43656" y="55563"/>
                </a:cubicBezTo>
                <a:cubicBezTo>
                  <a:pt x="43656" y="48991"/>
                  <a:pt x="48991" y="43656"/>
                  <a:pt x="55563" y="43656"/>
                </a:cubicBezTo>
                <a:close/>
                <a:moveTo>
                  <a:pt x="91281" y="55563"/>
                </a:moveTo>
                <a:cubicBezTo>
                  <a:pt x="91281" y="48991"/>
                  <a:pt x="96616" y="43656"/>
                  <a:pt x="103188" y="43656"/>
                </a:cubicBezTo>
                <a:cubicBezTo>
                  <a:pt x="109759" y="43656"/>
                  <a:pt x="115094" y="48991"/>
                  <a:pt x="115094" y="55563"/>
                </a:cubicBezTo>
                <a:cubicBezTo>
                  <a:pt x="115094" y="62134"/>
                  <a:pt x="109759" y="67469"/>
                  <a:pt x="103188" y="67469"/>
                </a:cubicBezTo>
                <a:cubicBezTo>
                  <a:pt x="96616" y="67469"/>
                  <a:pt x="91281" y="62134"/>
                  <a:pt x="91281" y="55563"/>
                </a:cubicBezTo>
                <a:close/>
                <a:moveTo>
                  <a:pt x="15875" y="55563"/>
                </a:moveTo>
                <a:cubicBezTo>
                  <a:pt x="15875" y="51172"/>
                  <a:pt x="12328" y="47625"/>
                  <a:pt x="7938" y="47625"/>
                </a:cubicBezTo>
                <a:cubicBezTo>
                  <a:pt x="3547" y="47625"/>
                  <a:pt x="0" y="51172"/>
                  <a:pt x="0" y="55563"/>
                </a:cubicBezTo>
                <a:lnTo>
                  <a:pt x="0" y="79375"/>
                </a:lnTo>
                <a:cubicBezTo>
                  <a:pt x="0" y="83765"/>
                  <a:pt x="3547" y="87313"/>
                  <a:pt x="7938" y="87313"/>
                </a:cubicBezTo>
                <a:cubicBezTo>
                  <a:pt x="12328" y="87313"/>
                  <a:pt x="15875" y="83765"/>
                  <a:pt x="15875" y="79375"/>
                </a:cubicBezTo>
                <a:lnTo>
                  <a:pt x="15875" y="55563"/>
                </a:lnTo>
                <a:close/>
                <a:moveTo>
                  <a:pt x="150813" y="47625"/>
                </a:moveTo>
                <a:cubicBezTo>
                  <a:pt x="146422" y="47625"/>
                  <a:pt x="142875" y="51172"/>
                  <a:pt x="142875" y="55563"/>
                </a:cubicBezTo>
                <a:lnTo>
                  <a:pt x="142875" y="79375"/>
                </a:lnTo>
                <a:cubicBezTo>
                  <a:pt x="142875" y="83765"/>
                  <a:pt x="146422" y="87313"/>
                  <a:pt x="150813" y="87313"/>
                </a:cubicBezTo>
                <a:cubicBezTo>
                  <a:pt x="155203" y="87313"/>
                  <a:pt x="158750" y="83765"/>
                  <a:pt x="158750" y="79375"/>
                </a:cubicBezTo>
                <a:lnTo>
                  <a:pt x="158750" y="55563"/>
                </a:lnTo>
                <a:cubicBezTo>
                  <a:pt x="158750" y="51172"/>
                  <a:pt x="155203" y="47625"/>
                  <a:pt x="150813" y="47625"/>
                </a:cubicBezTo>
                <a:close/>
              </a:path>
            </a:pathLst>
          </a:custGeom>
          <a:solidFill>
            <a:srgbClr val="00A63E"/>
          </a:solidFill>
          <a:ln/>
        </p:spPr>
      </p:sp>
      <p:sp>
        <p:nvSpPr>
          <p:cNvPr id="55" name="Text 53"/>
          <p:cNvSpPr/>
          <p:nvPr/>
        </p:nvSpPr>
        <p:spPr>
          <a:xfrm>
            <a:off x="708025" y="4770506"/>
            <a:ext cx="142875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Scikit-learn - ML Algorithms</a:t>
            </a:r>
            <a:endParaRPr lang="en-US" sz="1600" dirty="0"/>
          </a:p>
        </p:txBody>
      </p:sp>
      <p:sp>
        <p:nvSpPr>
          <p:cNvPr id="56" name="Shape 54"/>
          <p:cNvSpPr/>
          <p:nvPr/>
        </p:nvSpPr>
        <p:spPr>
          <a:xfrm>
            <a:off x="493712" y="5008631"/>
            <a:ext cx="142875" cy="127000"/>
          </a:xfrm>
          <a:custGeom>
            <a:avLst/>
            <a:gdLst/>
            <a:ahLst/>
            <a:cxnLst/>
            <a:rect l="l" t="t" r="r" b="b"/>
            <a:pathLst>
              <a:path w="142875" h="127000">
                <a:moveTo>
                  <a:pt x="95250" y="35719"/>
                </a:moveTo>
                <a:cubicBezTo>
                  <a:pt x="95250" y="59829"/>
                  <a:pt x="73918" y="79375"/>
                  <a:pt x="47625" y="79375"/>
                </a:cubicBezTo>
                <a:cubicBezTo>
                  <a:pt x="41002" y="79375"/>
                  <a:pt x="34702" y="78135"/>
                  <a:pt x="28972" y="75902"/>
                </a:cubicBezTo>
                <a:lnTo>
                  <a:pt x="8731" y="86618"/>
                </a:lnTo>
                <a:cubicBezTo>
                  <a:pt x="6424" y="87833"/>
                  <a:pt x="3597" y="87412"/>
                  <a:pt x="1736" y="85576"/>
                </a:cubicBezTo>
                <a:cubicBezTo>
                  <a:pt x="-124" y="83741"/>
                  <a:pt x="-546" y="80888"/>
                  <a:pt x="695" y="78581"/>
                </a:cubicBezTo>
                <a:lnTo>
                  <a:pt x="9525" y="61913"/>
                </a:lnTo>
                <a:cubicBezTo>
                  <a:pt x="3547" y="54620"/>
                  <a:pt x="0" y="45541"/>
                  <a:pt x="0" y="35719"/>
                </a:cubicBezTo>
                <a:cubicBezTo>
                  <a:pt x="0" y="11609"/>
                  <a:pt x="21332" y="-7937"/>
                  <a:pt x="47625" y="-7937"/>
                </a:cubicBezTo>
                <a:cubicBezTo>
                  <a:pt x="73918" y="-7937"/>
                  <a:pt x="95250" y="11609"/>
                  <a:pt x="95250" y="35719"/>
                </a:cubicBezTo>
                <a:close/>
                <a:moveTo>
                  <a:pt x="95250" y="127000"/>
                </a:moveTo>
                <a:cubicBezTo>
                  <a:pt x="71909" y="127000"/>
                  <a:pt x="52487" y="111596"/>
                  <a:pt x="48419" y="91281"/>
                </a:cubicBezTo>
                <a:cubicBezTo>
                  <a:pt x="78184" y="90909"/>
                  <a:pt x="104056" y="69726"/>
                  <a:pt x="106908" y="41002"/>
                </a:cubicBezTo>
                <a:cubicBezTo>
                  <a:pt x="127571" y="45765"/>
                  <a:pt x="142875" y="62905"/>
                  <a:pt x="142875" y="83344"/>
                </a:cubicBezTo>
                <a:cubicBezTo>
                  <a:pt x="142875" y="93166"/>
                  <a:pt x="139328" y="102245"/>
                  <a:pt x="133350" y="109538"/>
                </a:cubicBezTo>
                <a:lnTo>
                  <a:pt x="142180" y="126206"/>
                </a:lnTo>
                <a:cubicBezTo>
                  <a:pt x="143396" y="128513"/>
                  <a:pt x="142974" y="131341"/>
                  <a:pt x="141139" y="133201"/>
                </a:cubicBezTo>
                <a:cubicBezTo>
                  <a:pt x="139303" y="135062"/>
                  <a:pt x="136451" y="135483"/>
                  <a:pt x="134144" y="134243"/>
                </a:cubicBezTo>
                <a:lnTo>
                  <a:pt x="113903" y="123527"/>
                </a:lnTo>
                <a:cubicBezTo>
                  <a:pt x="108173" y="125760"/>
                  <a:pt x="101873" y="127000"/>
                  <a:pt x="95250" y="127000"/>
                </a:cubicBezTo>
                <a:close/>
              </a:path>
            </a:pathLst>
          </a:custGeom>
          <a:solidFill>
            <a:srgbClr val="AD46FF"/>
          </a:solidFill>
          <a:ln/>
        </p:spPr>
      </p:sp>
      <p:sp>
        <p:nvSpPr>
          <p:cNvPr id="57" name="Text 55"/>
          <p:cNvSpPr/>
          <p:nvPr/>
        </p:nvSpPr>
        <p:spPr>
          <a:xfrm>
            <a:off x="708025" y="4992756"/>
            <a:ext cx="140493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NLP - Language Processing</a:t>
            </a:r>
            <a:endParaRPr lang="en-US" sz="1600" dirty="0"/>
          </a:p>
        </p:txBody>
      </p:sp>
      <p:sp>
        <p:nvSpPr>
          <p:cNvPr id="58" name="Shape 56"/>
          <p:cNvSpPr/>
          <p:nvPr/>
        </p:nvSpPr>
        <p:spPr>
          <a:xfrm>
            <a:off x="4229100" y="3402083"/>
            <a:ext cx="3736975" cy="1911350"/>
          </a:xfrm>
          <a:custGeom>
            <a:avLst/>
            <a:gdLst/>
            <a:ahLst/>
            <a:cxnLst/>
            <a:rect l="l" t="t" r="r" b="b"/>
            <a:pathLst>
              <a:path w="3736975" h="1911350">
                <a:moveTo>
                  <a:pt x="95243" y="0"/>
                </a:moveTo>
                <a:lnTo>
                  <a:pt x="3641732" y="0"/>
                </a:lnTo>
                <a:cubicBezTo>
                  <a:pt x="3694298" y="0"/>
                  <a:pt x="3736975" y="42677"/>
                  <a:pt x="3736975" y="95243"/>
                </a:cubicBezTo>
                <a:lnTo>
                  <a:pt x="3736975" y="1816107"/>
                </a:lnTo>
                <a:cubicBezTo>
                  <a:pt x="3736975" y="1868708"/>
                  <a:pt x="3694333" y="1911350"/>
                  <a:pt x="3641732" y="1911350"/>
                </a:cubicBezTo>
                <a:lnTo>
                  <a:pt x="95243" y="1911350"/>
                </a:lnTo>
                <a:cubicBezTo>
                  <a:pt x="42677" y="1911350"/>
                  <a:pt x="0" y="1868673"/>
                  <a:pt x="0" y="1816107"/>
                </a:cubicBezTo>
                <a:lnTo>
                  <a:pt x="0" y="95243"/>
                </a:lnTo>
                <a:cubicBezTo>
                  <a:pt x="0" y="42642"/>
                  <a:pt x="42642" y="0"/>
                  <a:pt x="95243" y="0"/>
                </a:cubicBezTo>
                <a:close/>
              </a:path>
            </a:pathLst>
          </a:custGeom>
          <a:solidFill>
            <a:srgbClr val="FFFFFF"/>
          </a:solidFill>
          <a:ln w="10160">
            <a:solidFill>
              <a:srgbClr val="F3F4F6"/>
            </a:solidFill>
            <a:prstDash val="solid"/>
          </a:ln>
          <a:effectLst>
            <a:outerShdw blurRad="23813" dist="7938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59" name="Shape 57"/>
          <p:cNvSpPr/>
          <p:nvPr/>
        </p:nvSpPr>
        <p:spPr>
          <a:xfrm>
            <a:off x="4391025" y="3564006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95250" y="0"/>
                </a:moveTo>
                <a:lnTo>
                  <a:pt x="285750" y="0"/>
                </a:lnTo>
                <a:cubicBezTo>
                  <a:pt x="338320" y="0"/>
                  <a:pt x="381000" y="42680"/>
                  <a:pt x="381000" y="95250"/>
                </a:cubicBezTo>
                <a:lnTo>
                  <a:pt x="381000" y="285750"/>
                </a:lnTo>
                <a:cubicBezTo>
                  <a:pt x="381000" y="338320"/>
                  <a:pt x="338320" y="381000"/>
                  <a:pt x="285750" y="381000"/>
                </a:cubicBezTo>
                <a:lnTo>
                  <a:pt x="95250" y="381000"/>
                </a:lnTo>
                <a:cubicBezTo>
                  <a:pt x="42680" y="381000"/>
                  <a:pt x="0" y="338320"/>
                  <a:pt x="0" y="285750"/>
                </a:cubicBezTo>
                <a:lnTo>
                  <a:pt x="0" y="95250"/>
                </a:lnTo>
                <a:cubicBezTo>
                  <a:pt x="0" y="42680"/>
                  <a:pt x="42680" y="0"/>
                  <a:pt x="95250" y="0"/>
                </a:cubicBezTo>
                <a:close/>
              </a:path>
            </a:pathLst>
          </a:custGeom>
          <a:solidFill>
            <a:srgbClr val="00C950">
              <a:alpha val="10196"/>
            </a:srgbClr>
          </a:solidFill>
          <a:ln/>
        </p:spPr>
      </p:sp>
      <p:sp>
        <p:nvSpPr>
          <p:cNvPr id="60" name="Shape 58"/>
          <p:cNvSpPr/>
          <p:nvPr/>
        </p:nvSpPr>
        <p:spPr>
          <a:xfrm>
            <a:off x="4502150" y="3675131"/>
            <a:ext cx="158750" cy="158750"/>
          </a:xfrm>
          <a:custGeom>
            <a:avLst/>
            <a:gdLst/>
            <a:ahLst/>
            <a:cxnLst/>
            <a:rect l="l" t="t" r="r" b="b"/>
            <a:pathLst>
              <a:path w="158750" h="158750">
                <a:moveTo>
                  <a:pt x="39688" y="99219"/>
                </a:moveTo>
                <a:lnTo>
                  <a:pt x="7596" y="99219"/>
                </a:lnTo>
                <a:cubicBezTo>
                  <a:pt x="-124" y="99219"/>
                  <a:pt x="-4868" y="90816"/>
                  <a:pt x="-899" y="84181"/>
                </a:cubicBezTo>
                <a:lnTo>
                  <a:pt x="15503" y="56834"/>
                </a:lnTo>
                <a:cubicBezTo>
                  <a:pt x="18200" y="52338"/>
                  <a:pt x="23037" y="49609"/>
                  <a:pt x="28277" y="49609"/>
                </a:cubicBezTo>
                <a:lnTo>
                  <a:pt x="57733" y="49609"/>
                </a:lnTo>
                <a:cubicBezTo>
                  <a:pt x="81328" y="9643"/>
                  <a:pt x="116520" y="7627"/>
                  <a:pt x="140053" y="11069"/>
                </a:cubicBezTo>
                <a:cubicBezTo>
                  <a:pt x="144022" y="11658"/>
                  <a:pt x="147123" y="14759"/>
                  <a:pt x="147681" y="18697"/>
                </a:cubicBezTo>
                <a:cubicBezTo>
                  <a:pt x="151123" y="42230"/>
                  <a:pt x="149107" y="77422"/>
                  <a:pt x="109141" y="101017"/>
                </a:cubicBezTo>
                <a:lnTo>
                  <a:pt x="109141" y="130473"/>
                </a:lnTo>
                <a:cubicBezTo>
                  <a:pt x="109141" y="135713"/>
                  <a:pt x="106412" y="140550"/>
                  <a:pt x="101916" y="143247"/>
                </a:cubicBezTo>
                <a:lnTo>
                  <a:pt x="74569" y="159649"/>
                </a:lnTo>
                <a:cubicBezTo>
                  <a:pt x="67965" y="163618"/>
                  <a:pt x="59531" y="158843"/>
                  <a:pt x="59531" y="151154"/>
                </a:cubicBezTo>
                <a:lnTo>
                  <a:pt x="59531" y="119062"/>
                </a:lnTo>
                <a:cubicBezTo>
                  <a:pt x="59531" y="108117"/>
                  <a:pt x="50633" y="99219"/>
                  <a:pt x="39688" y="99219"/>
                </a:cubicBezTo>
                <a:lnTo>
                  <a:pt x="39656" y="99219"/>
                </a:lnTo>
                <a:close/>
                <a:moveTo>
                  <a:pt x="124023" y="49609"/>
                </a:moveTo>
                <a:cubicBezTo>
                  <a:pt x="124023" y="41395"/>
                  <a:pt x="117355" y="34727"/>
                  <a:pt x="109141" y="34727"/>
                </a:cubicBezTo>
                <a:cubicBezTo>
                  <a:pt x="100927" y="34727"/>
                  <a:pt x="94258" y="41395"/>
                  <a:pt x="94258" y="49609"/>
                </a:cubicBezTo>
                <a:cubicBezTo>
                  <a:pt x="94258" y="57823"/>
                  <a:pt x="100927" y="64492"/>
                  <a:pt x="109141" y="64492"/>
                </a:cubicBezTo>
                <a:cubicBezTo>
                  <a:pt x="117355" y="64492"/>
                  <a:pt x="124023" y="57823"/>
                  <a:pt x="124023" y="49609"/>
                </a:cubicBezTo>
                <a:close/>
              </a:path>
            </a:pathLst>
          </a:custGeom>
          <a:solidFill>
            <a:srgbClr val="00C950"/>
          </a:solidFill>
          <a:ln/>
        </p:spPr>
      </p:sp>
      <p:sp>
        <p:nvSpPr>
          <p:cNvPr id="61" name="Text 59"/>
          <p:cNvSpPr/>
          <p:nvPr/>
        </p:nvSpPr>
        <p:spPr>
          <a:xfrm>
            <a:off x="4867275" y="3643381"/>
            <a:ext cx="84137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Deployment</a:t>
            </a:r>
            <a:endParaRPr lang="en-US" sz="1600" dirty="0"/>
          </a:p>
        </p:txBody>
      </p:sp>
      <p:sp>
        <p:nvSpPr>
          <p:cNvPr id="62" name="Text 60"/>
          <p:cNvSpPr/>
          <p:nvPr/>
        </p:nvSpPr>
        <p:spPr>
          <a:xfrm>
            <a:off x="4391025" y="4072006"/>
            <a:ext cx="346868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6A728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Hosting</a:t>
            </a:r>
            <a:endParaRPr lang="en-US" sz="1600" dirty="0"/>
          </a:p>
        </p:txBody>
      </p:sp>
      <p:sp>
        <p:nvSpPr>
          <p:cNvPr id="63" name="Shape 61"/>
          <p:cNvSpPr/>
          <p:nvPr/>
        </p:nvSpPr>
        <p:spPr>
          <a:xfrm>
            <a:off x="4414837" y="4341881"/>
            <a:ext cx="111125" cy="127000"/>
          </a:xfrm>
          <a:custGeom>
            <a:avLst/>
            <a:gdLst/>
            <a:ahLst/>
            <a:cxnLst/>
            <a:rect l="l" t="t" r="r" b="b"/>
            <a:pathLst>
              <a:path w="111125" h="127000">
                <a:moveTo>
                  <a:pt x="15875" y="7938"/>
                </a:moveTo>
                <a:cubicBezTo>
                  <a:pt x="7119" y="7938"/>
                  <a:pt x="0" y="15056"/>
                  <a:pt x="0" y="23812"/>
                </a:cubicBezTo>
                <a:lnTo>
                  <a:pt x="0" y="39688"/>
                </a:lnTo>
                <a:cubicBezTo>
                  <a:pt x="0" y="48444"/>
                  <a:pt x="7119" y="55563"/>
                  <a:pt x="15875" y="55563"/>
                </a:cubicBezTo>
                <a:lnTo>
                  <a:pt x="95250" y="55563"/>
                </a:lnTo>
                <a:cubicBezTo>
                  <a:pt x="104006" y="55563"/>
                  <a:pt x="111125" y="48444"/>
                  <a:pt x="111125" y="39688"/>
                </a:cubicBezTo>
                <a:lnTo>
                  <a:pt x="111125" y="23812"/>
                </a:lnTo>
                <a:cubicBezTo>
                  <a:pt x="111125" y="15056"/>
                  <a:pt x="104006" y="7938"/>
                  <a:pt x="95250" y="7938"/>
                </a:cubicBezTo>
                <a:lnTo>
                  <a:pt x="15875" y="7938"/>
                </a:lnTo>
                <a:close/>
                <a:moveTo>
                  <a:pt x="69453" y="25797"/>
                </a:moveTo>
                <a:cubicBezTo>
                  <a:pt x="72739" y="25797"/>
                  <a:pt x="75406" y="28464"/>
                  <a:pt x="75406" y="31750"/>
                </a:cubicBezTo>
                <a:cubicBezTo>
                  <a:pt x="75406" y="35036"/>
                  <a:pt x="72739" y="37703"/>
                  <a:pt x="69453" y="37703"/>
                </a:cubicBezTo>
                <a:cubicBezTo>
                  <a:pt x="66168" y="37703"/>
                  <a:pt x="63500" y="35036"/>
                  <a:pt x="63500" y="31750"/>
                </a:cubicBezTo>
                <a:cubicBezTo>
                  <a:pt x="63500" y="28464"/>
                  <a:pt x="66168" y="25797"/>
                  <a:pt x="69453" y="25797"/>
                </a:cubicBezTo>
                <a:close/>
                <a:moveTo>
                  <a:pt x="83344" y="31750"/>
                </a:moveTo>
                <a:cubicBezTo>
                  <a:pt x="83344" y="28464"/>
                  <a:pt x="86011" y="25797"/>
                  <a:pt x="89297" y="25797"/>
                </a:cubicBezTo>
                <a:cubicBezTo>
                  <a:pt x="92582" y="25797"/>
                  <a:pt x="95250" y="28464"/>
                  <a:pt x="95250" y="31750"/>
                </a:cubicBezTo>
                <a:cubicBezTo>
                  <a:pt x="95250" y="35036"/>
                  <a:pt x="92582" y="37703"/>
                  <a:pt x="89297" y="37703"/>
                </a:cubicBezTo>
                <a:cubicBezTo>
                  <a:pt x="86011" y="37703"/>
                  <a:pt x="83344" y="35036"/>
                  <a:pt x="83344" y="31750"/>
                </a:cubicBezTo>
                <a:close/>
                <a:moveTo>
                  <a:pt x="15875" y="71438"/>
                </a:moveTo>
                <a:cubicBezTo>
                  <a:pt x="7119" y="71438"/>
                  <a:pt x="0" y="78556"/>
                  <a:pt x="0" y="87313"/>
                </a:cubicBezTo>
                <a:lnTo>
                  <a:pt x="0" y="103188"/>
                </a:lnTo>
                <a:cubicBezTo>
                  <a:pt x="0" y="111944"/>
                  <a:pt x="7119" y="119063"/>
                  <a:pt x="15875" y="119063"/>
                </a:cubicBezTo>
                <a:lnTo>
                  <a:pt x="95250" y="119063"/>
                </a:lnTo>
                <a:cubicBezTo>
                  <a:pt x="104006" y="119063"/>
                  <a:pt x="111125" y="111944"/>
                  <a:pt x="111125" y="103188"/>
                </a:cubicBezTo>
                <a:lnTo>
                  <a:pt x="111125" y="87313"/>
                </a:lnTo>
                <a:cubicBezTo>
                  <a:pt x="111125" y="78556"/>
                  <a:pt x="104006" y="71438"/>
                  <a:pt x="95250" y="71438"/>
                </a:cubicBezTo>
                <a:lnTo>
                  <a:pt x="15875" y="71438"/>
                </a:lnTo>
                <a:close/>
                <a:moveTo>
                  <a:pt x="69453" y="89297"/>
                </a:moveTo>
                <a:cubicBezTo>
                  <a:pt x="72739" y="89297"/>
                  <a:pt x="75406" y="91964"/>
                  <a:pt x="75406" y="95250"/>
                </a:cubicBezTo>
                <a:cubicBezTo>
                  <a:pt x="75406" y="98536"/>
                  <a:pt x="72739" y="101203"/>
                  <a:pt x="69453" y="101203"/>
                </a:cubicBezTo>
                <a:cubicBezTo>
                  <a:pt x="66168" y="101203"/>
                  <a:pt x="63500" y="98536"/>
                  <a:pt x="63500" y="95250"/>
                </a:cubicBezTo>
                <a:cubicBezTo>
                  <a:pt x="63500" y="91964"/>
                  <a:pt x="66168" y="89297"/>
                  <a:pt x="69453" y="89297"/>
                </a:cubicBezTo>
                <a:close/>
                <a:moveTo>
                  <a:pt x="83344" y="95250"/>
                </a:moveTo>
                <a:cubicBezTo>
                  <a:pt x="83344" y="91964"/>
                  <a:pt x="86011" y="89297"/>
                  <a:pt x="89297" y="89297"/>
                </a:cubicBezTo>
                <a:cubicBezTo>
                  <a:pt x="92582" y="89297"/>
                  <a:pt x="95250" y="91964"/>
                  <a:pt x="95250" y="95250"/>
                </a:cubicBezTo>
                <a:cubicBezTo>
                  <a:pt x="95250" y="98536"/>
                  <a:pt x="92582" y="101203"/>
                  <a:pt x="89297" y="101203"/>
                </a:cubicBezTo>
                <a:cubicBezTo>
                  <a:pt x="86011" y="101203"/>
                  <a:pt x="83344" y="98536"/>
                  <a:pt x="83344" y="95250"/>
                </a:cubicBezTo>
                <a:close/>
              </a:path>
            </a:pathLst>
          </a:custGeom>
          <a:solidFill>
            <a:srgbClr val="2B7FFF"/>
          </a:solidFill>
          <a:ln/>
        </p:spPr>
      </p:sp>
      <p:sp>
        <p:nvSpPr>
          <p:cNvPr id="64" name="Text 62"/>
          <p:cNvSpPr/>
          <p:nvPr/>
        </p:nvSpPr>
        <p:spPr>
          <a:xfrm>
            <a:off x="4613275" y="4326006"/>
            <a:ext cx="13255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Render - Backend Hosting</a:t>
            </a:r>
            <a:endParaRPr lang="en-US" sz="1600" dirty="0"/>
          </a:p>
        </p:txBody>
      </p:sp>
      <p:sp>
        <p:nvSpPr>
          <p:cNvPr id="65" name="Shape 63"/>
          <p:cNvSpPr/>
          <p:nvPr/>
        </p:nvSpPr>
        <p:spPr>
          <a:xfrm>
            <a:off x="4406900" y="4564131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87288" y="69453"/>
                </a:moveTo>
                <a:lnTo>
                  <a:pt x="39936" y="69453"/>
                </a:lnTo>
                <a:cubicBezTo>
                  <a:pt x="40655" y="85452"/>
                  <a:pt x="44202" y="100186"/>
                  <a:pt x="49237" y="110976"/>
                </a:cubicBezTo>
                <a:cubicBezTo>
                  <a:pt x="52065" y="117053"/>
                  <a:pt x="55116" y="121345"/>
                  <a:pt x="57944" y="123974"/>
                </a:cubicBezTo>
                <a:cubicBezTo>
                  <a:pt x="60722" y="126578"/>
                  <a:pt x="62632" y="127000"/>
                  <a:pt x="63624" y="127000"/>
                </a:cubicBezTo>
                <a:cubicBezTo>
                  <a:pt x="64616" y="127000"/>
                  <a:pt x="66526" y="126578"/>
                  <a:pt x="69304" y="123974"/>
                </a:cubicBezTo>
                <a:cubicBezTo>
                  <a:pt x="72132" y="121345"/>
                  <a:pt x="75183" y="117029"/>
                  <a:pt x="78011" y="110976"/>
                </a:cubicBezTo>
                <a:cubicBezTo>
                  <a:pt x="83046" y="100186"/>
                  <a:pt x="86593" y="85452"/>
                  <a:pt x="87313" y="69453"/>
                </a:cubicBezTo>
                <a:close/>
                <a:moveTo>
                  <a:pt x="39911" y="57547"/>
                </a:moveTo>
                <a:lnTo>
                  <a:pt x="87263" y="57547"/>
                </a:lnTo>
                <a:cubicBezTo>
                  <a:pt x="86568" y="41548"/>
                  <a:pt x="83021" y="26814"/>
                  <a:pt x="77986" y="16024"/>
                </a:cubicBezTo>
                <a:cubicBezTo>
                  <a:pt x="75158" y="9971"/>
                  <a:pt x="72107" y="5655"/>
                  <a:pt x="69279" y="3026"/>
                </a:cubicBezTo>
                <a:cubicBezTo>
                  <a:pt x="66501" y="422"/>
                  <a:pt x="64591" y="0"/>
                  <a:pt x="63599" y="0"/>
                </a:cubicBezTo>
                <a:cubicBezTo>
                  <a:pt x="62607" y="0"/>
                  <a:pt x="60697" y="422"/>
                  <a:pt x="57919" y="3026"/>
                </a:cubicBezTo>
                <a:cubicBezTo>
                  <a:pt x="55091" y="5655"/>
                  <a:pt x="52040" y="9971"/>
                  <a:pt x="49212" y="16024"/>
                </a:cubicBezTo>
                <a:cubicBezTo>
                  <a:pt x="44177" y="26814"/>
                  <a:pt x="40630" y="41548"/>
                  <a:pt x="39911" y="57547"/>
                </a:cubicBezTo>
                <a:close/>
                <a:moveTo>
                  <a:pt x="28004" y="57547"/>
                </a:moveTo>
                <a:cubicBezTo>
                  <a:pt x="28873" y="36314"/>
                  <a:pt x="34354" y="16594"/>
                  <a:pt x="42366" y="3646"/>
                </a:cubicBezTo>
                <a:cubicBezTo>
                  <a:pt x="19521" y="11733"/>
                  <a:pt x="2704" y="32544"/>
                  <a:pt x="372" y="57547"/>
                </a:cubicBezTo>
                <a:lnTo>
                  <a:pt x="28004" y="57547"/>
                </a:lnTo>
                <a:close/>
                <a:moveTo>
                  <a:pt x="372" y="69453"/>
                </a:moveTo>
                <a:cubicBezTo>
                  <a:pt x="2704" y="94456"/>
                  <a:pt x="19521" y="115267"/>
                  <a:pt x="42366" y="123354"/>
                </a:cubicBezTo>
                <a:cubicBezTo>
                  <a:pt x="34354" y="110406"/>
                  <a:pt x="28873" y="90686"/>
                  <a:pt x="28004" y="69453"/>
                </a:cubicBezTo>
                <a:lnTo>
                  <a:pt x="372" y="69453"/>
                </a:lnTo>
                <a:close/>
                <a:moveTo>
                  <a:pt x="99194" y="69453"/>
                </a:moveTo>
                <a:cubicBezTo>
                  <a:pt x="98326" y="90686"/>
                  <a:pt x="92844" y="110406"/>
                  <a:pt x="84832" y="123354"/>
                </a:cubicBezTo>
                <a:cubicBezTo>
                  <a:pt x="107677" y="115243"/>
                  <a:pt x="124495" y="94456"/>
                  <a:pt x="126826" y="69453"/>
                </a:cubicBezTo>
                <a:lnTo>
                  <a:pt x="99194" y="69453"/>
                </a:lnTo>
                <a:close/>
                <a:moveTo>
                  <a:pt x="126826" y="57547"/>
                </a:moveTo>
                <a:cubicBezTo>
                  <a:pt x="124495" y="32544"/>
                  <a:pt x="107677" y="11733"/>
                  <a:pt x="84832" y="3646"/>
                </a:cubicBezTo>
                <a:cubicBezTo>
                  <a:pt x="92844" y="16594"/>
                  <a:pt x="98326" y="36314"/>
                  <a:pt x="99194" y="57547"/>
                </a:cubicBezTo>
                <a:lnTo>
                  <a:pt x="126826" y="57547"/>
                </a:lnTo>
                <a:close/>
              </a:path>
            </a:pathLst>
          </a:custGeom>
          <a:solidFill>
            <a:srgbClr val="000000"/>
          </a:solidFill>
          <a:ln/>
        </p:spPr>
      </p:sp>
      <p:sp>
        <p:nvSpPr>
          <p:cNvPr id="66" name="Text 64"/>
          <p:cNvSpPr/>
          <p:nvPr/>
        </p:nvSpPr>
        <p:spPr>
          <a:xfrm>
            <a:off x="4613275" y="4548256"/>
            <a:ext cx="131762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Vercel - Frontend Hosting</a:t>
            </a:r>
            <a:endParaRPr lang="en-US" sz="1600" dirty="0"/>
          </a:p>
        </p:txBody>
      </p:sp>
      <p:sp>
        <p:nvSpPr>
          <p:cNvPr id="67" name="Shape 65"/>
          <p:cNvSpPr/>
          <p:nvPr/>
        </p:nvSpPr>
        <p:spPr>
          <a:xfrm>
            <a:off x="4406900" y="4786381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43135" y="98574"/>
                </a:moveTo>
                <a:cubicBezTo>
                  <a:pt x="43135" y="99070"/>
                  <a:pt x="42565" y="99467"/>
                  <a:pt x="41846" y="99467"/>
                </a:cubicBezTo>
                <a:cubicBezTo>
                  <a:pt x="41027" y="99541"/>
                  <a:pt x="40456" y="99144"/>
                  <a:pt x="40456" y="98574"/>
                </a:cubicBezTo>
                <a:cubicBezTo>
                  <a:pt x="40456" y="98078"/>
                  <a:pt x="41027" y="97681"/>
                  <a:pt x="41746" y="97681"/>
                </a:cubicBezTo>
                <a:cubicBezTo>
                  <a:pt x="42490" y="97606"/>
                  <a:pt x="43135" y="98003"/>
                  <a:pt x="43135" y="98574"/>
                </a:cubicBezTo>
                <a:close/>
                <a:moveTo>
                  <a:pt x="35421" y="97458"/>
                </a:moveTo>
                <a:cubicBezTo>
                  <a:pt x="35247" y="97954"/>
                  <a:pt x="35744" y="98524"/>
                  <a:pt x="36488" y="98673"/>
                </a:cubicBezTo>
                <a:cubicBezTo>
                  <a:pt x="37133" y="98921"/>
                  <a:pt x="37877" y="98673"/>
                  <a:pt x="38026" y="98177"/>
                </a:cubicBezTo>
                <a:cubicBezTo>
                  <a:pt x="38174" y="97681"/>
                  <a:pt x="37703" y="97110"/>
                  <a:pt x="36959" y="96887"/>
                </a:cubicBezTo>
                <a:cubicBezTo>
                  <a:pt x="36314" y="96713"/>
                  <a:pt x="35595" y="96962"/>
                  <a:pt x="35421" y="97458"/>
                </a:cubicBezTo>
                <a:close/>
                <a:moveTo>
                  <a:pt x="46385" y="97036"/>
                </a:moveTo>
                <a:cubicBezTo>
                  <a:pt x="45665" y="97210"/>
                  <a:pt x="45169" y="97681"/>
                  <a:pt x="45244" y="98251"/>
                </a:cubicBezTo>
                <a:cubicBezTo>
                  <a:pt x="45318" y="98747"/>
                  <a:pt x="45963" y="99070"/>
                  <a:pt x="46707" y="98896"/>
                </a:cubicBezTo>
                <a:cubicBezTo>
                  <a:pt x="47427" y="98723"/>
                  <a:pt x="47923" y="98251"/>
                  <a:pt x="47848" y="97755"/>
                </a:cubicBezTo>
                <a:cubicBezTo>
                  <a:pt x="47774" y="97284"/>
                  <a:pt x="47104" y="96962"/>
                  <a:pt x="46385" y="97036"/>
                </a:cubicBezTo>
                <a:close/>
                <a:moveTo>
                  <a:pt x="62706" y="1984"/>
                </a:moveTo>
                <a:cubicBezTo>
                  <a:pt x="28302" y="1984"/>
                  <a:pt x="1984" y="28104"/>
                  <a:pt x="1984" y="62508"/>
                </a:cubicBezTo>
                <a:cubicBezTo>
                  <a:pt x="1984" y="90016"/>
                  <a:pt x="19298" y="113556"/>
                  <a:pt x="44028" y="121841"/>
                </a:cubicBezTo>
                <a:cubicBezTo>
                  <a:pt x="47203" y="122411"/>
                  <a:pt x="48320" y="120452"/>
                  <a:pt x="48320" y="118839"/>
                </a:cubicBezTo>
                <a:cubicBezTo>
                  <a:pt x="48320" y="117301"/>
                  <a:pt x="48245" y="108818"/>
                  <a:pt x="48245" y="103609"/>
                </a:cubicBezTo>
                <a:cubicBezTo>
                  <a:pt x="48245" y="103609"/>
                  <a:pt x="30882" y="107330"/>
                  <a:pt x="27236" y="96217"/>
                </a:cubicBezTo>
                <a:cubicBezTo>
                  <a:pt x="27236" y="96217"/>
                  <a:pt x="24408" y="88999"/>
                  <a:pt x="20340" y="87139"/>
                </a:cubicBezTo>
                <a:cubicBezTo>
                  <a:pt x="20340" y="87139"/>
                  <a:pt x="14660" y="83245"/>
                  <a:pt x="20737" y="83319"/>
                </a:cubicBezTo>
                <a:cubicBezTo>
                  <a:pt x="20737" y="83319"/>
                  <a:pt x="26913" y="83815"/>
                  <a:pt x="30311" y="89719"/>
                </a:cubicBezTo>
                <a:cubicBezTo>
                  <a:pt x="35744" y="99293"/>
                  <a:pt x="44847" y="96540"/>
                  <a:pt x="48394" y="94903"/>
                </a:cubicBezTo>
                <a:cubicBezTo>
                  <a:pt x="48964" y="90934"/>
                  <a:pt x="50577" y="88181"/>
                  <a:pt x="52363" y="86544"/>
                </a:cubicBezTo>
                <a:cubicBezTo>
                  <a:pt x="38497" y="85006"/>
                  <a:pt x="24507" y="82996"/>
                  <a:pt x="24507" y="59134"/>
                </a:cubicBezTo>
                <a:cubicBezTo>
                  <a:pt x="24507" y="52313"/>
                  <a:pt x="26392" y="48890"/>
                  <a:pt x="30361" y="44524"/>
                </a:cubicBezTo>
                <a:cubicBezTo>
                  <a:pt x="29716" y="42912"/>
                  <a:pt x="27608" y="36264"/>
                  <a:pt x="31006" y="27682"/>
                </a:cubicBezTo>
                <a:cubicBezTo>
                  <a:pt x="36190" y="26070"/>
                  <a:pt x="48121" y="34379"/>
                  <a:pt x="48121" y="34379"/>
                </a:cubicBezTo>
                <a:cubicBezTo>
                  <a:pt x="53082" y="32990"/>
                  <a:pt x="58415" y="32271"/>
                  <a:pt x="63698" y="32271"/>
                </a:cubicBezTo>
                <a:cubicBezTo>
                  <a:pt x="68982" y="32271"/>
                  <a:pt x="74315" y="32990"/>
                  <a:pt x="79276" y="34379"/>
                </a:cubicBezTo>
                <a:cubicBezTo>
                  <a:pt x="79276" y="34379"/>
                  <a:pt x="91207" y="26045"/>
                  <a:pt x="96391" y="27682"/>
                </a:cubicBezTo>
                <a:cubicBezTo>
                  <a:pt x="99789" y="36289"/>
                  <a:pt x="97681" y="42912"/>
                  <a:pt x="97036" y="44524"/>
                </a:cubicBezTo>
                <a:cubicBezTo>
                  <a:pt x="101005" y="48915"/>
                  <a:pt x="103436" y="52338"/>
                  <a:pt x="103436" y="59134"/>
                </a:cubicBezTo>
                <a:cubicBezTo>
                  <a:pt x="103436" y="83071"/>
                  <a:pt x="88826" y="84981"/>
                  <a:pt x="74960" y="86544"/>
                </a:cubicBezTo>
                <a:cubicBezTo>
                  <a:pt x="77242" y="88503"/>
                  <a:pt x="79177" y="92224"/>
                  <a:pt x="79177" y="98053"/>
                </a:cubicBezTo>
                <a:cubicBezTo>
                  <a:pt x="79177" y="106412"/>
                  <a:pt x="79102" y="116756"/>
                  <a:pt x="79102" y="118790"/>
                </a:cubicBezTo>
                <a:cubicBezTo>
                  <a:pt x="79102" y="120402"/>
                  <a:pt x="80243" y="122362"/>
                  <a:pt x="83393" y="121791"/>
                </a:cubicBezTo>
                <a:cubicBezTo>
                  <a:pt x="108198" y="113556"/>
                  <a:pt x="125016" y="90016"/>
                  <a:pt x="125016" y="62508"/>
                </a:cubicBezTo>
                <a:cubicBezTo>
                  <a:pt x="125016" y="28104"/>
                  <a:pt x="97110" y="1984"/>
                  <a:pt x="62706" y="1984"/>
                </a:cubicBezTo>
                <a:close/>
                <a:moveTo>
                  <a:pt x="26095" y="87536"/>
                </a:moveTo>
                <a:cubicBezTo>
                  <a:pt x="25772" y="87784"/>
                  <a:pt x="25846" y="88354"/>
                  <a:pt x="26268" y="88826"/>
                </a:cubicBezTo>
                <a:cubicBezTo>
                  <a:pt x="26665" y="89222"/>
                  <a:pt x="27236" y="89396"/>
                  <a:pt x="27558" y="89074"/>
                </a:cubicBezTo>
                <a:cubicBezTo>
                  <a:pt x="27880" y="88826"/>
                  <a:pt x="27806" y="88255"/>
                  <a:pt x="27384" y="87784"/>
                </a:cubicBezTo>
                <a:cubicBezTo>
                  <a:pt x="26988" y="87387"/>
                  <a:pt x="26417" y="87213"/>
                  <a:pt x="26095" y="87536"/>
                </a:cubicBezTo>
                <a:close/>
                <a:moveTo>
                  <a:pt x="23416" y="85527"/>
                </a:moveTo>
                <a:cubicBezTo>
                  <a:pt x="23242" y="85849"/>
                  <a:pt x="23490" y="86246"/>
                  <a:pt x="23986" y="86494"/>
                </a:cubicBezTo>
                <a:cubicBezTo>
                  <a:pt x="24383" y="86742"/>
                  <a:pt x="24879" y="86668"/>
                  <a:pt x="25053" y="86320"/>
                </a:cubicBezTo>
                <a:cubicBezTo>
                  <a:pt x="25226" y="85998"/>
                  <a:pt x="24978" y="85601"/>
                  <a:pt x="24482" y="85353"/>
                </a:cubicBezTo>
                <a:cubicBezTo>
                  <a:pt x="23986" y="85204"/>
                  <a:pt x="23589" y="85279"/>
                  <a:pt x="23416" y="85527"/>
                </a:cubicBezTo>
                <a:close/>
                <a:moveTo>
                  <a:pt x="31452" y="94357"/>
                </a:moveTo>
                <a:cubicBezTo>
                  <a:pt x="31055" y="94679"/>
                  <a:pt x="31204" y="95424"/>
                  <a:pt x="31775" y="95895"/>
                </a:cubicBezTo>
                <a:cubicBezTo>
                  <a:pt x="32345" y="96465"/>
                  <a:pt x="33065" y="96540"/>
                  <a:pt x="33387" y="96143"/>
                </a:cubicBezTo>
                <a:cubicBezTo>
                  <a:pt x="33710" y="95821"/>
                  <a:pt x="33561" y="95076"/>
                  <a:pt x="33065" y="94605"/>
                </a:cubicBezTo>
                <a:cubicBezTo>
                  <a:pt x="32519" y="94035"/>
                  <a:pt x="31775" y="93960"/>
                  <a:pt x="31452" y="94357"/>
                </a:cubicBezTo>
                <a:close/>
                <a:moveTo>
                  <a:pt x="28625" y="90711"/>
                </a:moveTo>
                <a:cubicBezTo>
                  <a:pt x="28228" y="90959"/>
                  <a:pt x="28228" y="91604"/>
                  <a:pt x="28625" y="92174"/>
                </a:cubicBezTo>
                <a:cubicBezTo>
                  <a:pt x="29021" y="92745"/>
                  <a:pt x="29691" y="92993"/>
                  <a:pt x="30014" y="92745"/>
                </a:cubicBezTo>
                <a:cubicBezTo>
                  <a:pt x="30411" y="92422"/>
                  <a:pt x="30411" y="91777"/>
                  <a:pt x="30014" y="91207"/>
                </a:cubicBezTo>
                <a:cubicBezTo>
                  <a:pt x="29666" y="90636"/>
                  <a:pt x="29021" y="90388"/>
                  <a:pt x="28625" y="90711"/>
                </a:cubicBezTo>
                <a:close/>
              </a:path>
            </a:pathLst>
          </a:custGeom>
          <a:solidFill>
            <a:srgbClr val="1E2939"/>
          </a:solidFill>
          <a:ln/>
        </p:spPr>
      </p:sp>
      <p:sp>
        <p:nvSpPr>
          <p:cNvPr id="68" name="Text 66"/>
          <p:cNvSpPr/>
          <p:nvPr/>
        </p:nvSpPr>
        <p:spPr>
          <a:xfrm>
            <a:off x="4613275" y="4770506"/>
            <a:ext cx="125412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GitHub - Version Control</a:t>
            </a:r>
            <a:endParaRPr lang="en-US" sz="1600" dirty="0"/>
          </a:p>
        </p:txBody>
      </p:sp>
      <p:sp>
        <p:nvSpPr>
          <p:cNvPr id="69" name="Shape 67"/>
          <p:cNvSpPr/>
          <p:nvPr/>
        </p:nvSpPr>
        <p:spPr>
          <a:xfrm>
            <a:off x="8134350" y="3402083"/>
            <a:ext cx="3736975" cy="1911350"/>
          </a:xfrm>
          <a:custGeom>
            <a:avLst/>
            <a:gdLst/>
            <a:ahLst/>
            <a:cxnLst/>
            <a:rect l="l" t="t" r="r" b="b"/>
            <a:pathLst>
              <a:path w="3736975" h="1911350">
                <a:moveTo>
                  <a:pt x="95243" y="0"/>
                </a:moveTo>
                <a:lnTo>
                  <a:pt x="3641732" y="0"/>
                </a:lnTo>
                <a:cubicBezTo>
                  <a:pt x="3694298" y="0"/>
                  <a:pt x="3736975" y="42677"/>
                  <a:pt x="3736975" y="95243"/>
                </a:cubicBezTo>
                <a:lnTo>
                  <a:pt x="3736975" y="1816107"/>
                </a:lnTo>
                <a:cubicBezTo>
                  <a:pt x="3736975" y="1868708"/>
                  <a:pt x="3694333" y="1911350"/>
                  <a:pt x="3641732" y="1911350"/>
                </a:cubicBezTo>
                <a:lnTo>
                  <a:pt x="95243" y="1911350"/>
                </a:lnTo>
                <a:cubicBezTo>
                  <a:pt x="42677" y="1911350"/>
                  <a:pt x="0" y="1868673"/>
                  <a:pt x="0" y="1816107"/>
                </a:cubicBezTo>
                <a:lnTo>
                  <a:pt x="0" y="95243"/>
                </a:lnTo>
                <a:cubicBezTo>
                  <a:pt x="0" y="42642"/>
                  <a:pt x="42642" y="0"/>
                  <a:pt x="95243" y="0"/>
                </a:cubicBezTo>
                <a:close/>
              </a:path>
            </a:pathLst>
          </a:custGeom>
          <a:solidFill>
            <a:srgbClr val="FFFFFF"/>
          </a:solidFill>
          <a:ln w="10160">
            <a:solidFill>
              <a:srgbClr val="F3F4F6"/>
            </a:solidFill>
            <a:prstDash val="solid"/>
          </a:ln>
          <a:effectLst>
            <a:outerShdw blurRad="23813" dist="7938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70" name="Shape 68"/>
          <p:cNvSpPr/>
          <p:nvPr/>
        </p:nvSpPr>
        <p:spPr>
          <a:xfrm>
            <a:off x="8296275" y="3564006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95250" y="0"/>
                </a:moveTo>
                <a:lnTo>
                  <a:pt x="285750" y="0"/>
                </a:lnTo>
                <a:cubicBezTo>
                  <a:pt x="338320" y="0"/>
                  <a:pt x="381000" y="42680"/>
                  <a:pt x="381000" y="95250"/>
                </a:cubicBezTo>
                <a:lnTo>
                  <a:pt x="381000" y="285750"/>
                </a:lnTo>
                <a:cubicBezTo>
                  <a:pt x="381000" y="338320"/>
                  <a:pt x="338320" y="381000"/>
                  <a:pt x="285750" y="381000"/>
                </a:cubicBezTo>
                <a:lnTo>
                  <a:pt x="95250" y="381000"/>
                </a:lnTo>
                <a:cubicBezTo>
                  <a:pt x="42680" y="381000"/>
                  <a:pt x="0" y="338320"/>
                  <a:pt x="0" y="285750"/>
                </a:cubicBezTo>
                <a:lnTo>
                  <a:pt x="0" y="95250"/>
                </a:lnTo>
                <a:cubicBezTo>
                  <a:pt x="0" y="42680"/>
                  <a:pt x="42680" y="0"/>
                  <a:pt x="95250" y="0"/>
                </a:cubicBezTo>
                <a:close/>
              </a:path>
            </a:pathLst>
          </a:custGeom>
          <a:solidFill>
            <a:srgbClr val="FB2C36">
              <a:alpha val="10196"/>
            </a:srgbClr>
          </a:solidFill>
          <a:ln/>
        </p:spPr>
      </p:sp>
      <p:sp>
        <p:nvSpPr>
          <p:cNvPr id="71" name="Shape 69"/>
          <p:cNvSpPr/>
          <p:nvPr/>
        </p:nvSpPr>
        <p:spPr>
          <a:xfrm>
            <a:off x="8407400" y="3675131"/>
            <a:ext cx="158750" cy="158750"/>
          </a:xfrm>
          <a:custGeom>
            <a:avLst/>
            <a:gdLst/>
            <a:ahLst/>
            <a:cxnLst/>
            <a:rect l="l" t="t" r="r" b="b"/>
            <a:pathLst>
              <a:path w="158750" h="158750">
                <a:moveTo>
                  <a:pt x="79375" y="0"/>
                </a:moveTo>
                <a:cubicBezTo>
                  <a:pt x="80801" y="0"/>
                  <a:pt x="82228" y="310"/>
                  <a:pt x="83530" y="899"/>
                </a:cubicBezTo>
                <a:lnTo>
                  <a:pt x="141945" y="25673"/>
                </a:lnTo>
                <a:cubicBezTo>
                  <a:pt x="148766" y="28556"/>
                  <a:pt x="153851" y="35285"/>
                  <a:pt x="153820" y="43408"/>
                </a:cubicBezTo>
                <a:cubicBezTo>
                  <a:pt x="153665" y="74166"/>
                  <a:pt x="141015" y="130442"/>
                  <a:pt x="87592" y="156021"/>
                </a:cubicBezTo>
                <a:cubicBezTo>
                  <a:pt x="82414" y="158502"/>
                  <a:pt x="76398" y="158502"/>
                  <a:pt x="71220" y="156021"/>
                </a:cubicBezTo>
                <a:cubicBezTo>
                  <a:pt x="17766" y="130442"/>
                  <a:pt x="5147" y="74166"/>
                  <a:pt x="4992" y="43408"/>
                </a:cubicBezTo>
                <a:cubicBezTo>
                  <a:pt x="4961" y="35285"/>
                  <a:pt x="10046" y="28556"/>
                  <a:pt x="16867" y="25673"/>
                </a:cubicBezTo>
                <a:lnTo>
                  <a:pt x="75251" y="899"/>
                </a:lnTo>
                <a:cubicBezTo>
                  <a:pt x="76553" y="310"/>
                  <a:pt x="77949" y="0"/>
                  <a:pt x="79375" y="0"/>
                </a:cubicBezTo>
                <a:close/>
                <a:moveTo>
                  <a:pt x="79375" y="20712"/>
                </a:moveTo>
                <a:lnTo>
                  <a:pt x="79375" y="137945"/>
                </a:lnTo>
                <a:cubicBezTo>
                  <a:pt x="122163" y="117233"/>
                  <a:pt x="133666" y="71344"/>
                  <a:pt x="133945" y="43873"/>
                </a:cubicBezTo>
                <a:lnTo>
                  <a:pt x="79375" y="20743"/>
                </a:lnTo>
                <a:lnTo>
                  <a:pt x="79375" y="20743"/>
                </a:lnTo>
                <a:close/>
              </a:path>
            </a:pathLst>
          </a:custGeom>
          <a:solidFill>
            <a:srgbClr val="FB2C36"/>
          </a:solidFill>
          <a:ln/>
        </p:spPr>
      </p:sp>
      <p:sp>
        <p:nvSpPr>
          <p:cNvPr id="72" name="Text 70"/>
          <p:cNvSpPr/>
          <p:nvPr/>
        </p:nvSpPr>
        <p:spPr>
          <a:xfrm>
            <a:off x="8772525" y="3643381"/>
            <a:ext cx="595313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Security</a:t>
            </a:r>
            <a:endParaRPr lang="en-US" sz="1600" dirty="0"/>
          </a:p>
        </p:txBody>
      </p:sp>
      <p:sp>
        <p:nvSpPr>
          <p:cNvPr id="73" name="Text 71"/>
          <p:cNvSpPr/>
          <p:nvPr/>
        </p:nvSpPr>
        <p:spPr>
          <a:xfrm>
            <a:off x="8296275" y="4072006"/>
            <a:ext cx="346868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6A728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Protection</a:t>
            </a:r>
            <a:endParaRPr lang="en-US" sz="1600" dirty="0"/>
          </a:p>
        </p:txBody>
      </p:sp>
      <p:sp>
        <p:nvSpPr>
          <p:cNvPr id="74" name="Shape 72"/>
          <p:cNvSpPr/>
          <p:nvPr/>
        </p:nvSpPr>
        <p:spPr>
          <a:xfrm>
            <a:off x="8328025" y="4341881"/>
            <a:ext cx="95250" cy="127000"/>
          </a:xfrm>
          <a:custGeom>
            <a:avLst/>
            <a:gdLst/>
            <a:ahLst/>
            <a:cxnLst/>
            <a:rect l="l" t="t" r="r" b="b"/>
            <a:pathLst>
              <a:path w="95250" h="127000">
                <a:moveTo>
                  <a:pt x="31750" y="23812"/>
                </a:moveTo>
                <a:lnTo>
                  <a:pt x="31750" y="39688"/>
                </a:lnTo>
                <a:lnTo>
                  <a:pt x="63500" y="39688"/>
                </a:lnTo>
                <a:lnTo>
                  <a:pt x="63500" y="23812"/>
                </a:lnTo>
                <a:cubicBezTo>
                  <a:pt x="63500" y="15056"/>
                  <a:pt x="56381" y="7938"/>
                  <a:pt x="47625" y="7938"/>
                </a:cubicBezTo>
                <a:cubicBezTo>
                  <a:pt x="38869" y="7938"/>
                  <a:pt x="31750" y="15056"/>
                  <a:pt x="31750" y="23812"/>
                </a:cubicBezTo>
                <a:close/>
                <a:moveTo>
                  <a:pt x="15875" y="39688"/>
                </a:moveTo>
                <a:lnTo>
                  <a:pt x="15875" y="23812"/>
                </a:lnTo>
                <a:cubicBezTo>
                  <a:pt x="15875" y="6276"/>
                  <a:pt x="30088" y="-7937"/>
                  <a:pt x="47625" y="-7937"/>
                </a:cubicBezTo>
                <a:cubicBezTo>
                  <a:pt x="65162" y="-7937"/>
                  <a:pt x="79375" y="6276"/>
                  <a:pt x="79375" y="23812"/>
                </a:cubicBezTo>
                <a:lnTo>
                  <a:pt x="79375" y="39688"/>
                </a:lnTo>
                <a:cubicBezTo>
                  <a:pt x="88131" y="39688"/>
                  <a:pt x="95250" y="46806"/>
                  <a:pt x="95250" y="55563"/>
                </a:cubicBezTo>
                <a:lnTo>
                  <a:pt x="95250" y="111125"/>
                </a:lnTo>
                <a:cubicBezTo>
                  <a:pt x="95250" y="119881"/>
                  <a:pt x="88131" y="127000"/>
                  <a:pt x="79375" y="127000"/>
                </a:cubicBezTo>
                <a:lnTo>
                  <a:pt x="15875" y="127000"/>
                </a:lnTo>
                <a:cubicBezTo>
                  <a:pt x="7119" y="127000"/>
                  <a:pt x="0" y="119881"/>
                  <a:pt x="0" y="111125"/>
                </a:cubicBezTo>
                <a:lnTo>
                  <a:pt x="0" y="55563"/>
                </a:lnTo>
                <a:cubicBezTo>
                  <a:pt x="0" y="46806"/>
                  <a:pt x="7119" y="39688"/>
                  <a:pt x="15875" y="39688"/>
                </a:cubicBezTo>
                <a:close/>
              </a:path>
            </a:pathLst>
          </a:custGeom>
          <a:solidFill>
            <a:srgbClr val="00C950"/>
          </a:solidFill>
          <a:ln/>
        </p:spPr>
      </p:sp>
      <p:sp>
        <p:nvSpPr>
          <p:cNvPr id="75" name="Text 73"/>
          <p:cNvSpPr/>
          <p:nvPr/>
        </p:nvSpPr>
        <p:spPr>
          <a:xfrm>
            <a:off x="8518525" y="4326006"/>
            <a:ext cx="100012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HTTPS - Encrypted</a:t>
            </a:r>
            <a:endParaRPr lang="en-US" sz="1600" dirty="0"/>
          </a:p>
        </p:txBody>
      </p:sp>
      <p:sp>
        <p:nvSpPr>
          <p:cNvPr id="76" name="Shape 74"/>
          <p:cNvSpPr/>
          <p:nvPr/>
        </p:nvSpPr>
        <p:spPr>
          <a:xfrm>
            <a:off x="8312150" y="4564131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83344" y="87313"/>
                </a:moveTo>
                <a:cubicBezTo>
                  <a:pt x="107454" y="87313"/>
                  <a:pt x="127000" y="67766"/>
                  <a:pt x="127000" y="43656"/>
                </a:cubicBezTo>
                <a:cubicBezTo>
                  <a:pt x="127000" y="19546"/>
                  <a:pt x="107454" y="0"/>
                  <a:pt x="83344" y="0"/>
                </a:cubicBezTo>
                <a:cubicBezTo>
                  <a:pt x="59234" y="0"/>
                  <a:pt x="39688" y="19546"/>
                  <a:pt x="39688" y="43656"/>
                </a:cubicBezTo>
                <a:cubicBezTo>
                  <a:pt x="39688" y="48295"/>
                  <a:pt x="40407" y="52784"/>
                  <a:pt x="41746" y="56976"/>
                </a:cubicBezTo>
                <a:lnTo>
                  <a:pt x="1736" y="96986"/>
                </a:lnTo>
                <a:cubicBezTo>
                  <a:pt x="620" y="98103"/>
                  <a:pt x="0" y="99616"/>
                  <a:pt x="0" y="101203"/>
                </a:cubicBezTo>
                <a:lnTo>
                  <a:pt x="0" y="121047"/>
                </a:lnTo>
                <a:cubicBezTo>
                  <a:pt x="0" y="124346"/>
                  <a:pt x="2654" y="127000"/>
                  <a:pt x="5953" y="127000"/>
                </a:cubicBezTo>
                <a:lnTo>
                  <a:pt x="25797" y="127000"/>
                </a:lnTo>
                <a:cubicBezTo>
                  <a:pt x="29096" y="127000"/>
                  <a:pt x="31750" y="124346"/>
                  <a:pt x="31750" y="121047"/>
                </a:cubicBezTo>
                <a:lnTo>
                  <a:pt x="31750" y="111125"/>
                </a:lnTo>
                <a:lnTo>
                  <a:pt x="41672" y="111125"/>
                </a:lnTo>
                <a:cubicBezTo>
                  <a:pt x="44971" y="111125"/>
                  <a:pt x="47625" y="108471"/>
                  <a:pt x="47625" y="105172"/>
                </a:cubicBezTo>
                <a:lnTo>
                  <a:pt x="47625" y="95250"/>
                </a:lnTo>
                <a:lnTo>
                  <a:pt x="57547" y="95250"/>
                </a:lnTo>
                <a:cubicBezTo>
                  <a:pt x="59134" y="95250"/>
                  <a:pt x="60647" y="94630"/>
                  <a:pt x="61764" y="93514"/>
                </a:cubicBezTo>
                <a:lnTo>
                  <a:pt x="70024" y="85254"/>
                </a:lnTo>
                <a:cubicBezTo>
                  <a:pt x="74216" y="86593"/>
                  <a:pt x="78705" y="87313"/>
                  <a:pt x="83344" y="87313"/>
                </a:cubicBezTo>
                <a:close/>
                <a:moveTo>
                  <a:pt x="93266" y="23812"/>
                </a:moveTo>
                <a:cubicBezTo>
                  <a:pt x="98742" y="23812"/>
                  <a:pt x="103188" y="28258"/>
                  <a:pt x="103188" y="33734"/>
                </a:cubicBezTo>
                <a:cubicBezTo>
                  <a:pt x="103188" y="39210"/>
                  <a:pt x="98742" y="43656"/>
                  <a:pt x="93266" y="43656"/>
                </a:cubicBezTo>
                <a:cubicBezTo>
                  <a:pt x="87790" y="43656"/>
                  <a:pt x="83344" y="39210"/>
                  <a:pt x="83344" y="33734"/>
                </a:cubicBezTo>
                <a:cubicBezTo>
                  <a:pt x="83344" y="28258"/>
                  <a:pt x="87790" y="23812"/>
                  <a:pt x="93266" y="23812"/>
                </a:cubicBezTo>
                <a:close/>
              </a:path>
            </a:pathLst>
          </a:custGeom>
          <a:solidFill>
            <a:srgbClr val="D08700"/>
          </a:solidFill>
          <a:ln/>
        </p:spPr>
      </p:sp>
      <p:sp>
        <p:nvSpPr>
          <p:cNvPr id="77" name="Text 75"/>
          <p:cNvSpPr/>
          <p:nvPr/>
        </p:nvSpPr>
        <p:spPr>
          <a:xfrm>
            <a:off x="8518525" y="4548256"/>
            <a:ext cx="153987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Password Hashing (SHA-256)</a:t>
            </a:r>
            <a:endParaRPr lang="en-US" sz="1600" dirty="0"/>
          </a:p>
        </p:txBody>
      </p:sp>
      <p:sp>
        <p:nvSpPr>
          <p:cNvPr id="78" name="Shape 76"/>
          <p:cNvSpPr/>
          <p:nvPr/>
        </p:nvSpPr>
        <p:spPr>
          <a:xfrm>
            <a:off x="8312150" y="4786381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62855" y="719"/>
                </a:moveTo>
                <a:cubicBezTo>
                  <a:pt x="61813" y="248"/>
                  <a:pt x="60697" y="0"/>
                  <a:pt x="59531" y="0"/>
                </a:cubicBezTo>
                <a:cubicBezTo>
                  <a:pt x="58365" y="0"/>
                  <a:pt x="57249" y="248"/>
                  <a:pt x="56207" y="719"/>
                </a:cubicBezTo>
                <a:lnTo>
                  <a:pt x="9500" y="20538"/>
                </a:lnTo>
                <a:cubicBezTo>
                  <a:pt x="4043" y="22845"/>
                  <a:pt x="-25" y="28228"/>
                  <a:pt x="0" y="34727"/>
                </a:cubicBezTo>
                <a:cubicBezTo>
                  <a:pt x="124" y="59333"/>
                  <a:pt x="10244" y="104353"/>
                  <a:pt x="52983" y="124817"/>
                </a:cubicBezTo>
                <a:cubicBezTo>
                  <a:pt x="57125" y="126802"/>
                  <a:pt x="61937" y="126802"/>
                  <a:pt x="66080" y="124817"/>
                </a:cubicBezTo>
                <a:cubicBezTo>
                  <a:pt x="108843" y="104353"/>
                  <a:pt x="118963" y="59333"/>
                  <a:pt x="119063" y="34727"/>
                </a:cubicBezTo>
                <a:cubicBezTo>
                  <a:pt x="119087" y="28228"/>
                  <a:pt x="115019" y="22845"/>
                  <a:pt x="109562" y="20538"/>
                </a:cubicBezTo>
                <a:lnTo>
                  <a:pt x="62855" y="719"/>
                </a:lnTo>
                <a:close/>
                <a:moveTo>
                  <a:pt x="59531" y="31750"/>
                </a:moveTo>
                <a:cubicBezTo>
                  <a:pt x="62830" y="31750"/>
                  <a:pt x="65484" y="34404"/>
                  <a:pt x="65484" y="37703"/>
                </a:cubicBezTo>
                <a:cubicBezTo>
                  <a:pt x="65484" y="43383"/>
                  <a:pt x="72355" y="46236"/>
                  <a:pt x="76374" y="42218"/>
                </a:cubicBezTo>
                <a:cubicBezTo>
                  <a:pt x="78705" y="39886"/>
                  <a:pt x="82476" y="39886"/>
                  <a:pt x="84782" y="42218"/>
                </a:cubicBezTo>
                <a:cubicBezTo>
                  <a:pt x="87089" y="44549"/>
                  <a:pt x="87114" y="48320"/>
                  <a:pt x="84782" y="50626"/>
                </a:cubicBezTo>
                <a:cubicBezTo>
                  <a:pt x="80764" y="54645"/>
                  <a:pt x="83617" y="61516"/>
                  <a:pt x="89297" y="61516"/>
                </a:cubicBezTo>
                <a:cubicBezTo>
                  <a:pt x="92596" y="61516"/>
                  <a:pt x="95250" y="64170"/>
                  <a:pt x="95250" y="67469"/>
                </a:cubicBezTo>
                <a:cubicBezTo>
                  <a:pt x="95250" y="70768"/>
                  <a:pt x="92596" y="73422"/>
                  <a:pt x="89297" y="73422"/>
                </a:cubicBezTo>
                <a:cubicBezTo>
                  <a:pt x="83617" y="73422"/>
                  <a:pt x="80764" y="80293"/>
                  <a:pt x="84782" y="84311"/>
                </a:cubicBezTo>
                <a:cubicBezTo>
                  <a:pt x="87114" y="86643"/>
                  <a:pt x="87114" y="90413"/>
                  <a:pt x="84782" y="92720"/>
                </a:cubicBezTo>
                <a:cubicBezTo>
                  <a:pt x="82451" y="95027"/>
                  <a:pt x="78680" y="95052"/>
                  <a:pt x="76374" y="92720"/>
                </a:cubicBezTo>
                <a:cubicBezTo>
                  <a:pt x="72355" y="88702"/>
                  <a:pt x="65484" y="91554"/>
                  <a:pt x="65484" y="97234"/>
                </a:cubicBezTo>
                <a:cubicBezTo>
                  <a:pt x="65484" y="100533"/>
                  <a:pt x="62830" y="103187"/>
                  <a:pt x="59531" y="103187"/>
                </a:cubicBezTo>
                <a:cubicBezTo>
                  <a:pt x="56232" y="103187"/>
                  <a:pt x="53578" y="100533"/>
                  <a:pt x="53578" y="97234"/>
                </a:cubicBezTo>
                <a:cubicBezTo>
                  <a:pt x="53578" y="91554"/>
                  <a:pt x="46707" y="88702"/>
                  <a:pt x="42689" y="92720"/>
                </a:cubicBezTo>
                <a:cubicBezTo>
                  <a:pt x="40357" y="95052"/>
                  <a:pt x="36587" y="95052"/>
                  <a:pt x="34280" y="92720"/>
                </a:cubicBezTo>
                <a:cubicBezTo>
                  <a:pt x="31973" y="90388"/>
                  <a:pt x="31948" y="86618"/>
                  <a:pt x="34280" y="84311"/>
                </a:cubicBezTo>
                <a:cubicBezTo>
                  <a:pt x="38298" y="80293"/>
                  <a:pt x="35446" y="73422"/>
                  <a:pt x="29766" y="73422"/>
                </a:cubicBezTo>
                <a:cubicBezTo>
                  <a:pt x="26467" y="73422"/>
                  <a:pt x="23812" y="70768"/>
                  <a:pt x="23812" y="67469"/>
                </a:cubicBezTo>
                <a:cubicBezTo>
                  <a:pt x="23812" y="64170"/>
                  <a:pt x="26467" y="61516"/>
                  <a:pt x="29766" y="61516"/>
                </a:cubicBezTo>
                <a:cubicBezTo>
                  <a:pt x="35446" y="61516"/>
                  <a:pt x="38298" y="54645"/>
                  <a:pt x="34280" y="50626"/>
                </a:cubicBezTo>
                <a:cubicBezTo>
                  <a:pt x="31948" y="48295"/>
                  <a:pt x="31948" y="44524"/>
                  <a:pt x="34280" y="42218"/>
                </a:cubicBezTo>
                <a:cubicBezTo>
                  <a:pt x="36612" y="39911"/>
                  <a:pt x="40382" y="39886"/>
                  <a:pt x="42689" y="42218"/>
                </a:cubicBezTo>
                <a:cubicBezTo>
                  <a:pt x="46707" y="46236"/>
                  <a:pt x="53578" y="43383"/>
                  <a:pt x="53578" y="37703"/>
                </a:cubicBezTo>
                <a:cubicBezTo>
                  <a:pt x="53578" y="34404"/>
                  <a:pt x="56232" y="31750"/>
                  <a:pt x="59531" y="31750"/>
                </a:cubicBezTo>
                <a:close/>
                <a:moveTo>
                  <a:pt x="51594" y="65484"/>
                </a:moveTo>
                <a:cubicBezTo>
                  <a:pt x="54879" y="65484"/>
                  <a:pt x="57547" y="62817"/>
                  <a:pt x="57547" y="59531"/>
                </a:cubicBezTo>
                <a:cubicBezTo>
                  <a:pt x="57547" y="56246"/>
                  <a:pt x="54879" y="53578"/>
                  <a:pt x="51594" y="53578"/>
                </a:cubicBezTo>
                <a:cubicBezTo>
                  <a:pt x="48308" y="53578"/>
                  <a:pt x="45641" y="56246"/>
                  <a:pt x="45641" y="59531"/>
                </a:cubicBezTo>
                <a:cubicBezTo>
                  <a:pt x="45641" y="62817"/>
                  <a:pt x="48308" y="65484"/>
                  <a:pt x="51594" y="65484"/>
                </a:cubicBezTo>
                <a:close/>
                <a:moveTo>
                  <a:pt x="73422" y="75406"/>
                </a:moveTo>
                <a:cubicBezTo>
                  <a:pt x="73422" y="72121"/>
                  <a:pt x="70754" y="69453"/>
                  <a:pt x="67469" y="69453"/>
                </a:cubicBezTo>
                <a:cubicBezTo>
                  <a:pt x="64183" y="69453"/>
                  <a:pt x="61516" y="72121"/>
                  <a:pt x="61516" y="75406"/>
                </a:cubicBezTo>
                <a:cubicBezTo>
                  <a:pt x="61516" y="78692"/>
                  <a:pt x="64183" y="81359"/>
                  <a:pt x="67469" y="81359"/>
                </a:cubicBezTo>
                <a:cubicBezTo>
                  <a:pt x="70754" y="81359"/>
                  <a:pt x="73422" y="78692"/>
                  <a:pt x="73422" y="75406"/>
                </a:cubicBezTo>
                <a:close/>
              </a:path>
            </a:pathLst>
          </a:custGeom>
          <a:solidFill>
            <a:srgbClr val="2B7FFF"/>
          </a:solidFill>
          <a:ln/>
        </p:spPr>
      </p:sp>
      <p:sp>
        <p:nvSpPr>
          <p:cNvPr id="79" name="Text 77"/>
          <p:cNvSpPr/>
          <p:nvPr/>
        </p:nvSpPr>
        <p:spPr>
          <a:xfrm>
            <a:off x="8518525" y="4770506"/>
            <a:ext cx="8810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CORS Protection</a:t>
            </a:r>
            <a:endParaRPr lang="en-US" sz="1600" dirty="0"/>
          </a:p>
        </p:txBody>
      </p:sp>
      <p:sp>
        <p:nvSpPr>
          <p:cNvPr id="80" name="Shape 78"/>
          <p:cNvSpPr/>
          <p:nvPr/>
        </p:nvSpPr>
        <p:spPr>
          <a:xfrm>
            <a:off x="8312150" y="5008631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91083" y="102319"/>
                </a:moveTo>
                <a:lnTo>
                  <a:pt x="24681" y="35917"/>
                </a:lnTo>
                <a:cubicBezTo>
                  <a:pt x="19124" y="43706"/>
                  <a:pt x="15875" y="53231"/>
                  <a:pt x="15875" y="63500"/>
                </a:cubicBezTo>
                <a:cubicBezTo>
                  <a:pt x="15875" y="89793"/>
                  <a:pt x="37207" y="111125"/>
                  <a:pt x="63500" y="111125"/>
                </a:cubicBezTo>
                <a:cubicBezTo>
                  <a:pt x="73794" y="111125"/>
                  <a:pt x="83319" y="107876"/>
                  <a:pt x="91083" y="102319"/>
                </a:cubicBezTo>
                <a:close/>
                <a:moveTo>
                  <a:pt x="102319" y="91083"/>
                </a:moveTo>
                <a:cubicBezTo>
                  <a:pt x="107876" y="83294"/>
                  <a:pt x="111125" y="73769"/>
                  <a:pt x="111125" y="63500"/>
                </a:cubicBezTo>
                <a:cubicBezTo>
                  <a:pt x="111125" y="37207"/>
                  <a:pt x="89793" y="15875"/>
                  <a:pt x="63500" y="15875"/>
                </a:cubicBezTo>
                <a:cubicBezTo>
                  <a:pt x="53206" y="15875"/>
                  <a:pt x="43681" y="19124"/>
                  <a:pt x="35917" y="24681"/>
                </a:cubicBezTo>
                <a:lnTo>
                  <a:pt x="102319" y="91083"/>
                </a:lnTo>
                <a:close/>
                <a:moveTo>
                  <a:pt x="0" y="63500"/>
                </a:moveTo>
                <a:cubicBezTo>
                  <a:pt x="0" y="28453"/>
                  <a:pt x="28453" y="0"/>
                  <a:pt x="63500" y="0"/>
                </a:cubicBezTo>
                <a:cubicBezTo>
                  <a:pt x="98547" y="0"/>
                  <a:pt x="127000" y="28453"/>
                  <a:pt x="127000" y="63500"/>
                </a:cubicBezTo>
                <a:cubicBezTo>
                  <a:pt x="127000" y="98547"/>
                  <a:pt x="98547" y="127000"/>
                  <a:pt x="63500" y="127000"/>
                </a:cubicBezTo>
                <a:cubicBezTo>
                  <a:pt x="28453" y="127000"/>
                  <a:pt x="0" y="98547"/>
                  <a:pt x="0" y="63500"/>
                </a:cubicBezTo>
                <a:close/>
              </a:path>
            </a:pathLst>
          </a:custGeom>
          <a:solidFill>
            <a:srgbClr val="FB2C36"/>
          </a:solidFill>
          <a:ln/>
        </p:spPr>
      </p:sp>
      <p:sp>
        <p:nvSpPr>
          <p:cNvPr id="81" name="Text 79"/>
          <p:cNvSpPr/>
          <p:nvPr/>
        </p:nvSpPr>
        <p:spPr>
          <a:xfrm>
            <a:off x="8518525" y="4992756"/>
            <a:ext cx="125412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SQL Injection Prevention</a:t>
            </a:r>
            <a:endParaRPr lang="en-US" sz="1600" dirty="0"/>
          </a:p>
        </p:txBody>
      </p:sp>
      <p:sp>
        <p:nvSpPr>
          <p:cNvPr id="82" name="Shape 80"/>
          <p:cNvSpPr/>
          <p:nvPr/>
        </p:nvSpPr>
        <p:spPr>
          <a:xfrm>
            <a:off x="323850" y="5510284"/>
            <a:ext cx="11547475" cy="768350"/>
          </a:xfrm>
          <a:custGeom>
            <a:avLst/>
            <a:gdLst/>
            <a:ahLst/>
            <a:cxnLst/>
            <a:rect l="l" t="t" r="r" b="b"/>
            <a:pathLst>
              <a:path w="11547475" h="768350">
                <a:moveTo>
                  <a:pt x="95252" y="0"/>
                </a:moveTo>
                <a:lnTo>
                  <a:pt x="11452223" y="0"/>
                </a:lnTo>
                <a:cubicBezTo>
                  <a:pt x="11504829" y="0"/>
                  <a:pt x="11547475" y="42646"/>
                  <a:pt x="11547475" y="95252"/>
                </a:cubicBezTo>
                <a:lnTo>
                  <a:pt x="11547475" y="673098"/>
                </a:lnTo>
                <a:cubicBezTo>
                  <a:pt x="11547475" y="725704"/>
                  <a:pt x="11504829" y="768350"/>
                  <a:pt x="11452223" y="768350"/>
                </a:cubicBezTo>
                <a:lnTo>
                  <a:pt x="95252" y="768350"/>
                </a:lnTo>
                <a:cubicBezTo>
                  <a:pt x="42646" y="768350"/>
                  <a:pt x="0" y="725704"/>
                  <a:pt x="0" y="673098"/>
                </a:cubicBezTo>
                <a:lnTo>
                  <a:pt x="0" y="95252"/>
                </a:lnTo>
                <a:cubicBezTo>
                  <a:pt x="0" y="42646"/>
                  <a:pt x="42646" y="0"/>
                  <a:pt x="95252" y="0"/>
                </a:cubicBezTo>
                <a:close/>
              </a:path>
            </a:pathLst>
          </a:custGeom>
          <a:gradFill flip="none" rotWithShape="1">
            <a:gsLst>
              <a:gs pos="0">
                <a:srgbClr val="6366F1">
                  <a:alpha val="5000"/>
                </a:srgbClr>
              </a:gs>
              <a:gs pos="100000">
                <a:srgbClr val="818CF8">
                  <a:alpha val="5000"/>
                </a:srgbClr>
              </a:gs>
            </a:gsLst>
            <a:lin ang="0" scaled="1"/>
          </a:gradFill>
          <a:ln w="10160">
            <a:solidFill>
              <a:srgbClr val="6366F1">
                <a:alpha val="20000"/>
              </a:srgbClr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485775" y="5672207"/>
            <a:ext cx="112871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Why These Tools?</a:t>
            </a:r>
            <a:endParaRPr lang="en-US" sz="1600" dirty="0"/>
          </a:p>
        </p:txBody>
      </p:sp>
      <p:sp>
        <p:nvSpPr>
          <p:cNvPr id="84" name="Shape 82"/>
          <p:cNvSpPr/>
          <p:nvPr/>
        </p:nvSpPr>
        <p:spPr>
          <a:xfrm>
            <a:off x="501650" y="5973832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63500" y="127000"/>
                </a:moveTo>
                <a:cubicBezTo>
                  <a:pt x="98547" y="127000"/>
                  <a:pt x="127000" y="98547"/>
                  <a:pt x="127000" y="63500"/>
                </a:cubicBezTo>
                <a:cubicBezTo>
                  <a:pt x="127000" y="28453"/>
                  <a:pt x="98547" y="0"/>
                  <a:pt x="63500" y="0"/>
                </a:cubicBezTo>
                <a:cubicBezTo>
                  <a:pt x="28453" y="0"/>
                  <a:pt x="0" y="28453"/>
                  <a:pt x="0" y="63500"/>
                </a:cubicBezTo>
                <a:cubicBezTo>
                  <a:pt x="0" y="98547"/>
                  <a:pt x="28453" y="127000"/>
                  <a:pt x="63500" y="127000"/>
                </a:cubicBezTo>
                <a:close/>
                <a:moveTo>
                  <a:pt x="84435" y="52760"/>
                </a:moveTo>
                <a:lnTo>
                  <a:pt x="64591" y="84510"/>
                </a:lnTo>
                <a:cubicBezTo>
                  <a:pt x="63550" y="86171"/>
                  <a:pt x="61764" y="87213"/>
                  <a:pt x="59804" y="87313"/>
                </a:cubicBezTo>
                <a:cubicBezTo>
                  <a:pt x="57845" y="87412"/>
                  <a:pt x="55959" y="86519"/>
                  <a:pt x="54794" y="84931"/>
                </a:cubicBezTo>
                <a:lnTo>
                  <a:pt x="42887" y="69056"/>
                </a:lnTo>
                <a:cubicBezTo>
                  <a:pt x="40903" y="66427"/>
                  <a:pt x="41449" y="62706"/>
                  <a:pt x="44078" y="60722"/>
                </a:cubicBezTo>
                <a:cubicBezTo>
                  <a:pt x="46707" y="58737"/>
                  <a:pt x="50428" y="59283"/>
                  <a:pt x="52412" y="61913"/>
                </a:cubicBezTo>
                <a:lnTo>
                  <a:pt x="59110" y="70842"/>
                </a:lnTo>
                <a:lnTo>
                  <a:pt x="74340" y="46459"/>
                </a:lnTo>
                <a:cubicBezTo>
                  <a:pt x="76076" y="43681"/>
                  <a:pt x="79747" y="42813"/>
                  <a:pt x="82550" y="44574"/>
                </a:cubicBezTo>
                <a:cubicBezTo>
                  <a:pt x="85353" y="46335"/>
                  <a:pt x="86196" y="49981"/>
                  <a:pt x="84435" y="52784"/>
                </a:cubicBezTo>
                <a:close/>
              </a:path>
            </a:pathLst>
          </a:custGeom>
          <a:solidFill>
            <a:srgbClr val="00C950"/>
          </a:solidFill>
          <a:ln/>
        </p:spPr>
      </p:sp>
      <p:sp>
        <p:nvSpPr>
          <p:cNvPr id="85" name="Text 83"/>
          <p:cNvSpPr/>
          <p:nvPr/>
        </p:nvSpPr>
        <p:spPr>
          <a:xfrm>
            <a:off x="708025" y="5957957"/>
            <a:ext cx="127793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Open-source and reliable</a:t>
            </a:r>
            <a:endParaRPr lang="en-US" sz="1600" dirty="0"/>
          </a:p>
        </p:txBody>
      </p:sp>
      <p:sp>
        <p:nvSpPr>
          <p:cNvPr id="86" name="Shape 84"/>
          <p:cNvSpPr/>
          <p:nvPr/>
        </p:nvSpPr>
        <p:spPr>
          <a:xfrm>
            <a:off x="3340100" y="5973832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63500" y="127000"/>
                </a:moveTo>
                <a:cubicBezTo>
                  <a:pt x="98547" y="127000"/>
                  <a:pt x="127000" y="98547"/>
                  <a:pt x="127000" y="63500"/>
                </a:cubicBezTo>
                <a:cubicBezTo>
                  <a:pt x="127000" y="28453"/>
                  <a:pt x="98547" y="0"/>
                  <a:pt x="63500" y="0"/>
                </a:cubicBezTo>
                <a:cubicBezTo>
                  <a:pt x="28453" y="0"/>
                  <a:pt x="0" y="28453"/>
                  <a:pt x="0" y="63500"/>
                </a:cubicBezTo>
                <a:cubicBezTo>
                  <a:pt x="0" y="98547"/>
                  <a:pt x="28453" y="127000"/>
                  <a:pt x="63500" y="127000"/>
                </a:cubicBezTo>
                <a:close/>
                <a:moveTo>
                  <a:pt x="84435" y="52760"/>
                </a:moveTo>
                <a:lnTo>
                  <a:pt x="64591" y="84510"/>
                </a:lnTo>
                <a:cubicBezTo>
                  <a:pt x="63550" y="86171"/>
                  <a:pt x="61764" y="87213"/>
                  <a:pt x="59804" y="87313"/>
                </a:cubicBezTo>
                <a:cubicBezTo>
                  <a:pt x="57845" y="87412"/>
                  <a:pt x="55959" y="86519"/>
                  <a:pt x="54794" y="84931"/>
                </a:cubicBezTo>
                <a:lnTo>
                  <a:pt x="42887" y="69056"/>
                </a:lnTo>
                <a:cubicBezTo>
                  <a:pt x="40903" y="66427"/>
                  <a:pt x="41449" y="62706"/>
                  <a:pt x="44078" y="60722"/>
                </a:cubicBezTo>
                <a:cubicBezTo>
                  <a:pt x="46707" y="58737"/>
                  <a:pt x="50428" y="59283"/>
                  <a:pt x="52412" y="61913"/>
                </a:cubicBezTo>
                <a:lnTo>
                  <a:pt x="59110" y="70842"/>
                </a:lnTo>
                <a:lnTo>
                  <a:pt x="74340" y="46459"/>
                </a:lnTo>
                <a:cubicBezTo>
                  <a:pt x="76076" y="43681"/>
                  <a:pt x="79747" y="42813"/>
                  <a:pt x="82550" y="44574"/>
                </a:cubicBezTo>
                <a:cubicBezTo>
                  <a:pt x="85353" y="46335"/>
                  <a:pt x="86196" y="49981"/>
                  <a:pt x="84435" y="52784"/>
                </a:cubicBezTo>
                <a:close/>
              </a:path>
            </a:pathLst>
          </a:custGeom>
          <a:solidFill>
            <a:srgbClr val="00C950"/>
          </a:solidFill>
          <a:ln/>
        </p:spPr>
      </p:sp>
      <p:sp>
        <p:nvSpPr>
          <p:cNvPr id="87" name="Text 85"/>
          <p:cNvSpPr/>
          <p:nvPr/>
        </p:nvSpPr>
        <p:spPr>
          <a:xfrm>
            <a:off x="3546475" y="5957957"/>
            <a:ext cx="158750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Industry-standard technologies</a:t>
            </a:r>
            <a:endParaRPr lang="en-US" sz="1600" dirty="0"/>
          </a:p>
        </p:txBody>
      </p:sp>
      <p:sp>
        <p:nvSpPr>
          <p:cNvPr id="88" name="Shape 86"/>
          <p:cNvSpPr/>
          <p:nvPr/>
        </p:nvSpPr>
        <p:spPr>
          <a:xfrm>
            <a:off x="6178550" y="5973832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63500" y="127000"/>
                </a:moveTo>
                <a:cubicBezTo>
                  <a:pt x="98547" y="127000"/>
                  <a:pt x="127000" y="98547"/>
                  <a:pt x="127000" y="63500"/>
                </a:cubicBezTo>
                <a:cubicBezTo>
                  <a:pt x="127000" y="28453"/>
                  <a:pt x="98547" y="0"/>
                  <a:pt x="63500" y="0"/>
                </a:cubicBezTo>
                <a:cubicBezTo>
                  <a:pt x="28453" y="0"/>
                  <a:pt x="0" y="28453"/>
                  <a:pt x="0" y="63500"/>
                </a:cubicBezTo>
                <a:cubicBezTo>
                  <a:pt x="0" y="98547"/>
                  <a:pt x="28453" y="127000"/>
                  <a:pt x="63500" y="127000"/>
                </a:cubicBezTo>
                <a:close/>
                <a:moveTo>
                  <a:pt x="84435" y="52760"/>
                </a:moveTo>
                <a:lnTo>
                  <a:pt x="64591" y="84510"/>
                </a:lnTo>
                <a:cubicBezTo>
                  <a:pt x="63550" y="86171"/>
                  <a:pt x="61764" y="87213"/>
                  <a:pt x="59804" y="87313"/>
                </a:cubicBezTo>
                <a:cubicBezTo>
                  <a:pt x="57845" y="87412"/>
                  <a:pt x="55959" y="86519"/>
                  <a:pt x="54794" y="84931"/>
                </a:cubicBezTo>
                <a:lnTo>
                  <a:pt x="42887" y="69056"/>
                </a:lnTo>
                <a:cubicBezTo>
                  <a:pt x="40903" y="66427"/>
                  <a:pt x="41449" y="62706"/>
                  <a:pt x="44078" y="60722"/>
                </a:cubicBezTo>
                <a:cubicBezTo>
                  <a:pt x="46707" y="58737"/>
                  <a:pt x="50428" y="59283"/>
                  <a:pt x="52412" y="61913"/>
                </a:cubicBezTo>
                <a:lnTo>
                  <a:pt x="59110" y="70842"/>
                </a:lnTo>
                <a:lnTo>
                  <a:pt x="74340" y="46459"/>
                </a:lnTo>
                <a:cubicBezTo>
                  <a:pt x="76076" y="43681"/>
                  <a:pt x="79747" y="42813"/>
                  <a:pt x="82550" y="44574"/>
                </a:cubicBezTo>
                <a:cubicBezTo>
                  <a:pt x="85353" y="46335"/>
                  <a:pt x="86196" y="49981"/>
                  <a:pt x="84435" y="52784"/>
                </a:cubicBezTo>
                <a:close/>
              </a:path>
            </a:pathLst>
          </a:custGeom>
          <a:solidFill>
            <a:srgbClr val="00C950"/>
          </a:solidFill>
          <a:ln/>
        </p:spPr>
      </p:sp>
      <p:sp>
        <p:nvSpPr>
          <p:cNvPr id="89" name="Text 87"/>
          <p:cNvSpPr/>
          <p:nvPr/>
        </p:nvSpPr>
        <p:spPr>
          <a:xfrm>
            <a:off x="6384925" y="5957957"/>
            <a:ext cx="13255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Scalable and maintainable</a:t>
            </a:r>
            <a:endParaRPr lang="en-US" sz="1600" dirty="0"/>
          </a:p>
        </p:txBody>
      </p:sp>
      <p:sp>
        <p:nvSpPr>
          <p:cNvPr id="90" name="Shape 88"/>
          <p:cNvSpPr/>
          <p:nvPr/>
        </p:nvSpPr>
        <p:spPr>
          <a:xfrm>
            <a:off x="9017000" y="5973832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63500" y="127000"/>
                </a:moveTo>
                <a:cubicBezTo>
                  <a:pt x="98547" y="127000"/>
                  <a:pt x="127000" y="98547"/>
                  <a:pt x="127000" y="63500"/>
                </a:cubicBezTo>
                <a:cubicBezTo>
                  <a:pt x="127000" y="28453"/>
                  <a:pt x="98547" y="0"/>
                  <a:pt x="63500" y="0"/>
                </a:cubicBezTo>
                <a:cubicBezTo>
                  <a:pt x="28453" y="0"/>
                  <a:pt x="0" y="28453"/>
                  <a:pt x="0" y="63500"/>
                </a:cubicBezTo>
                <a:cubicBezTo>
                  <a:pt x="0" y="98547"/>
                  <a:pt x="28453" y="127000"/>
                  <a:pt x="63500" y="127000"/>
                </a:cubicBezTo>
                <a:close/>
                <a:moveTo>
                  <a:pt x="84435" y="52760"/>
                </a:moveTo>
                <a:lnTo>
                  <a:pt x="64591" y="84510"/>
                </a:lnTo>
                <a:cubicBezTo>
                  <a:pt x="63550" y="86171"/>
                  <a:pt x="61764" y="87213"/>
                  <a:pt x="59804" y="87313"/>
                </a:cubicBezTo>
                <a:cubicBezTo>
                  <a:pt x="57845" y="87412"/>
                  <a:pt x="55959" y="86519"/>
                  <a:pt x="54794" y="84931"/>
                </a:cubicBezTo>
                <a:lnTo>
                  <a:pt x="42887" y="69056"/>
                </a:lnTo>
                <a:cubicBezTo>
                  <a:pt x="40903" y="66427"/>
                  <a:pt x="41449" y="62706"/>
                  <a:pt x="44078" y="60722"/>
                </a:cubicBezTo>
                <a:cubicBezTo>
                  <a:pt x="46707" y="58737"/>
                  <a:pt x="50428" y="59283"/>
                  <a:pt x="52412" y="61913"/>
                </a:cubicBezTo>
                <a:lnTo>
                  <a:pt x="59110" y="70842"/>
                </a:lnTo>
                <a:lnTo>
                  <a:pt x="74340" y="46459"/>
                </a:lnTo>
                <a:cubicBezTo>
                  <a:pt x="76076" y="43681"/>
                  <a:pt x="79747" y="42813"/>
                  <a:pt x="82550" y="44574"/>
                </a:cubicBezTo>
                <a:cubicBezTo>
                  <a:pt x="85353" y="46335"/>
                  <a:pt x="86196" y="49981"/>
                  <a:pt x="84435" y="52784"/>
                </a:cubicBezTo>
                <a:close/>
              </a:path>
            </a:pathLst>
          </a:custGeom>
          <a:solidFill>
            <a:srgbClr val="00C950"/>
          </a:solidFill>
          <a:ln/>
        </p:spPr>
      </p:sp>
      <p:sp>
        <p:nvSpPr>
          <p:cNvPr id="91" name="Text 89"/>
          <p:cNvSpPr/>
          <p:nvPr/>
        </p:nvSpPr>
        <p:spPr>
          <a:xfrm>
            <a:off x="9223375" y="5957957"/>
            <a:ext cx="130175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Great community support</a:t>
            </a:r>
            <a:endParaRPr lang="en-US" sz="1600" dirty="0"/>
          </a:p>
        </p:txBody>
      </p:sp>
      <p:sp>
        <p:nvSpPr>
          <p:cNvPr id="96" name="Text 18">
            <a:extLst>
              <a:ext uri="{FF2B5EF4-FFF2-40B4-BE49-F238E27FC236}">
                <a16:creationId xmlns:a16="http://schemas.microsoft.com/office/drawing/2014/main" id="{89A85B54-4646-5BC3-3BE6-E776998BBF58}"/>
              </a:ext>
            </a:extLst>
          </p:cNvPr>
          <p:cNvSpPr/>
          <p:nvPr/>
        </p:nvSpPr>
        <p:spPr>
          <a:xfrm>
            <a:off x="3747410" y="6548748"/>
            <a:ext cx="4820678" cy="2423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ts val="1980"/>
              </a:lnSpc>
            </a:pPr>
            <a:r>
              <a:rPr lang="en-US" sz="1600" b="1" dirty="0">
                <a:latin typeface="Calibri (MS)"/>
                <a:ea typeface="Calibri (MS)"/>
                <a:cs typeface="Calibri (MS)"/>
                <a:sym typeface="Calibri (MS)"/>
              </a:rPr>
              <a:t>Department of Computer Science &amp; Engineering ,CSPIT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F82F487-993F-29BA-4755-6C6FD89A1AAA}"/>
              </a:ext>
            </a:extLst>
          </p:cNvPr>
          <p:cNvSpPr/>
          <p:nvPr/>
        </p:nvSpPr>
        <p:spPr>
          <a:xfrm>
            <a:off x="30479" y="66891"/>
            <a:ext cx="12085321" cy="6714790"/>
          </a:xfrm>
          <a:prstGeom prst="rect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4"/>
          <p:cNvSpPr/>
          <p:nvPr/>
        </p:nvSpPr>
        <p:spPr>
          <a:xfrm>
            <a:off x="324290" y="653508"/>
            <a:ext cx="11727543" cy="3981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135" b="1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How DataXpert Works - User Journey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24290" y="1151141"/>
            <a:ext cx="796212" cy="33176"/>
          </a:xfrm>
          <a:custGeom>
            <a:avLst/>
            <a:gdLst/>
            <a:ahLst/>
            <a:cxnLst/>
            <a:rect l="l" t="t" r="r" b="b"/>
            <a:pathLst>
              <a:path w="796212" h="33176">
                <a:moveTo>
                  <a:pt x="16588" y="0"/>
                </a:moveTo>
                <a:lnTo>
                  <a:pt x="779624" y="0"/>
                </a:lnTo>
                <a:cubicBezTo>
                  <a:pt x="788786" y="0"/>
                  <a:pt x="796212" y="7427"/>
                  <a:pt x="796212" y="16588"/>
                </a:cubicBezTo>
                <a:lnTo>
                  <a:pt x="796212" y="16588"/>
                </a:lnTo>
                <a:cubicBezTo>
                  <a:pt x="796212" y="25749"/>
                  <a:pt x="788786" y="33176"/>
                  <a:pt x="779624" y="33176"/>
                </a:cubicBezTo>
                <a:lnTo>
                  <a:pt x="16588" y="33176"/>
                </a:lnTo>
                <a:cubicBezTo>
                  <a:pt x="7427" y="33176"/>
                  <a:pt x="0" y="25749"/>
                  <a:pt x="0" y="16588"/>
                </a:cubicBezTo>
                <a:lnTo>
                  <a:pt x="0" y="16588"/>
                </a:lnTo>
                <a:cubicBezTo>
                  <a:pt x="0" y="7427"/>
                  <a:pt x="7427" y="0"/>
                  <a:pt x="16588" y="0"/>
                </a:cubicBezTo>
                <a:close/>
              </a:path>
            </a:pathLst>
          </a:custGeom>
          <a:gradFill flip="none" rotWithShape="1">
            <a:gsLst>
              <a:gs pos="0">
                <a:srgbClr val="6366F1"/>
              </a:gs>
              <a:gs pos="100000">
                <a:srgbClr val="818CF8"/>
              </a:gs>
            </a:gsLst>
            <a:lin ang="0" scaled="1"/>
          </a:gradFill>
          <a:ln/>
        </p:spPr>
      </p:sp>
      <p:sp>
        <p:nvSpPr>
          <p:cNvPr id="32" name="Text 30"/>
          <p:cNvSpPr/>
          <p:nvPr/>
        </p:nvSpPr>
        <p:spPr>
          <a:xfrm>
            <a:off x="8015228" y="1519389"/>
            <a:ext cx="5739363" cy="2322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6" b="1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User Chooses Action: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8091531" y="1887637"/>
            <a:ext cx="3812178" cy="670145"/>
          </a:xfrm>
          <a:custGeom>
            <a:avLst/>
            <a:gdLst/>
            <a:ahLst/>
            <a:cxnLst/>
            <a:rect l="l" t="t" r="r" b="b"/>
            <a:pathLst>
              <a:path w="5663060" h="670145">
                <a:moveTo>
                  <a:pt x="99523" y="0"/>
                </a:moveTo>
                <a:lnTo>
                  <a:pt x="5563536" y="0"/>
                </a:lnTo>
                <a:cubicBezTo>
                  <a:pt x="5618502" y="0"/>
                  <a:pt x="5663060" y="44558"/>
                  <a:pt x="5663060" y="99523"/>
                </a:cubicBezTo>
                <a:lnTo>
                  <a:pt x="5663060" y="570622"/>
                </a:lnTo>
                <a:cubicBezTo>
                  <a:pt x="5663060" y="625587"/>
                  <a:pt x="5618502" y="670145"/>
                  <a:pt x="5563536" y="670145"/>
                </a:cubicBezTo>
                <a:lnTo>
                  <a:pt x="99523" y="670145"/>
                </a:lnTo>
                <a:cubicBezTo>
                  <a:pt x="44558" y="670145"/>
                  <a:pt x="0" y="625587"/>
                  <a:pt x="0" y="570622"/>
                </a:cubicBezTo>
                <a:lnTo>
                  <a:pt x="0" y="99523"/>
                </a:lnTo>
                <a:cubicBezTo>
                  <a:pt x="0" y="44558"/>
                  <a:pt x="44558" y="0"/>
                  <a:pt x="99523" y="0"/>
                </a:cubicBezTo>
                <a:close/>
              </a:path>
            </a:pathLst>
          </a:custGeom>
          <a:solidFill>
            <a:srgbClr val="FFFFFF"/>
          </a:solidFill>
          <a:ln w="10160">
            <a:solidFill>
              <a:srgbClr val="F3F4F6"/>
            </a:solidFill>
            <a:prstDash val="solid"/>
          </a:ln>
          <a:effectLst>
            <a:outerShdw blurRad="24882" dist="8294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8154565" y="2023659"/>
            <a:ext cx="398106" cy="398106"/>
          </a:xfrm>
          <a:custGeom>
            <a:avLst/>
            <a:gdLst/>
            <a:ahLst/>
            <a:cxnLst/>
            <a:rect l="l" t="t" r="r" b="b"/>
            <a:pathLst>
              <a:path w="398106" h="398106">
                <a:moveTo>
                  <a:pt x="99527" y="0"/>
                </a:moveTo>
                <a:lnTo>
                  <a:pt x="298580" y="0"/>
                </a:lnTo>
                <a:cubicBezTo>
                  <a:pt x="353547" y="0"/>
                  <a:pt x="398106" y="44560"/>
                  <a:pt x="398106" y="99527"/>
                </a:cubicBezTo>
                <a:lnTo>
                  <a:pt x="398106" y="298580"/>
                </a:lnTo>
                <a:cubicBezTo>
                  <a:pt x="398106" y="353547"/>
                  <a:pt x="353547" y="398106"/>
                  <a:pt x="298580" y="398106"/>
                </a:cubicBezTo>
                <a:lnTo>
                  <a:pt x="99527" y="398106"/>
                </a:lnTo>
                <a:cubicBezTo>
                  <a:pt x="44596" y="398106"/>
                  <a:pt x="0" y="353510"/>
                  <a:pt x="0" y="298580"/>
                </a:cubicBezTo>
                <a:lnTo>
                  <a:pt x="0" y="99527"/>
                </a:lnTo>
                <a:cubicBezTo>
                  <a:pt x="0" y="44596"/>
                  <a:pt x="44596" y="0"/>
                  <a:pt x="99527" y="0"/>
                </a:cubicBezTo>
                <a:close/>
              </a:path>
            </a:pathLst>
          </a:custGeom>
          <a:solidFill>
            <a:srgbClr val="6366F1">
              <a:alpha val="10196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8260312" y="2139773"/>
            <a:ext cx="186612" cy="165878"/>
          </a:xfrm>
          <a:custGeom>
            <a:avLst/>
            <a:gdLst/>
            <a:ahLst/>
            <a:cxnLst/>
            <a:rect l="l" t="t" r="r" b="b"/>
            <a:pathLst>
              <a:path w="186612" h="165878">
                <a:moveTo>
                  <a:pt x="46653" y="155510"/>
                </a:moveTo>
                <a:cubicBezTo>
                  <a:pt x="20897" y="155510"/>
                  <a:pt x="0" y="134614"/>
                  <a:pt x="0" y="108857"/>
                </a:cubicBezTo>
                <a:cubicBezTo>
                  <a:pt x="0" y="88317"/>
                  <a:pt x="13283" y="70887"/>
                  <a:pt x="31718" y="64634"/>
                </a:cubicBezTo>
                <a:cubicBezTo>
                  <a:pt x="31296" y="62139"/>
                  <a:pt x="31102" y="59612"/>
                  <a:pt x="31102" y="57020"/>
                </a:cubicBezTo>
                <a:cubicBezTo>
                  <a:pt x="31102" y="31264"/>
                  <a:pt x="51999" y="10367"/>
                  <a:pt x="77755" y="10367"/>
                </a:cubicBezTo>
                <a:cubicBezTo>
                  <a:pt x="95704" y="10367"/>
                  <a:pt x="111287" y="20508"/>
                  <a:pt x="119095" y="35346"/>
                </a:cubicBezTo>
                <a:cubicBezTo>
                  <a:pt x="123695" y="32657"/>
                  <a:pt x="129073" y="31102"/>
                  <a:pt x="134776" y="31102"/>
                </a:cubicBezTo>
                <a:cubicBezTo>
                  <a:pt x="151946" y="31102"/>
                  <a:pt x="165878" y="45033"/>
                  <a:pt x="165878" y="62204"/>
                </a:cubicBezTo>
                <a:cubicBezTo>
                  <a:pt x="165878" y="67291"/>
                  <a:pt x="164646" y="72118"/>
                  <a:pt x="162476" y="76362"/>
                </a:cubicBezTo>
                <a:cubicBezTo>
                  <a:pt x="176731" y="82939"/>
                  <a:pt x="186612" y="97323"/>
                  <a:pt x="186612" y="114041"/>
                </a:cubicBezTo>
                <a:cubicBezTo>
                  <a:pt x="186612" y="136946"/>
                  <a:pt x="168048" y="155510"/>
                  <a:pt x="145143" y="155510"/>
                </a:cubicBezTo>
                <a:lnTo>
                  <a:pt x="46653" y="155510"/>
                </a:lnTo>
                <a:close/>
                <a:moveTo>
                  <a:pt x="98814" y="61880"/>
                </a:moveTo>
                <a:cubicBezTo>
                  <a:pt x="95768" y="58835"/>
                  <a:pt x="90844" y="58835"/>
                  <a:pt x="87831" y="61880"/>
                </a:cubicBezTo>
                <a:lnTo>
                  <a:pt x="64504" y="85207"/>
                </a:lnTo>
                <a:cubicBezTo>
                  <a:pt x="61459" y="88252"/>
                  <a:pt x="61459" y="93177"/>
                  <a:pt x="64504" y="96190"/>
                </a:cubicBezTo>
                <a:cubicBezTo>
                  <a:pt x="67550" y="99203"/>
                  <a:pt x="72474" y="99235"/>
                  <a:pt x="75487" y="96190"/>
                </a:cubicBezTo>
                <a:lnTo>
                  <a:pt x="85531" y="86146"/>
                </a:lnTo>
                <a:lnTo>
                  <a:pt x="85531" y="119224"/>
                </a:lnTo>
                <a:cubicBezTo>
                  <a:pt x="85531" y="123533"/>
                  <a:pt x="88997" y="127000"/>
                  <a:pt x="93306" y="127000"/>
                </a:cubicBezTo>
                <a:cubicBezTo>
                  <a:pt x="97615" y="127000"/>
                  <a:pt x="101082" y="123533"/>
                  <a:pt x="101082" y="119224"/>
                </a:cubicBezTo>
                <a:lnTo>
                  <a:pt x="101082" y="86146"/>
                </a:lnTo>
                <a:lnTo>
                  <a:pt x="111125" y="96190"/>
                </a:lnTo>
                <a:cubicBezTo>
                  <a:pt x="114170" y="99235"/>
                  <a:pt x="119095" y="99235"/>
                  <a:pt x="122108" y="96190"/>
                </a:cubicBezTo>
                <a:cubicBezTo>
                  <a:pt x="125121" y="93144"/>
                  <a:pt x="125153" y="88220"/>
                  <a:pt x="122108" y="85207"/>
                </a:cubicBezTo>
                <a:lnTo>
                  <a:pt x="98781" y="61880"/>
                </a:ln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36" name="Text 34"/>
          <p:cNvSpPr/>
          <p:nvPr/>
        </p:nvSpPr>
        <p:spPr>
          <a:xfrm>
            <a:off x="8685373" y="2073422"/>
            <a:ext cx="4918269" cy="1658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14" b="1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Upload Data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8685373" y="2239300"/>
            <a:ext cx="4909976" cy="1327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84" dirty="0">
                <a:solidFill>
                  <a:srgbClr val="6A728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Validate → Save to Database → Success ✓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8018546" y="2663944"/>
            <a:ext cx="3885163" cy="670145"/>
          </a:xfrm>
          <a:custGeom>
            <a:avLst/>
            <a:gdLst/>
            <a:ahLst/>
            <a:cxnLst/>
            <a:rect l="l" t="t" r="r" b="b"/>
            <a:pathLst>
              <a:path w="5663060" h="670145">
                <a:moveTo>
                  <a:pt x="99523" y="0"/>
                </a:moveTo>
                <a:lnTo>
                  <a:pt x="5563536" y="0"/>
                </a:lnTo>
                <a:cubicBezTo>
                  <a:pt x="5618502" y="0"/>
                  <a:pt x="5663060" y="44558"/>
                  <a:pt x="5663060" y="99523"/>
                </a:cubicBezTo>
                <a:lnTo>
                  <a:pt x="5663060" y="570622"/>
                </a:lnTo>
                <a:cubicBezTo>
                  <a:pt x="5663060" y="625587"/>
                  <a:pt x="5618502" y="670145"/>
                  <a:pt x="5563536" y="670145"/>
                </a:cubicBezTo>
                <a:lnTo>
                  <a:pt x="99523" y="670145"/>
                </a:lnTo>
                <a:cubicBezTo>
                  <a:pt x="44558" y="670145"/>
                  <a:pt x="0" y="625587"/>
                  <a:pt x="0" y="570622"/>
                </a:cubicBezTo>
                <a:lnTo>
                  <a:pt x="0" y="99523"/>
                </a:lnTo>
                <a:cubicBezTo>
                  <a:pt x="0" y="44558"/>
                  <a:pt x="44558" y="0"/>
                  <a:pt x="99523" y="0"/>
                </a:cubicBezTo>
                <a:close/>
              </a:path>
            </a:pathLst>
          </a:custGeom>
          <a:solidFill>
            <a:srgbClr val="FFFFFF"/>
          </a:solidFill>
          <a:ln w="10160">
            <a:solidFill>
              <a:srgbClr val="F3F4F6"/>
            </a:solidFill>
            <a:prstDash val="solid"/>
          </a:ln>
          <a:effectLst>
            <a:outerShdw blurRad="24882" dist="8294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8154565" y="2799962"/>
            <a:ext cx="398106" cy="398106"/>
          </a:xfrm>
          <a:custGeom>
            <a:avLst/>
            <a:gdLst/>
            <a:ahLst/>
            <a:cxnLst/>
            <a:rect l="l" t="t" r="r" b="b"/>
            <a:pathLst>
              <a:path w="398106" h="398106">
                <a:moveTo>
                  <a:pt x="99527" y="0"/>
                </a:moveTo>
                <a:lnTo>
                  <a:pt x="298580" y="0"/>
                </a:lnTo>
                <a:cubicBezTo>
                  <a:pt x="353547" y="0"/>
                  <a:pt x="398106" y="44560"/>
                  <a:pt x="398106" y="99527"/>
                </a:cubicBezTo>
                <a:lnTo>
                  <a:pt x="398106" y="298580"/>
                </a:lnTo>
                <a:cubicBezTo>
                  <a:pt x="398106" y="353547"/>
                  <a:pt x="353547" y="398106"/>
                  <a:pt x="298580" y="398106"/>
                </a:cubicBezTo>
                <a:lnTo>
                  <a:pt x="99527" y="398106"/>
                </a:lnTo>
                <a:cubicBezTo>
                  <a:pt x="44596" y="398106"/>
                  <a:pt x="0" y="353510"/>
                  <a:pt x="0" y="298580"/>
                </a:cubicBezTo>
                <a:lnTo>
                  <a:pt x="0" y="99527"/>
                </a:lnTo>
                <a:cubicBezTo>
                  <a:pt x="0" y="44596"/>
                  <a:pt x="44596" y="0"/>
                  <a:pt x="99527" y="0"/>
                </a:cubicBezTo>
                <a:close/>
              </a:path>
            </a:pathLst>
          </a:custGeom>
          <a:solidFill>
            <a:srgbClr val="818CF8">
              <a:alpha val="10196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8270680" y="2916077"/>
            <a:ext cx="165878" cy="165878"/>
          </a:xfrm>
          <a:custGeom>
            <a:avLst/>
            <a:gdLst/>
            <a:ahLst/>
            <a:cxnLst/>
            <a:rect l="l" t="t" r="r" b="b"/>
            <a:pathLst>
              <a:path w="165878" h="165878">
                <a:moveTo>
                  <a:pt x="20735" y="20735"/>
                </a:moveTo>
                <a:cubicBezTo>
                  <a:pt x="20735" y="15000"/>
                  <a:pt x="16102" y="10367"/>
                  <a:pt x="10367" y="10367"/>
                </a:cubicBezTo>
                <a:cubicBezTo>
                  <a:pt x="4633" y="10367"/>
                  <a:pt x="0" y="15000"/>
                  <a:pt x="0" y="20735"/>
                </a:cubicBezTo>
                <a:lnTo>
                  <a:pt x="0" y="129592"/>
                </a:lnTo>
                <a:cubicBezTo>
                  <a:pt x="0" y="143912"/>
                  <a:pt x="11598" y="155510"/>
                  <a:pt x="25918" y="155510"/>
                </a:cubicBezTo>
                <a:lnTo>
                  <a:pt x="155510" y="155510"/>
                </a:lnTo>
                <a:cubicBezTo>
                  <a:pt x="161245" y="155510"/>
                  <a:pt x="165878" y="150877"/>
                  <a:pt x="165878" y="145143"/>
                </a:cubicBezTo>
                <a:cubicBezTo>
                  <a:pt x="165878" y="139408"/>
                  <a:pt x="161245" y="134776"/>
                  <a:pt x="155510" y="134776"/>
                </a:cubicBezTo>
                <a:lnTo>
                  <a:pt x="25918" y="134776"/>
                </a:lnTo>
                <a:cubicBezTo>
                  <a:pt x="23067" y="134776"/>
                  <a:pt x="20735" y="132443"/>
                  <a:pt x="20735" y="129592"/>
                </a:cubicBezTo>
                <a:lnTo>
                  <a:pt x="20735" y="20735"/>
                </a:lnTo>
                <a:close/>
                <a:moveTo>
                  <a:pt x="152465" y="48791"/>
                </a:moveTo>
                <a:cubicBezTo>
                  <a:pt x="156515" y="44742"/>
                  <a:pt x="156515" y="38165"/>
                  <a:pt x="152465" y="34115"/>
                </a:cubicBezTo>
                <a:cubicBezTo>
                  <a:pt x="148415" y="30065"/>
                  <a:pt x="141838" y="30065"/>
                  <a:pt x="137789" y="34115"/>
                </a:cubicBezTo>
                <a:lnTo>
                  <a:pt x="103673" y="68263"/>
                </a:lnTo>
                <a:lnTo>
                  <a:pt x="85077" y="49698"/>
                </a:lnTo>
                <a:cubicBezTo>
                  <a:pt x="81027" y="45649"/>
                  <a:pt x="74451" y="45649"/>
                  <a:pt x="70401" y="49698"/>
                </a:cubicBezTo>
                <a:lnTo>
                  <a:pt x="39299" y="80801"/>
                </a:lnTo>
                <a:cubicBezTo>
                  <a:pt x="35249" y="84850"/>
                  <a:pt x="35249" y="91427"/>
                  <a:pt x="39299" y="95477"/>
                </a:cubicBezTo>
                <a:cubicBezTo>
                  <a:pt x="43348" y="99527"/>
                  <a:pt x="49925" y="99527"/>
                  <a:pt x="53975" y="95477"/>
                </a:cubicBezTo>
                <a:lnTo>
                  <a:pt x="77755" y="71697"/>
                </a:lnTo>
                <a:lnTo>
                  <a:pt x="96352" y="90293"/>
                </a:lnTo>
                <a:cubicBezTo>
                  <a:pt x="100401" y="94343"/>
                  <a:pt x="106978" y="94343"/>
                  <a:pt x="111028" y="90293"/>
                </a:cubicBezTo>
                <a:lnTo>
                  <a:pt x="152497" y="48824"/>
                </a:lnTo>
                <a:close/>
              </a:path>
            </a:pathLst>
          </a:custGeom>
          <a:solidFill>
            <a:srgbClr val="818CF8"/>
          </a:solidFill>
          <a:ln/>
        </p:spPr>
      </p:sp>
      <p:sp>
        <p:nvSpPr>
          <p:cNvPr id="41" name="Text 39"/>
          <p:cNvSpPr/>
          <p:nvPr/>
        </p:nvSpPr>
        <p:spPr>
          <a:xfrm>
            <a:off x="8685373" y="2849726"/>
            <a:ext cx="4918269" cy="1658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14" b="1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View Dashboard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8685373" y="3015603"/>
            <a:ext cx="4909976" cy="1327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84" dirty="0">
                <a:solidFill>
                  <a:srgbClr val="6A728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Fetch Data → Generate Charts → Display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8018546" y="3440252"/>
            <a:ext cx="3885163" cy="670145"/>
          </a:xfrm>
          <a:custGeom>
            <a:avLst/>
            <a:gdLst/>
            <a:ahLst/>
            <a:cxnLst/>
            <a:rect l="l" t="t" r="r" b="b"/>
            <a:pathLst>
              <a:path w="5663060" h="670145">
                <a:moveTo>
                  <a:pt x="99523" y="0"/>
                </a:moveTo>
                <a:lnTo>
                  <a:pt x="5563536" y="0"/>
                </a:lnTo>
                <a:cubicBezTo>
                  <a:pt x="5618502" y="0"/>
                  <a:pt x="5663060" y="44558"/>
                  <a:pt x="5663060" y="99523"/>
                </a:cubicBezTo>
                <a:lnTo>
                  <a:pt x="5663060" y="570622"/>
                </a:lnTo>
                <a:cubicBezTo>
                  <a:pt x="5663060" y="625587"/>
                  <a:pt x="5618502" y="670145"/>
                  <a:pt x="5563536" y="670145"/>
                </a:cubicBezTo>
                <a:lnTo>
                  <a:pt x="99523" y="670145"/>
                </a:lnTo>
                <a:cubicBezTo>
                  <a:pt x="44558" y="670145"/>
                  <a:pt x="0" y="625587"/>
                  <a:pt x="0" y="570622"/>
                </a:cubicBezTo>
                <a:lnTo>
                  <a:pt x="0" y="99523"/>
                </a:lnTo>
                <a:cubicBezTo>
                  <a:pt x="0" y="44558"/>
                  <a:pt x="44558" y="0"/>
                  <a:pt x="99523" y="0"/>
                </a:cubicBezTo>
                <a:close/>
              </a:path>
            </a:pathLst>
          </a:custGeom>
          <a:solidFill>
            <a:srgbClr val="FFFFFF"/>
          </a:solidFill>
          <a:ln w="10160">
            <a:solidFill>
              <a:srgbClr val="F3F4F6"/>
            </a:solidFill>
            <a:prstDash val="solid"/>
          </a:ln>
          <a:effectLst>
            <a:outerShdw blurRad="24882" dist="8294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8154565" y="3576270"/>
            <a:ext cx="398106" cy="398106"/>
          </a:xfrm>
          <a:custGeom>
            <a:avLst/>
            <a:gdLst/>
            <a:ahLst/>
            <a:cxnLst/>
            <a:rect l="l" t="t" r="r" b="b"/>
            <a:pathLst>
              <a:path w="398106" h="398106">
                <a:moveTo>
                  <a:pt x="99527" y="0"/>
                </a:moveTo>
                <a:lnTo>
                  <a:pt x="298580" y="0"/>
                </a:lnTo>
                <a:cubicBezTo>
                  <a:pt x="353547" y="0"/>
                  <a:pt x="398106" y="44560"/>
                  <a:pt x="398106" y="99527"/>
                </a:cubicBezTo>
                <a:lnTo>
                  <a:pt x="398106" y="298580"/>
                </a:lnTo>
                <a:cubicBezTo>
                  <a:pt x="398106" y="353547"/>
                  <a:pt x="353547" y="398106"/>
                  <a:pt x="298580" y="398106"/>
                </a:cubicBezTo>
                <a:lnTo>
                  <a:pt x="99527" y="398106"/>
                </a:lnTo>
                <a:cubicBezTo>
                  <a:pt x="44596" y="398106"/>
                  <a:pt x="0" y="353510"/>
                  <a:pt x="0" y="298580"/>
                </a:cubicBezTo>
                <a:lnTo>
                  <a:pt x="0" y="99527"/>
                </a:lnTo>
                <a:cubicBezTo>
                  <a:pt x="0" y="44596"/>
                  <a:pt x="44596" y="0"/>
                  <a:pt x="99527" y="0"/>
                </a:cubicBezTo>
                <a:close/>
              </a:path>
            </a:pathLst>
          </a:custGeom>
          <a:solidFill>
            <a:srgbClr val="4F46E5">
              <a:alpha val="10196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8249945" y="3692384"/>
            <a:ext cx="207347" cy="165878"/>
          </a:xfrm>
          <a:custGeom>
            <a:avLst/>
            <a:gdLst/>
            <a:ahLst/>
            <a:cxnLst/>
            <a:rect l="l" t="t" r="r" b="b"/>
            <a:pathLst>
              <a:path w="207347" h="165878">
                <a:moveTo>
                  <a:pt x="114041" y="0"/>
                </a:moveTo>
                <a:cubicBezTo>
                  <a:pt x="114041" y="-5734"/>
                  <a:pt x="109408" y="-10367"/>
                  <a:pt x="103673" y="-10367"/>
                </a:cubicBezTo>
                <a:cubicBezTo>
                  <a:pt x="97939" y="-10367"/>
                  <a:pt x="93306" y="-5734"/>
                  <a:pt x="93306" y="0"/>
                </a:cubicBezTo>
                <a:lnTo>
                  <a:pt x="93306" y="20735"/>
                </a:lnTo>
                <a:lnTo>
                  <a:pt x="62204" y="20735"/>
                </a:lnTo>
                <a:cubicBezTo>
                  <a:pt x="45033" y="20735"/>
                  <a:pt x="31102" y="34666"/>
                  <a:pt x="31102" y="51837"/>
                </a:cubicBezTo>
                <a:lnTo>
                  <a:pt x="31102" y="124408"/>
                </a:lnTo>
                <a:cubicBezTo>
                  <a:pt x="31102" y="141579"/>
                  <a:pt x="45033" y="155510"/>
                  <a:pt x="62204" y="155510"/>
                </a:cubicBezTo>
                <a:lnTo>
                  <a:pt x="145143" y="155510"/>
                </a:lnTo>
                <a:cubicBezTo>
                  <a:pt x="162314" y="155510"/>
                  <a:pt x="176245" y="141579"/>
                  <a:pt x="176245" y="124408"/>
                </a:cubicBezTo>
                <a:lnTo>
                  <a:pt x="176245" y="51837"/>
                </a:lnTo>
                <a:cubicBezTo>
                  <a:pt x="176245" y="34666"/>
                  <a:pt x="162314" y="20735"/>
                  <a:pt x="145143" y="20735"/>
                </a:cubicBezTo>
                <a:lnTo>
                  <a:pt x="114041" y="20735"/>
                </a:lnTo>
                <a:lnTo>
                  <a:pt x="114041" y="0"/>
                </a:lnTo>
                <a:close/>
                <a:moveTo>
                  <a:pt x="51837" y="119224"/>
                </a:moveTo>
                <a:cubicBezTo>
                  <a:pt x="51837" y="114916"/>
                  <a:pt x="55303" y="111449"/>
                  <a:pt x="59612" y="111449"/>
                </a:cubicBezTo>
                <a:lnTo>
                  <a:pt x="69980" y="111449"/>
                </a:lnTo>
                <a:cubicBezTo>
                  <a:pt x="74289" y="111449"/>
                  <a:pt x="77755" y="114916"/>
                  <a:pt x="77755" y="119224"/>
                </a:cubicBezTo>
                <a:cubicBezTo>
                  <a:pt x="77755" y="123533"/>
                  <a:pt x="74289" y="127000"/>
                  <a:pt x="69980" y="127000"/>
                </a:cubicBezTo>
                <a:lnTo>
                  <a:pt x="59612" y="127000"/>
                </a:lnTo>
                <a:cubicBezTo>
                  <a:pt x="55303" y="127000"/>
                  <a:pt x="51837" y="123533"/>
                  <a:pt x="51837" y="119224"/>
                </a:cubicBezTo>
                <a:close/>
                <a:moveTo>
                  <a:pt x="90714" y="119224"/>
                </a:moveTo>
                <a:cubicBezTo>
                  <a:pt x="90714" y="114916"/>
                  <a:pt x="94181" y="111449"/>
                  <a:pt x="98490" y="111449"/>
                </a:cubicBezTo>
                <a:lnTo>
                  <a:pt x="108857" y="111449"/>
                </a:lnTo>
                <a:cubicBezTo>
                  <a:pt x="113166" y="111449"/>
                  <a:pt x="116633" y="114916"/>
                  <a:pt x="116633" y="119224"/>
                </a:cubicBezTo>
                <a:cubicBezTo>
                  <a:pt x="116633" y="123533"/>
                  <a:pt x="113166" y="127000"/>
                  <a:pt x="108857" y="127000"/>
                </a:cubicBezTo>
                <a:lnTo>
                  <a:pt x="98490" y="127000"/>
                </a:lnTo>
                <a:cubicBezTo>
                  <a:pt x="94181" y="127000"/>
                  <a:pt x="90714" y="123533"/>
                  <a:pt x="90714" y="119224"/>
                </a:cubicBezTo>
                <a:close/>
                <a:moveTo>
                  <a:pt x="129592" y="119224"/>
                </a:moveTo>
                <a:cubicBezTo>
                  <a:pt x="129592" y="114916"/>
                  <a:pt x="133058" y="111449"/>
                  <a:pt x="137367" y="111449"/>
                </a:cubicBezTo>
                <a:lnTo>
                  <a:pt x="147735" y="111449"/>
                </a:lnTo>
                <a:cubicBezTo>
                  <a:pt x="152044" y="111449"/>
                  <a:pt x="155510" y="114916"/>
                  <a:pt x="155510" y="119224"/>
                </a:cubicBezTo>
                <a:cubicBezTo>
                  <a:pt x="155510" y="123533"/>
                  <a:pt x="152044" y="127000"/>
                  <a:pt x="147735" y="127000"/>
                </a:cubicBezTo>
                <a:lnTo>
                  <a:pt x="137367" y="127000"/>
                </a:lnTo>
                <a:cubicBezTo>
                  <a:pt x="133058" y="127000"/>
                  <a:pt x="129592" y="123533"/>
                  <a:pt x="129592" y="119224"/>
                </a:cubicBezTo>
                <a:close/>
                <a:moveTo>
                  <a:pt x="72571" y="57020"/>
                </a:moveTo>
                <a:cubicBezTo>
                  <a:pt x="81154" y="57020"/>
                  <a:pt x="88122" y="63989"/>
                  <a:pt x="88122" y="72571"/>
                </a:cubicBezTo>
                <a:cubicBezTo>
                  <a:pt x="88122" y="81154"/>
                  <a:pt x="81154" y="88122"/>
                  <a:pt x="72571" y="88122"/>
                </a:cubicBezTo>
                <a:cubicBezTo>
                  <a:pt x="63989" y="88122"/>
                  <a:pt x="57020" y="81154"/>
                  <a:pt x="57020" y="72571"/>
                </a:cubicBezTo>
                <a:cubicBezTo>
                  <a:pt x="57020" y="63989"/>
                  <a:pt x="63989" y="57020"/>
                  <a:pt x="72571" y="57020"/>
                </a:cubicBezTo>
                <a:close/>
                <a:moveTo>
                  <a:pt x="119224" y="72571"/>
                </a:moveTo>
                <a:cubicBezTo>
                  <a:pt x="119224" y="63989"/>
                  <a:pt x="126193" y="57020"/>
                  <a:pt x="134776" y="57020"/>
                </a:cubicBezTo>
                <a:cubicBezTo>
                  <a:pt x="143358" y="57020"/>
                  <a:pt x="150327" y="63989"/>
                  <a:pt x="150327" y="72571"/>
                </a:cubicBezTo>
                <a:cubicBezTo>
                  <a:pt x="150327" y="81154"/>
                  <a:pt x="143358" y="88122"/>
                  <a:pt x="134776" y="88122"/>
                </a:cubicBezTo>
                <a:cubicBezTo>
                  <a:pt x="126193" y="88122"/>
                  <a:pt x="119224" y="81154"/>
                  <a:pt x="119224" y="72571"/>
                </a:cubicBezTo>
                <a:close/>
                <a:moveTo>
                  <a:pt x="20735" y="72571"/>
                </a:moveTo>
                <a:cubicBezTo>
                  <a:pt x="20735" y="66837"/>
                  <a:pt x="16102" y="62204"/>
                  <a:pt x="10367" y="62204"/>
                </a:cubicBezTo>
                <a:cubicBezTo>
                  <a:pt x="4633" y="62204"/>
                  <a:pt x="0" y="66837"/>
                  <a:pt x="0" y="72571"/>
                </a:cubicBezTo>
                <a:lnTo>
                  <a:pt x="0" y="103673"/>
                </a:lnTo>
                <a:cubicBezTo>
                  <a:pt x="0" y="109408"/>
                  <a:pt x="4633" y="114041"/>
                  <a:pt x="10367" y="114041"/>
                </a:cubicBezTo>
                <a:cubicBezTo>
                  <a:pt x="16102" y="114041"/>
                  <a:pt x="20735" y="109408"/>
                  <a:pt x="20735" y="103673"/>
                </a:cubicBezTo>
                <a:lnTo>
                  <a:pt x="20735" y="72571"/>
                </a:lnTo>
                <a:close/>
                <a:moveTo>
                  <a:pt x="196980" y="62204"/>
                </a:moveTo>
                <a:cubicBezTo>
                  <a:pt x="191245" y="62204"/>
                  <a:pt x="186612" y="66837"/>
                  <a:pt x="186612" y="72571"/>
                </a:cubicBezTo>
                <a:lnTo>
                  <a:pt x="186612" y="103673"/>
                </a:lnTo>
                <a:cubicBezTo>
                  <a:pt x="186612" y="109408"/>
                  <a:pt x="191245" y="114041"/>
                  <a:pt x="196980" y="114041"/>
                </a:cubicBezTo>
                <a:cubicBezTo>
                  <a:pt x="202714" y="114041"/>
                  <a:pt x="207347" y="109408"/>
                  <a:pt x="207347" y="103673"/>
                </a:cubicBezTo>
                <a:lnTo>
                  <a:pt x="207347" y="72571"/>
                </a:lnTo>
                <a:cubicBezTo>
                  <a:pt x="207347" y="66837"/>
                  <a:pt x="202714" y="62204"/>
                  <a:pt x="196980" y="62204"/>
                </a:cubicBezTo>
                <a:close/>
              </a:path>
            </a:pathLst>
          </a:custGeom>
          <a:solidFill>
            <a:srgbClr val="4F46E5"/>
          </a:solidFill>
          <a:ln/>
        </p:spPr>
      </p:sp>
      <p:sp>
        <p:nvSpPr>
          <p:cNvPr id="46" name="Text 44"/>
          <p:cNvSpPr/>
          <p:nvPr/>
        </p:nvSpPr>
        <p:spPr>
          <a:xfrm>
            <a:off x="8685373" y="3626033"/>
            <a:ext cx="4918269" cy="1658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14" b="1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Chat with AI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8685373" y="3791911"/>
            <a:ext cx="4909976" cy="1327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84" dirty="0">
                <a:solidFill>
                  <a:srgbClr val="6A728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Process Query → AI Analysis → Show Answer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8018546" y="4216560"/>
            <a:ext cx="3885163" cy="670145"/>
          </a:xfrm>
          <a:custGeom>
            <a:avLst/>
            <a:gdLst/>
            <a:ahLst/>
            <a:cxnLst/>
            <a:rect l="l" t="t" r="r" b="b"/>
            <a:pathLst>
              <a:path w="5663060" h="670145">
                <a:moveTo>
                  <a:pt x="99523" y="0"/>
                </a:moveTo>
                <a:lnTo>
                  <a:pt x="5563536" y="0"/>
                </a:lnTo>
                <a:cubicBezTo>
                  <a:pt x="5618502" y="0"/>
                  <a:pt x="5663060" y="44558"/>
                  <a:pt x="5663060" y="99523"/>
                </a:cubicBezTo>
                <a:lnTo>
                  <a:pt x="5663060" y="570622"/>
                </a:lnTo>
                <a:cubicBezTo>
                  <a:pt x="5663060" y="625587"/>
                  <a:pt x="5618502" y="670145"/>
                  <a:pt x="5563536" y="670145"/>
                </a:cubicBezTo>
                <a:lnTo>
                  <a:pt x="99523" y="670145"/>
                </a:lnTo>
                <a:cubicBezTo>
                  <a:pt x="44558" y="670145"/>
                  <a:pt x="0" y="625587"/>
                  <a:pt x="0" y="570622"/>
                </a:cubicBezTo>
                <a:lnTo>
                  <a:pt x="0" y="99523"/>
                </a:lnTo>
                <a:cubicBezTo>
                  <a:pt x="0" y="44558"/>
                  <a:pt x="44558" y="0"/>
                  <a:pt x="99523" y="0"/>
                </a:cubicBezTo>
                <a:close/>
              </a:path>
            </a:pathLst>
          </a:custGeom>
          <a:solidFill>
            <a:srgbClr val="FFFFFF"/>
          </a:solidFill>
          <a:ln w="10160">
            <a:solidFill>
              <a:srgbClr val="F3F4F6"/>
            </a:solidFill>
            <a:prstDash val="solid"/>
          </a:ln>
          <a:effectLst>
            <a:outerShdw blurRad="24882" dist="8294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8154565" y="4352578"/>
            <a:ext cx="398106" cy="398106"/>
          </a:xfrm>
          <a:custGeom>
            <a:avLst/>
            <a:gdLst/>
            <a:ahLst/>
            <a:cxnLst/>
            <a:rect l="l" t="t" r="r" b="b"/>
            <a:pathLst>
              <a:path w="398106" h="398106">
                <a:moveTo>
                  <a:pt x="99527" y="0"/>
                </a:moveTo>
                <a:lnTo>
                  <a:pt x="298580" y="0"/>
                </a:lnTo>
                <a:cubicBezTo>
                  <a:pt x="353547" y="0"/>
                  <a:pt x="398106" y="44560"/>
                  <a:pt x="398106" y="99527"/>
                </a:cubicBezTo>
                <a:lnTo>
                  <a:pt x="398106" y="298580"/>
                </a:lnTo>
                <a:cubicBezTo>
                  <a:pt x="398106" y="353547"/>
                  <a:pt x="353547" y="398106"/>
                  <a:pt x="298580" y="398106"/>
                </a:cubicBezTo>
                <a:lnTo>
                  <a:pt x="99527" y="398106"/>
                </a:lnTo>
                <a:cubicBezTo>
                  <a:pt x="44596" y="398106"/>
                  <a:pt x="0" y="353510"/>
                  <a:pt x="0" y="298580"/>
                </a:cubicBezTo>
                <a:lnTo>
                  <a:pt x="0" y="99527"/>
                </a:lnTo>
                <a:cubicBezTo>
                  <a:pt x="0" y="44596"/>
                  <a:pt x="44596" y="0"/>
                  <a:pt x="99527" y="0"/>
                </a:cubicBezTo>
                <a:close/>
              </a:path>
            </a:pathLst>
          </a:custGeom>
          <a:solidFill>
            <a:srgbClr val="00C950">
              <a:alpha val="10196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8281047" y="4468692"/>
            <a:ext cx="145143" cy="165878"/>
          </a:xfrm>
          <a:custGeom>
            <a:avLst/>
            <a:gdLst/>
            <a:ahLst/>
            <a:cxnLst/>
            <a:rect l="l" t="t" r="r" b="b"/>
            <a:pathLst>
              <a:path w="145143" h="165878">
                <a:moveTo>
                  <a:pt x="82939" y="10367"/>
                </a:moveTo>
                <a:cubicBezTo>
                  <a:pt x="82939" y="4633"/>
                  <a:pt x="78306" y="0"/>
                  <a:pt x="72571" y="0"/>
                </a:cubicBezTo>
                <a:cubicBezTo>
                  <a:pt x="66837" y="0"/>
                  <a:pt x="62204" y="4633"/>
                  <a:pt x="62204" y="10367"/>
                </a:cubicBezTo>
                <a:lnTo>
                  <a:pt x="62204" y="78630"/>
                </a:lnTo>
                <a:lnTo>
                  <a:pt x="48791" y="65217"/>
                </a:lnTo>
                <a:cubicBezTo>
                  <a:pt x="44742" y="61167"/>
                  <a:pt x="38165" y="61167"/>
                  <a:pt x="34115" y="65217"/>
                </a:cubicBezTo>
                <a:cubicBezTo>
                  <a:pt x="30065" y="69267"/>
                  <a:pt x="30065" y="75844"/>
                  <a:pt x="34115" y="79893"/>
                </a:cubicBezTo>
                <a:lnTo>
                  <a:pt x="65217" y="110995"/>
                </a:lnTo>
                <a:cubicBezTo>
                  <a:pt x="69267" y="115045"/>
                  <a:pt x="75844" y="115045"/>
                  <a:pt x="79893" y="110995"/>
                </a:cubicBezTo>
                <a:lnTo>
                  <a:pt x="110995" y="79893"/>
                </a:lnTo>
                <a:cubicBezTo>
                  <a:pt x="115045" y="75844"/>
                  <a:pt x="115045" y="69267"/>
                  <a:pt x="110995" y="65217"/>
                </a:cubicBezTo>
                <a:cubicBezTo>
                  <a:pt x="106946" y="61167"/>
                  <a:pt x="100369" y="61167"/>
                  <a:pt x="96319" y="65217"/>
                </a:cubicBezTo>
                <a:lnTo>
                  <a:pt x="82939" y="78630"/>
                </a:lnTo>
                <a:lnTo>
                  <a:pt x="82939" y="10367"/>
                </a:lnTo>
                <a:close/>
                <a:moveTo>
                  <a:pt x="20735" y="103673"/>
                </a:moveTo>
                <a:cubicBezTo>
                  <a:pt x="9298" y="103673"/>
                  <a:pt x="0" y="112972"/>
                  <a:pt x="0" y="124408"/>
                </a:cubicBezTo>
                <a:lnTo>
                  <a:pt x="0" y="134776"/>
                </a:lnTo>
                <a:cubicBezTo>
                  <a:pt x="0" y="146212"/>
                  <a:pt x="9298" y="155510"/>
                  <a:pt x="20735" y="155510"/>
                </a:cubicBezTo>
                <a:lnTo>
                  <a:pt x="124408" y="155510"/>
                </a:lnTo>
                <a:cubicBezTo>
                  <a:pt x="135845" y="155510"/>
                  <a:pt x="145143" y="146212"/>
                  <a:pt x="145143" y="134776"/>
                </a:cubicBezTo>
                <a:lnTo>
                  <a:pt x="145143" y="124408"/>
                </a:lnTo>
                <a:cubicBezTo>
                  <a:pt x="145143" y="112972"/>
                  <a:pt x="135845" y="103673"/>
                  <a:pt x="124408" y="103673"/>
                </a:cubicBezTo>
                <a:lnTo>
                  <a:pt x="109214" y="103673"/>
                </a:lnTo>
                <a:lnTo>
                  <a:pt x="90876" y="122011"/>
                </a:lnTo>
                <a:cubicBezTo>
                  <a:pt x="80768" y="132119"/>
                  <a:pt x="64342" y="132119"/>
                  <a:pt x="54234" y="122011"/>
                </a:cubicBezTo>
                <a:lnTo>
                  <a:pt x="35929" y="103673"/>
                </a:lnTo>
                <a:lnTo>
                  <a:pt x="20735" y="103673"/>
                </a:lnTo>
                <a:close/>
                <a:moveTo>
                  <a:pt x="119224" y="121816"/>
                </a:moveTo>
                <a:cubicBezTo>
                  <a:pt x="123516" y="121816"/>
                  <a:pt x="127000" y="125300"/>
                  <a:pt x="127000" y="129592"/>
                </a:cubicBezTo>
                <a:cubicBezTo>
                  <a:pt x="127000" y="133883"/>
                  <a:pt x="123516" y="137367"/>
                  <a:pt x="119224" y="137367"/>
                </a:cubicBezTo>
                <a:cubicBezTo>
                  <a:pt x="114933" y="137367"/>
                  <a:pt x="111449" y="133883"/>
                  <a:pt x="111449" y="129592"/>
                </a:cubicBezTo>
                <a:cubicBezTo>
                  <a:pt x="111449" y="125300"/>
                  <a:pt x="114933" y="121816"/>
                  <a:pt x="119224" y="121816"/>
                </a:cubicBezTo>
                <a:close/>
              </a:path>
            </a:pathLst>
          </a:custGeom>
          <a:solidFill>
            <a:srgbClr val="00C950"/>
          </a:solidFill>
          <a:ln/>
        </p:spPr>
      </p:sp>
      <p:sp>
        <p:nvSpPr>
          <p:cNvPr id="51" name="Text 49"/>
          <p:cNvSpPr/>
          <p:nvPr/>
        </p:nvSpPr>
        <p:spPr>
          <a:xfrm>
            <a:off x="8685373" y="4402341"/>
            <a:ext cx="4918269" cy="1658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14" b="1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Export Data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8685373" y="4568219"/>
            <a:ext cx="4909976" cy="1327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84" dirty="0">
                <a:solidFill>
                  <a:srgbClr val="6A728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Select Format → Generate File → Download ✓</a:t>
            </a:r>
            <a:endParaRPr lang="en-US" sz="1600" dirty="0"/>
          </a:p>
        </p:txBody>
      </p:sp>
      <p:sp>
        <p:nvSpPr>
          <p:cNvPr id="58" name="Shape 56"/>
          <p:cNvSpPr/>
          <p:nvPr/>
        </p:nvSpPr>
        <p:spPr>
          <a:xfrm>
            <a:off x="376878" y="5665429"/>
            <a:ext cx="11526831" cy="802847"/>
          </a:xfrm>
          <a:custGeom>
            <a:avLst/>
            <a:gdLst/>
            <a:ahLst/>
            <a:cxnLst/>
            <a:rect l="l" t="t" r="r" b="b"/>
            <a:pathLst>
              <a:path w="11526831" h="802847">
                <a:moveTo>
                  <a:pt x="99529" y="0"/>
                </a:moveTo>
                <a:lnTo>
                  <a:pt x="11427302" y="0"/>
                </a:lnTo>
                <a:cubicBezTo>
                  <a:pt x="11482270" y="0"/>
                  <a:pt x="11526831" y="44561"/>
                  <a:pt x="11526831" y="99529"/>
                </a:cubicBezTo>
                <a:lnTo>
                  <a:pt x="11526831" y="703318"/>
                </a:lnTo>
                <a:cubicBezTo>
                  <a:pt x="11526831" y="758287"/>
                  <a:pt x="11482270" y="802847"/>
                  <a:pt x="11427302" y="802847"/>
                </a:cubicBezTo>
                <a:lnTo>
                  <a:pt x="99529" y="802847"/>
                </a:lnTo>
                <a:cubicBezTo>
                  <a:pt x="44597" y="802847"/>
                  <a:pt x="0" y="758250"/>
                  <a:pt x="0" y="703318"/>
                </a:cubicBezTo>
                <a:lnTo>
                  <a:pt x="0" y="99529"/>
                </a:lnTo>
                <a:cubicBezTo>
                  <a:pt x="0" y="44597"/>
                  <a:pt x="44597" y="0"/>
                  <a:pt x="99529" y="0"/>
                </a:cubicBezTo>
                <a:close/>
              </a:path>
            </a:pathLst>
          </a:custGeom>
          <a:gradFill flip="none" rotWithShape="1">
            <a:gsLst>
              <a:gs pos="0">
                <a:srgbClr val="6366F1">
                  <a:alpha val="5000"/>
                </a:srgbClr>
              </a:gs>
              <a:gs pos="100000">
                <a:srgbClr val="818CF8">
                  <a:alpha val="5000"/>
                </a:srgbClr>
              </a:gs>
            </a:gsLst>
            <a:lin ang="0" scaled="1"/>
          </a:gradFill>
          <a:ln w="10160">
            <a:solidFill>
              <a:srgbClr val="6366F1">
                <a:alpha val="20000"/>
              </a:srgbClr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21589" y="5751685"/>
            <a:ext cx="11254792" cy="1990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45" b="1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Points:</a:t>
            </a:r>
            <a:endParaRPr lang="en-US" sz="1600" dirty="0"/>
          </a:p>
        </p:txBody>
      </p:sp>
      <p:sp>
        <p:nvSpPr>
          <p:cNvPr id="60" name="Shape 58"/>
          <p:cNvSpPr/>
          <p:nvPr/>
        </p:nvSpPr>
        <p:spPr>
          <a:xfrm>
            <a:off x="638177" y="6066853"/>
            <a:ext cx="132702" cy="132702"/>
          </a:xfrm>
          <a:custGeom>
            <a:avLst/>
            <a:gdLst/>
            <a:ahLst/>
            <a:cxnLst/>
            <a:rect l="l" t="t" r="r" b="b"/>
            <a:pathLst>
              <a:path w="132702" h="132702">
                <a:moveTo>
                  <a:pt x="66351" y="0"/>
                </a:moveTo>
                <a:cubicBezTo>
                  <a:pt x="67543" y="0"/>
                  <a:pt x="68736" y="259"/>
                  <a:pt x="69824" y="752"/>
                </a:cubicBezTo>
                <a:lnTo>
                  <a:pt x="118654" y="21460"/>
                </a:lnTo>
                <a:cubicBezTo>
                  <a:pt x="124356" y="23871"/>
                  <a:pt x="128607" y="29495"/>
                  <a:pt x="128581" y="36286"/>
                </a:cubicBezTo>
                <a:cubicBezTo>
                  <a:pt x="128451" y="61997"/>
                  <a:pt x="117877" y="109039"/>
                  <a:pt x="73219" y="130421"/>
                </a:cubicBezTo>
                <a:cubicBezTo>
                  <a:pt x="68891" y="132495"/>
                  <a:pt x="63863" y="132495"/>
                  <a:pt x="59534" y="130421"/>
                </a:cubicBezTo>
                <a:cubicBezTo>
                  <a:pt x="14851" y="109039"/>
                  <a:pt x="4302" y="61997"/>
                  <a:pt x="4173" y="36286"/>
                </a:cubicBezTo>
                <a:cubicBezTo>
                  <a:pt x="4147" y="29495"/>
                  <a:pt x="8398" y="23871"/>
                  <a:pt x="14100" y="21460"/>
                </a:cubicBezTo>
                <a:lnTo>
                  <a:pt x="62904" y="752"/>
                </a:lnTo>
                <a:cubicBezTo>
                  <a:pt x="63992" y="259"/>
                  <a:pt x="65159" y="0"/>
                  <a:pt x="66351" y="0"/>
                </a:cubicBezTo>
                <a:close/>
                <a:moveTo>
                  <a:pt x="66351" y="17313"/>
                </a:moveTo>
                <a:lnTo>
                  <a:pt x="66351" y="115311"/>
                </a:lnTo>
                <a:cubicBezTo>
                  <a:pt x="102118" y="97997"/>
                  <a:pt x="111734" y="59638"/>
                  <a:pt x="111967" y="36674"/>
                </a:cubicBezTo>
                <a:lnTo>
                  <a:pt x="66351" y="17339"/>
                </a:lnTo>
                <a:lnTo>
                  <a:pt x="66351" y="17339"/>
                </a:ln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61" name="Text 59"/>
          <p:cNvSpPr/>
          <p:nvPr/>
        </p:nvSpPr>
        <p:spPr>
          <a:xfrm>
            <a:off x="853817" y="6050265"/>
            <a:ext cx="2454988" cy="1658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14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Every action is secure (requires authentication)</a:t>
            </a:r>
            <a:endParaRPr lang="en-US" sz="1600" dirty="0"/>
          </a:p>
        </p:txBody>
      </p:sp>
      <p:sp>
        <p:nvSpPr>
          <p:cNvPr id="63" name="Text 61"/>
          <p:cNvSpPr/>
          <p:nvPr/>
        </p:nvSpPr>
        <p:spPr>
          <a:xfrm>
            <a:off x="3683274" y="6050265"/>
            <a:ext cx="1849535" cy="1658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14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Data is validated before processing</a:t>
            </a:r>
            <a:endParaRPr lang="en-US" sz="1600" dirty="0"/>
          </a:p>
        </p:txBody>
      </p:sp>
      <p:sp>
        <p:nvSpPr>
          <p:cNvPr id="64" name="Shape 62"/>
          <p:cNvSpPr/>
          <p:nvPr/>
        </p:nvSpPr>
        <p:spPr>
          <a:xfrm>
            <a:off x="6305383" y="6066853"/>
            <a:ext cx="116114" cy="132702"/>
          </a:xfrm>
          <a:custGeom>
            <a:avLst/>
            <a:gdLst/>
            <a:ahLst/>
            <a:cxnLst/>
            <a:rect l="l" t="t" r="r" b="b"/>
            <a:pathLst>
              <a:path w="116114" h="132702">
                <a:moveTo>
                  <a:pt x="87811" y="-2566"/>
                </a:moveTo>
                <a:cubicBezTo>
                  <a:pt x="90896" y="-337"/>
                  <a:pt x="92036" y="3706"/>
                  <a:pt x="90637" y="7231"/>
                </a:cubicBezTo>
                <a:lnTo>
                  <a:pt x="70317" y="58057"/>
                </a:lnTo>
                <a:lnTo>
                  <a:pt x="107820" y="58057"/>
                </a:lnTo>
                <a:cubicBezTo>
                  <a:pt x="111319" y="58057"/>
                  <a:pt x="114430" y="60234"/>
                  <a:pt x="115622" y="63526"/>
                </a:cubicBezTo>
                <a:cubicBezTo>
                  <a:pt x="116814" y="66818"/>
                  <a:pt x="115803" y="70498"/>
                  <a:pt x="113134" y="72727"/>
                </a:cubicBezTo>
                <a:lnTo>
                  <a:pt x="38489" y="134931"/>
                </a:lnTo>
                <a:cubicBezTo>
                  <a:pt x="35560" y="137367"/>
                  <a:pt x="31387" y="137497"/>
                  <a:pt x="28303" y="135268"/>
                </a:cubicBezTo>
                <a:cubicBezTo>
                  <a:pt x="25219" y="133039"/>
                  <a:pt x="24078" y="128996"/>
                  <a:pt x="25478" y="125471"/>
                </a:cubicBezTo>
                <a:lnTo>
                  <a:pt x="45798" y="74645"/>
                </a:lnTo>
                <a:lnTo>
                  <a:pt x="8294" y="74645"/>
                </a:lnTo>
                <a:cubicBezTo>
                  <a:pt x="4795" y="74645"/>
                  <a:pt x="1685" y="72468"/>
                  <a:pt x="492" y="69176"/>
                </a:cubicBezTo>
                <a:cubicBezTo>
                  <a:pt x="-700" y="65884"/>
                  <a:pt x="311" y="62204"/>
                  <a:pt x="2981" y="59975"/>
                </a:cubicBezTo>
                <a:lnTo>
                  <a:pt x="77626" y="-2229"/>
                </a:lnTo>
                <a:cubicBezTo>
                  <a:pt x="80554" y="-4665"/>
                  <a:pt x="84727" y="-4795"/>
                  <a:pt x="87811" y="-2566"/>
                </a:cubicBezTo>
                <a:close/>
              </a:path>
            </a:pathLst>
          </a:custGeom>
          <a:solidFill>
            <a:srgbClr val="F0B100"/>
          </a:solidFill>
          <a:ln/>
        </p:spPr>
      </p:sp>
      <p:sp>
        <p:nvSpPr>
          <p:cNvPr id="65" name="Text 63"/>
          <p:cNvSpPr/>
          <p:nvPr/>
        </p:nvSpPr>
        <p:spPr>
          <a:xfrm>
            <a:off x="6512730" y="6050265"/>
            <a:ext cx="1235788" cy="1658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14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AI analyzes in real-time</a:t>
            </a:r>
            <a:endParaRPr lang="en-US" sz="1600" dirty="0"/>
          </a:p>
        </p:txBody>
      </p:sp>
      <p:sp>
        <p:nvSpPr>
          <p:cNvPr id="66" name="Shape 64"/>
          <p:cNvSpPr/>
          <p:nvPr/>
        </p:nvSpPr>
        <p:spPr>
          <a:xfrm>
            <a:off x="9126545" y="6066853"/>
            <a:ext cx="132702" cy="132702"/>
          </a:xfrm>
          <a:custGeom>
            <a:avLst/>
            <a:gdLst/>
            <a:ahLst/>
            <a:cxnLst/>
            <a:rect l="l" t="t" r="r" b="b"/>
            <a:pathLst>
              <a:path w="132702" h="132702">
                <a:moveTo>
                  <a:pt x="33176" y="82939"/>
                </a:moveTo>
                <a:lnTo>
                  <a:pt x="6350" y="82939"/>
                </a:lnTo>
                <a:cubicBezTo>
                  <a:pt x="-104" y="82939"/>
                  <a:pt x="-4069" y="75915"/>
                  <a:pt x="-752" y="70368"/>
                </a:cubicBezTo>
                <a:lnTo>
                  <a:pt x="12959" y="47508"/>
                </a:lnTo>
                <a:cubicBezTo>
                  <a:pt x="15214" y="43750"/>
                  <a:pt x="19257" y="41469"/>
                  <a:pt x="23638" y="41469"/>
                </a:cubicBezTo>
                <a:lnTo>
                  <a:pt x="48260" y="41469"/>
                </a:lnTo>
                <a:cubicBezTo>
                  <a:pt x="67984" y="8061"/>
                  <a:pt x="97401" y="6376"/>
                  <a:pt x="117073" y="9253"/>
                </a:cubicBezTo>
                <a:cubicBezTo>
                  <a:pt x="120391" y="9745"/>
                  <a:pt x="122983" y="12337"/>
                  <a:pt x="123449" y="15629"/>
                </a:cubicBezTo>
                <a:cubicBezTo>
                  <a:pt x="126326" y="35301"/>
                  <a:pt x="124641" y="64718"/>
                  <a:pt x="91233" y="84442"/>
                </a:cubicBezTo>
                <a:lnTo>
                  <a:pt x="91233" y="109064"/>
                </a:lnTo>
                <a:cubicBezTo>
                  <a:pt x="91233" y="113445"/>
                  <a:pt x="88952" y="117488"/>
                  <a:pt x="85194" y="119743"/>
                </a:cubicBezTo>
                <a:lnTo>
                  <a:pt x="62334" y="133454"/>
                </a:lnTo>
                <a:cubicBezTo>
                  <a:pt x="56813" y="136771"/>
                  <a:pt x="49763" y="132780"/>
                  <a:pt x="49763" y="126352"/>
                </a:cubicBezTo>
                <a:lnTo>
                  <a:pt x="49763" y="99527"/>
                </a:lnTo>
                <a:cubicBezTo>
                  <a:pt x="49763" y="90377"/>
                  <a:pt x="42325" y="82939"/>
                  <a:pt x="33176" y="82939"/>
                </a:cubicBezTo>
                <a:lnTo>
                  <a:pt x="33150" y="82939"/>
                </a:lnTo>
                <a:close/>
                <a:moveTo>
                  <a:pt x="103673" y="41469"/>
                </a:moveTo>
                <a:cubicBezTo>
                  <a:pt x="103673" y="34603"/>
                  <a:pt x="98099" y="29029"/>
                  <a:pt x="91233" y="29029"/>
                </a:cubicBezTo>
                <a:cubicBezTo>
                  <a:pt x="84366" y="29029"/>
                  <a:pt x="78792" y="34603"/>
                  <a:pt x="78792" y="41469"/>
                </a:cubicBezTo>
                <a:cubicBezTo>
                  <a:pt x="78792" y="48336"/>
                  <a:pt x="84366" y="53910"/>
                  <a:pt x="91233" y="53910"/>
                </a:cubicBezTo>
                <a:cubicBezTo>
                  <a:pt x="98099" y="53910"/>
                  <a:pt x="103673" y="48336"/>
                  <a:pt x="103673" y="41469"/>
                </a:cubicBezTo>
                <a:close/>
              </a:path>
            </a:pathLst>
          </a:custGeom>
          <a:solidFill>
            <a:srgbClr val="4F46E5"/>
          </a:solidFill>
          <a:ln/>
        </p:spPr>
      </p:sp>
      <p:sp>
        <p:nvSpPr>
          <p:cNvPr id="67" name="Text 65"/>
          <p:cNvSpPr/>
          <p:nvPr/>
        </p:nvSpPr>
        <p:spPr>
          <a:xfrm>
            <a:off x="9342186" y="6050265"/>
            <a:ext cx="995265" cy="1658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14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Results are instant</a:t>
            </a:r>
            <a:endParaRPr lang="en-US" sz="1600" dirty="0"/>
          </a:p>
        </p:txBody>
      </p:sp>
      <p:pic>
        <p:nvPicPr>
          <p:cNvPr id="73" name="Picture 72">
            <a:extLst>
              <a:ext uri="{FF2B5EF4-FFF2-40B4-BE49-F238E27FC236}">
                <a16:creationId xmlns:a16="http://schemas.microsoft.com/office/drawing/2014/main" id="{546730E2-3392-0CCC-C8B5-0EDB8FF888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7932" y="1593719"/>
            <a:ext cx="3656475" cy="3703182"/>
          </a:xfrm>
          <a:prstGeom prst="rect">
            <a:avLst/>
          </a:prstGeom>
        </p:spPr>
      </p:pic>
      <p:pic>
        <p:nvPicPr>
          <p:cNvPr id="75" name="Picture 74">
            <a:extLst>
              <a:ext uri="{FF2B5EF4-FFF2-40B4-BE49-F238E27FC236}">
                <a16:creationId xmlns:a16="http://schemas.microsoft.com/office/drawing/2014/main" id="{F98A6195-ADB8-70BA-51D6-2486D3BFEBA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530"/>
          <a:stretch>
            <a:fillRect/>
          </a:stretch>
        </p:blipFill>
        <p:spPr>
          <a:xfrm>
            <a:off x="4140520" y="1605196"/>
            <a:ext cx="3482152" cy="3639354"/>
          </a:xfrm>
          <a:prstGeom prst="rect">
            <a:avLst/>
          </a:prstGeom>
        </p:spPr>
      </p:pic>
      <p:sp>
        <p:nvSpPr>
          <p:cNvPr id="76" name="Text 18">
            <a:extLst>
              <a:ext uri="{FF2B5EF4-FFF2-40B4-BE49-F238E27FC236}">
                <a16:creationId xmlns:a16="http://schemas.microsoft.com/office/drawing/2014/main" id="{A54DE6CD-15A2-64D9-52A8-C524F2E24538}"/>
              </a:ext>
            </a:extLst>
          </p:cNvPr>
          <p:cNvSpPr/>
          <p:nvPr/>
        </p:nvSpPr>
        <p:spPr>
          <a:xfrm>
            <a:off x="3733762" y="6548748"/>
            <a:ext cx="4820678" cy="2423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ts val="1980"/>
              </a:lnSpc>
            </a:pPr>
            <a:r>
              <a:rPr lang="en-US" sz="1600" b="1" dirty="0">
                <a:latin typeface="Calibri (MS)"/>
                <a:ea typeface="Calibri (MS)"/>
                <a:cs typeface="Calibri (MS)"/>
                <a:sym typeface="Calibri (MS)"/>
              </a:rPr>
              <a:t>Department of Computer Science &amp; Engineering ,CSPIT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D24F210-0F37-1CD7-0C4E-50DE6803523E}"/>
              </a:ext>
            </a:extLst>
          </p:cNvPr>
          <p:cNvSpPr/>
          <p:nvPr/>
        </p:nvSpPr>
        <p:spPr>
          <a:xfrm>
            <a:off x="30479" y="66891"/>
            <a:ext cx="12085321" cy="6714790"/>
          </a:xfrm>
          <a:prstGeom prst="rect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4"/>
          <p:cNvSpPr/>
          <p:nvPr/>
        </p:nvSpPr>
        <p:spPr>
          <a:xfrm>
            <a:off x="266700" y="883842"/>
            <a:ext cx="1165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How We Built DataXpert - Our Journey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266700" y="1455342"/>
            <a:ext cx="914400" cy="38100"/>
          </a:xfrm>
          <a:custGeom>
            <a:avLst/>
            <a:gdLst/>
            <a:ahLst/>
            <a:cxnLst/>
            <a:rect l="l" t="t" r="r" b="b"/>
            <a:pathLst>
              <a:path w="914400" h="38100">
                <a:moveTo>
                  <a:pt x="19050" y="0"/>
                </a:moveTo>
                <a:lnTo>
                  <a:pt x="895350" y="0"/>
                </a:lnTo>
                <a:cubicBezTo>
                  <a:pt x="905864" y="0"/>
                  <a:pt x="914400" y="8536"/>
                  <a:pt x="914400" y="19050"/>
                </a:cubicBezTo>
                <a:lnTo>
                  <a:pt x="914400" y="19050"/>
                </a:lnTo>
                <a:cubicBezTo>
                  <a:pt x="914400" y="29564"/>
                  <a:pt x="905864" y="38100"/>
                  <a:pt x="895350" y="38100"/>
                </a:cubicBezTo>
                <a:lnTo>
                  <a:pt x="19050" y="38100"/>
                </a:lnTo>
                <a:cubicBezTo>
                  <a:pt x="8536" y="38100"/>
                  <a:pt x="0" y="29564"/>
                  <a:pt x="0" y="19050"/>
                </a:cubicBezTo>
                <a:lnTo>
                  <a:pt x="0" y="19050"/>
                </a:lnTo>
                <a:cubicBezTo>
                  <a:pt x="0" y="8536"/>
                  <a:pt x="8536" y="0"/>
                  <a:pt x="19050" y="0"/>
                </a:cubicBezTo>
                <a:close/>
              </a:path>
            </a:pathLst>
          </a:custGeom>
          <a:gradFill flip="none" rotWithShape="1">
            <a:gsLst>
              <a:gs pos="0">
                <a:srgbClr val="6366F1"/>
              </a:gs>
              <a:gs pos="100000">
                <a:srgbClr val="818CF8"/>
              </a:gs>
            </a:gsLst>
            <a:lin ang="0" scaled="1"/>
          </a:gradFill>
          <a:ln/>
        </p:spPr>
      </p:sp>
      <p:sp>
        <p:nvSpPr>
          <p:cNvPr id="8" name="Shape 6"/>
          <p:cNvSpPr/>
          <p:nvPr/>
        </p:nvSpPr>
        <p:spPr>
          <a:xfrm>
            <a:off x="287655" y="2062564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38100" y="0"/>
                </a:moveTo>
                <a:cubicBezTo>
                  <a:pt x="43369" y="0"/>
                  <a:pt x="47625" y="4256"/>
                  <a:pt x="47625" y="9525"/>
                </a:cubicBezTo>
                <a:lnTo>
                  <a:pt x="47625" y="19050"/>
                </a:lnTo>
                <a:lnTo>
                  <a:pt x="85725" y="19050"/>
                </a:lnTo>
                <a:lnTo>
                  <a:pt x="85725" y="9525"/>
                </a:lnTo>
                <a:cubicBezTo>
                  <a:pt x="85725" y="4256"/>
                  <a:pt x="89981" y="0"/>
                  <a:pt x="95250" y="0"/>
                </a:cubicBezTo>
                <a:cubicBezTo>
                  <a:pt x="100519" y="0"/>
                  <a:pt x="104775" y="4256"/>
                  <a:pt x="104775" y="9525"/>
                </a:cubicBezTo>
                <a:lnTo>
                  <a:pt x="104775" y="19050"/>
                </a:lnTo>
                <a:lnTo>
                  <a:pt x="114300" y="19050"/>
                </a:lnTo>
                <a:cubicBezTo>
                  <a:pt x="124807" y="19050"/>
                  <a:pt x="133350" y="27593"/>
                  <a:pt x="133350" y="38100"/>
                </a:cubicBezTo>
                <a:lnTo>
                  <a:pt x="133350" y="123825"/>
                </a:lnTo>
                <a:cubicBezTo>
                  <a:pt x="133350" y="134332"/>
                  <a:pt x="124807" y="142875"/>
                  <a:pt x="114300" y="142875"/>
                </a:cubicBezTo>
                <a:lnTo>
                  <a:pt x="19050" y="142875"/>
                </a:lnTo>
                <a:cubicBezTo>
                  <a:pt x="8543" y="142875"/>
                  <a:pt x="0" y="134332"/>
                  <a:pt x="0" y="123825"/>
                </a:cubicBezTo>
                <a:lnTo>
                  <a:pt x="0" y="38100"/>
                </a:lnTo>
                <a:cubicBezTo>
                  <a:pt x="0" y="27593"/>
                  <a:pt x="8543" y="19050"/>
                  <a:pt x="19050" y="19050"/>
                </a:cubicBezTo>
                <a:lnTo>
                  <a:pt x="28575" y="19050"/>
                </a:lnTo>
                <a:lnTo>
                  <a:pt x="28575" y="9525"/>
                </a:lnTo>
                <a:cubicBezTo>
                  <a:pt x="28575" y="4256"/>
                  <a:pt x="32831" y="0"/>
                  <a:pt x="38100" y="0"/>
                </a:cubicBezTo>
                <a:close/>
                <a:moveTo>
                  <a:pt x="19050" y="71438"/>
                </a:moveTo>
                <a:lnTo>
                  <a:pt x="19050" y="80962"/>
                </a:lnTo>
                <a:cubicBezTo>
                  <a:pt x="19050" y="83582"/>
                  <a:pt x="21193" y="85725"/>
                  <a:pt x="23813" y="85725"/>
                </a:cubicBezTo>
                <a:lnTo>
                  <a:pt x="33338" y="85725"/>
                </a:lnTo>
                <a:cubicBezTo>
                  <a:pt x="35957" y="85725"/>
                  <a:pt x="38100" y="83582"/>
                  <a:pt x="38100" y="80962"/>
                </a:cubicBezTo>
                <a:lnTo>
                  <a:pt x="38100" y="71438"/>
                </a:lnTo>
                <a:cubicBezTo>
                  <a:pt x="38100" y="68818"/>
                  <a:pt x="35957" y="66675"/>
                  <a:pt x="33338" y="66675"/>
                </a:cubicBezTo>
                <a:lnTo>
                  <a:pt x="23813" y="66675"/>
                </a:lnTo>
                <a:cubicBezTo>
                  <a:pt x="21193" y="66675"/>
                  <a:pt x="19050" y="68818"/>
                  <a:pt x="19050" y="71438"/>
                </a:cubicBezTo>
                <a:close/>
                <a:moveTo>
                  <a:pt x="57150" y="71438"/>
                </a:moveTo>
                <a:lnTo>
                  <a:pt x="57150" y="80962"/>
                </a:lnTo>
                <a:cubicBezTo>
                  <a:pt x="57150" y="83582"/>
                  <a:pt x="59293" y="85725"/>
                  <a:pt x="61912" y="85725"/>
                </a:cubicBezTo>
                <a:lnTo>
                  <a:pt x="71438" y="85725"/>
                </a:lnTo>
                <a:cubicBezTo>
                  <a:pt x="74057" y="85725"/>
                  <a:pt x="76200" y="83582"/>
                  <a:pt x="76200" y="80962"/>
                </a:cubicBezTo>
                <a:lnTo>
                  <a:pt x="76200" y="71438"/>
                </a:lnTo>
                <a:cubicBezTo>
                  <a:pt x="76200" y="68818"/>
                  <a:pt x="74057" y="66675"/>
                  <a:pt x="71438" y="66675"/>
                </a:cubicBezTo>
                <a:lnTo>
                  <a:pt x="61912" y="66675"/>
                </a:lnTo>
                <a:cubicBezTo>
                  <a:pt x="59293" y="66675"/>
                  <a:pt x="57150" y="68818"/>
                  <a:pt x="57150" y="71438"/>
                </a:cubicBezTo>
                <a:close/>
                <a:moveTo>
                  <a:pt x="100013" y="66675"/>
                </a:moveTo>
                <a:cubicBezTo>
                  <a:pt x="97393" y="66675"/>
                  <a:pt x="95250" y="68818"/>
                  <a:pt x="95250" y="71438"/>
                </a:cubicBezTo>
                <a:lnTo>
                  <a:pt x="95250" y="80962"/>
                </a:lnTo>
                <a:cubicBezTo>
                  <a:pt x="95250" y="83582"/>
                  <a:pt x="97393" y="85725"/>
                  <a:pt x="100013" y="85725"/>
                </a:cubicBezTo>
                <a:lnTo>
                  <a:pt x="109537" y="85725"/>
                </a:lnTo>
                <a:cubicBezTo>
                  <a:pt x="112157" y="85725"/>
                  <a:pt x="114300" y="83582"/>
                  <a:pt x="114300" y="80962"/>
                </a:cubicBezTo>
                <a:lnTo>
                  <a:pt x="114300" y="71438"/>
                </a:lnTo>
                <a:cubicBezTo>
                  <a:pt x="114300" y="68818"/>
                  <a:pt x="112157" y="66675"/>
                  <a:pt x="109537" y="66675"/>
                </a:cubicBezTo>
                <a:lnTo>
                  <a:pt x="100013" y="66675"/>
                </a:lnTo>
                <a:close/>
                <a:moveTo>
                  <a:pt x="19050" y="109537"/>
                </a:moveTo>
                <a:lnTo>
                  <a:pt x="19050" y="119062"/>
                </a:lnTo>
                <a:cubicBezTo>
                  <a:pt x="19050" y="121682"/>
                  <a:pt x="21193" y="123825"/>
                  <a:pt x="23813" y="123825"/>
                </a:cubicBezTo>
                <a:lnTo>
                  <a:pt x="33338" y="123825"/>
                </a:lnTo>
                <a:cubicBezTo>
                  <a:pt x="35957" y="123825"/>
                  <a:pt x="38100" y="121682"/>
                  <a:pt x="38100" y="119062"/>
                </a:cubicBezTo>
                <a:lnTo>
                  <a:pt x="38100" y="109537"/>
                </a:lnTo>
                <a:cubicBezTo>
                  <a:pt x="38100" y="106918"/>
                  <a:pt x="35957" y="104775"/>
                  <a:pt x="33338" y="104775"/>
                </a:cubicBezTo>
                <a:lnTo>
                  <a:pt x="23813" y="104775"/>
                </a:lnTo>
                <a:cubicBezTo>
                  <a:pt x="21193" y="104775"/>
                  <a:pt x="19050" y="106918"/>
                  <a:pt x="19050" y="109537"/>
                </a:cubicBezTo>
                <a:close/>
                <a:moveTo>
                  <a:pt x="61912" y="104775"/>
                </a:moveTo>
                <a:cubicBezTo>
                  <a:pt x="59293" y="104775"/>
                  <a:pt x="57150" y="106918"/>
                  <a:pt x="57150" y="109537"/>
                </a:cubicBezTo>
                <a:lnTo>
                  <a:pt x="57150" y="119062"/>
                </a:lnTo>
                <a:cubicBezTo>
                  <a:pt x="57150" y="121682"/>
                  <a:pt x="59293" y="123825"/>
                  <a:pt x="61912" y="123825"/>
                </a:cubicBezTo>
                <a:lnTo>
                  <a:pt x="71438" y="123825"/>
                </a:lnTo>
                <a:cubicBezTo>
                  <a:pt x="74057" y="123825"/>
                  <a:pt x="76200" y="121682"/>
                  <a:pt x="76200" y="119062"/>
                </a:cubicBezTo>
                <a:lnTo>
                  <a:pt x="76200" y="109537"/>
                </a:lnTo>
                <a:cubicBezTo>
                  <a:pt x="76200" y="106918"/>
                  <a:pt x="74057" y="104775"/>
                  <a:pt x="71438" y="104775"/>
                </a:cubicBezTo>
                <a:lnTo>
                  <a:pt x="61912" y="104775"/>
                </a:lnTo>
                <a:close/>
                <a:moveTo>
                  <a:pt x="95250" y="109537"/>
                </a:moveTo>
                <a:lnTo>
                  <a:pt x="95250" y="119062"/>
                </a:lnTo>
                <a:cubicBezTo>
                  <a:pt x="95250" y="121682"/>
                  <a:pt x="97393" y="123825"/>
                  <a:pt x="100013" y="123825"/>
                </a:cubicBezTo>
                <a:lnTo>
                  <a:pt x="109537" y="123825"/>
                </a:lnTo>
                <a:cubicBezTo>
                  <a:pt x="112157" y="123825"/>
                  <a:pt x="114300" y="121682"/>
                  <a:pt x="114300" y="119062"/>
                </a:cubicBezTo>
                <a:lnTo>
                  <a:pt x="114300" y="109537"/>
                </a:lnTo>
                <a:cubicBezTo>
                  <a:pt x="114300" y="106918"/>
                  <a:pt x="112157" y="104775"/>
                  <a:pt x="109537" y="104775"/>
                </a:cubicBezTo>
                <a:lnTo>
                  <a:pt x="100013" y="104775"/>
                </a:lnTo>
                <a:cubicBezTo>
                  <a:pt x="97393" y="104775"/>
                  <a:pt x="95250" y="106918"/>
                  <a:pt x="95250" y="109537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9" name="Text 7"/>
          <p:cNvSpPr/>
          <p:nvPr/>
        </p:nvSpPr>
        <p:spPr>
          <a:xfrm>
            <a:off x="525780" y="2005414"/>
            <a:ext cx="15335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Timeline: 12 Weeks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262890" y="2428324"/>
            <a:ext cx="1798320" cy="1722120"/>
          </a:xfrm>
          <a:custGeom>
            <a:avLst/>
            <a:gdLst/>
            <a:ahLst/>
            <a:cxnLst/>
            <a:rect l="l" t="t" r="r" b="b"/>
            <a:pathLst>
              <a:path w="1798320" h="1722120">
                <a:moveTo>
                  <a:pt x="114297" y="0"/>
                </a:moveTo>
                <a:lnTo>
                  <a:pt x="1684023" y="0"/>
                </a:lnTo>
                <a:cubicBezTo>
                  <a:pt x="1747147" y="0"/>
                  <a:pt x="1798320" y="51173"/>
                  <a:pt x="1798320" y="114297"/>
                </a:cubicBezTo>
                <a:lnTo>
                  <a:pt x="1798320" y="1607823"/>
                </a:lnTo>
                <a:cubicBezTo>
                  <a:pt x="1798320" y="1670947"/>
                  <a:pt x="1747147" y="1722120"/>
                  <a:pt x="1684023" y="1722120"/>
                </a:cubicBezTo>
                <a:lnTo>
                  <a:pt x="114297" y="1722120"/>
                </a:lnTo>
                <a:cubicBezTo>
                  <a:pt x="51173" y="1722120"/>
                  <a:pt x="0" y="1670947"/>
                  <a:pt x="0" y="1607823"/>
                </a:cubicBezTo>
                <a:lnTo>
                  <a:pt x="0" y="114297"/>
                </a:lnTo>
                <a:cubicBezTo>
                  <a:pt x="0" y="51215"/>
                  <a:pt x="51215" y="0"/>
                  <a:pt x="114297" y="0"/>
                </a:cubicBezTo>
                <a:close/>
              </a:path>
            </a:pathLst>
          </a:custGeom>
          <a:solidFill>
            <a:srgbClr val="FFFFFF"/>
          </a:solidFill>
          <a:ln w="10160">
            <a:solidFill>
              <a:srgbClr val="F3F4F6"/>
            </a:solidFill>
            <a:prstDash val="solid"/>
          </a:ln>
          <a:effectLst>
            <a:outerShdw blurRad="28575" dist="9525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19100" y="2584537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lnTo>
                  <a:pt x="152400" y="0"/>
                </a:lnTo>
                <a:cubicBezTo>
                  <a:pt x="236512" y="0"/>
                  <a:pt x="304800" y="68288"/>
                  <a:pt x="304800" y="152400"/>
                </a:cubicBezTo>
                <a:lnTo>
                  <a:pt x="304800" y="152400"/>
                </a:lnTo>
                <a:cubicBezTo>
                  <a:pt x="304800" y="236512"/>
                  <a:pt x="236512" y="304800"/>
                  <a:pt x="15240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12" name="Text 10"/>
          <p:cNvSpPr/>
          <p:nvPr/>
        </p:nvSpPr>
        <p:spPr>
          <a:xfrm>
            <a:off x="479465" y="2641687"/>
            <a:ext cx="2476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1-2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845344" y="2651212"/>
            <a:ext cx="128588" cy="171450"/>
          </a:xfrm>
          <a:custGeom>
            <a:avLst/>
            <a:gdLst/>
            <a:ahLst/>
            <a:cxnLst/>
            <a:rect l="l" t="t" r="r" b="b"/>
            <a:pathLst>
              <a:path w="128588" h="171450">
                <a:moveTo>
                  <a:pt x="104276" y="10716"/>
                </a:moveTo>
                <a:lnTo>
                  <a:pt x="107156" y="10716"/>
                </a:lnTo>
                <a:cubicBezTo>
                  <a:pt x="118977" y="10716"/>
                  <a:pt x="128588" y="20326"/>
                  <a:pt x="128588" y="32147"/>
                </a:cubicBezTo>
                <a:lnTo>
                  <a:pt x="128588" y="150019"/>
                </a:lnTo>
                <a:cubicBezTo>
                  <a:pt x="128588" y="161839"/>
                  <a:pt x="118977" y="171450"/>
                  <a:pt x="107156" y="171450"/>
                </a:cubicBezTo>
                <a:lnTo>
                  <a:pt x="21431" y="171450"/>
                </a:lnTo>
                <a:cubicBezTo>
                  <a:pt x="9611" y="171450"/>
                  <a:pt x="0" y="161839"/>
                  <a:pt x="0" y="150019"/>
                </a:cubicBezTo>
                <a:lnTo>
                  <a:pt x="0" y="32147"/>
                </a:lnTo>
                <a:cubicBezTo>
                  <a:pt x="0" y="20326"/>
                  <a:pt x="9611" y="10716"/>
                  <a:pt x="21431" y="10716"/>
                </a:cubicBezTo>
                <a:lnTo>
                  <a:pt x="24311" y="10716"/>
                </a:lnTo>
                <a:cubicBezTo>
                  <a:pt x="27995" y="4320"/>
                  <a:pt x="34926" y="0"/>
                  <a:pt x="42863" y="0"/>
                </a:cubicBezTo>
                <a:lnTo>
                  <a:pt x="85725" y="0"/>
                </a:lnTo>
                <a:cubicBezTo>
                  <a:pt x="93661" y="0"/>
                  <a:pt x="100593" y="4320"/>
                  <a:pt x="104276" y="10716"/>
                </a:cubicBezTo>
                <a:close/>
                <a:moveTo>
                  <a:pt x="83046" y="37505"/>
                </a:moveTo>
                <a:cubicBezTo>
                  <a:pt x="87500" y="37505"/>
                  <a:pt x="91083" y="33922"/>
                  <a:pt x="91083" y="29468"/>
                </a:cubicBezTo>
                <a:cubicBezTo>
                  <a:pt x="91083" y="25014"/>
                  <a:pt x="87500" y="21431"/>
                  <a:pt x="83046" y="21431"/>
                </a:cubicBezTo>
                <a:lnTo>
                  <a:pt x="45541" y="21431"/>
                </a:lnTo>
                <a:cubicBezTo>
                  <a:pt x="41088" y="21431"/>
                  <a:pt x="37505" y="25014"/>
                  <a:pt x="37505" y="29468"/>
                </a:cubicBezTo>
                <a:cubicBezTo>
                  <a:pt x="37505" y="33922"/>
                  <a:pt x="41088" y="37505"/>
                  <a:pt x="45541" y="37505"/>
                </a:cubicBezTo>
                <a:lnTo>
                  <a:pt x="83046" y="37505"/>
                </a:lnTo>
                <a:close/>
                <a:moveTo>
                  <a:pt x="42863" y="85725"/>
                </a:moveTo>
                <a:cubicBezTo>
                  <a:pt x="42863" y="79811"/>
                  <a:pt x="38061" y="75009"/>
                  <a:pt x="32147" y="75009"/>
                </a:cubicBezTo>
                <a:cubicBezTo>
                  <a:pt x="26233" y="75009"/>
                  <a:pt x="21431" y="79811"/>
                  <a:pt x="21431" y="85725"/>
                </a:cubicBezTo>
                <a:cubicBezTo>
                  <a:pt x="21431" y="91639"/>
                  <a:pt x="26233" y="96441"/>
                  <a:pt x="32147" y="96441"/>
                </a:cubicBezTo>
                <a:cubicBezTo>
                  <a:pt x="38061" y="96441"/>
                  <a:pt x="42863" y="91639"/>
                  <a:pt x="42863" y="85725"/>
                </a:cubicBezTo>
                <a:close/>
                <a:moveTo>
                  <a:pt x="53578" y="85725"/>
                </a:moveTo>
                <a:cubicBezTo>
                  <a:pt x="53578" y="90179"/>
                  <a:pt x="57161" y="93762"/>
                  <a:pt x="61615" y="93762"/>
                </a:cubicBezTo>
                <a:lnTo>
                  <a:pt x="99120" y="93762"/>
                </a:lnTo>
                <a:cubicBezTo>
                  <a:pt x="103573" y="93762"/>
                  <a:pt x="107156" y="90179"/>
                  <a:pt x="107156" y="85725"/>
                </a:cubicBezTo>
                <a:cubicBezTo>
                  <a:pt x="107156" y="81271"/>
                  <a:pt x="103573" y="77688"/>
                  <a:pt x="99120" y="77688"/>
                </a:cubicBezTo>
                <a:lnTo>
                  <a:pt x="61615" y="77688"/>
                </a:lnTo>
                <a:cubicBezTo>
                  <a:pt x="57161" y="77688"/>
                  <a:pt x="53578" y="81271"/>
                  <a:pt x="53578" y="85725"/>
                </a:cubicBezTo>
                <a:close/>
                <a:moveTo>
                  <a:pt x="53578" y="128588"/>
                </a:moveTo>
                <a:cubicBezTo>
                  <a:pt x="53578" y="133041"/>
                  <a:pt x="57161" y="136624"/>
                  <a:pt x="61615" y="136624"/>
                </a:cubicBezTo>
                <a:lnTo>
                  <a:pt x="99120" y="136624"/>
                </a:lnTo>
                <a:cubicBezTo>
                  <a:pt x="103573" y="136624"/>
                  <a:pt x="107156" y="133041"/>
                  <a:pt x="107156" y="128588"/>
                </a:cubicBezTo>
                <a:cubicBezTo>
                  <a:pt x="107156" y="124134"/>
                  <a:pt x="103573" y="120551"/>
                  <a:pt x="99120" y="120551"/>
                </a:cubicBezTo>
                <a:lnTo>
                  <a:pt x="61615" y="120551"/>
                </a:lnTo>
                <a:cubicBezTo>
                  <a:pt x="57161" y="120551"/>
                  <a:pt x="53578" y="124134"/>
                  <a:pt x="53578" y="128588"/>
                </a:cubicBezTo>
                <a:close/>
                <a:moveTo>
                  <a:pt x="32147" y="139303"/>
                </a:moveTo>
                <a:cubicBezTo>
                  <a:pt x="38061" y="139303"/>
                  <a:pt x="42863" y="134502"/>
                  <a:pt x="42863" y="128588"/>
                </a:cubicBezTo>
                <a:cubicBezTo>
                  <a:pt x="42863" y="122673"/>
                  <a:pt x="38061" y="117872"/>
                  <a:pt x="32147" y="117872"/>
                </a:cubicBezTo>
                <a:cubicBezTo>
                  <a:pt x="26233" y="117872"/>
                  <a:pt x="21431" y="122673"/>
                  <a:pt x="21431" y="128588"/>
                </a:cubicBezTo>
                <a:cubicBezTo>
                  <a:pt x="21431" y="134502"/>
                  <a:pt x="26233" y="139303"/>
                  <a:pt x="32147" y="139303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14" name="Text 12"/>
          <p:cNvSpPr/>
          <p:nvPr/>
        </p:nvSpPr>
        <p:spPr>
          <a:xfrm>
            <a:off x="419100" y="3003637"/>
            <a:ext cx="15525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00" b="1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Planning &amp; Research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419100" y="3270337"/>
            <a:ext cx="15430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50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Identified problem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419100" y="3460716"/>
            <a:ext cx="15430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50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Researched solutions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419100" y="3651095"/>
            <a:ext cx="15430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50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Defined features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419100" y="3841479"/>
            <a:ext cx="15430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50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Created roadmap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2186940" y="2428324"/>
            <a:ext cx="1798320" cy="1722120"/>
          </a:xfrm>
          <a:custGeom>
            <a:avLst/>
            <a:gdLst/>
            <a:ahLst/>
            <a:cxnLst/>
            <a:rect l="l" t="t" r="r" b="b"/>
            <a:pathLst>
              <a:path w="1798320" h="1722120">
                <a:moveTo>
                  <a:pt x="114297" y="0"/>
                </a:moveTo>
                <a:lnTo>
                  <a:pt x="1684023" y="0"/>
                </a:lnTo>
                <a:cubicBezTo>
                  <a:pt x="1747147" y="0"/>
                  <a:pt x="1798320" y="51173"/>
                  <a:pt x="1798320" y="114297"/>
                </a:cubicBezTo>
                <a:lnTo>
                  <a:pt x="1798320" y="1607823"/>
                </a:lnTo>
                <a:cubicBezTo>
                  <a:pt x="1798320" y="1670947"/>
                  <a:pt x="1747147" y="1722120"/>
                  <a:pt x="1684023" y="1722120"/>
                </a:cubicBezTo>
                <a:lnTo>
                  <a:pt x="114297" y="1722120"/>
                </a:lnTo>
                <a:cubicBezTo>
                  <a:pt x="51173" y="1722120"/>
                  <a:pt x="0" y="1670947"/>
                  <a:pt x="0" y="1607823"/>
                </a:cubicBezTo>
                <a:lnTo>
                  <a:pt x="0" y="114297"/>
                </a:lnTo>
                <a:cubicBezTo>
                  <a:pt x="0" y="51215"/>
                  <a:pt x="51215" y="0"/>
                  <a:pt x="114297" y="0"/>
                </a:cubicBezTo>
                <a:close/>
              </a:path>
            </a:pathLst>
          </a:custGeom>
          <a:solidFill>
            <a:srgbClr val="FFFFFF"/>
          </a:solidFill>
          <a:ln w="10160">
            <a:solidFill>
              <a:srgbClr val="F3F4F6"/>
            </a:solidFill>
            <a:prstDash val="solid"/>
          </a:ln>
          <a:effectLst>
            <a:outerShdw blurRad="28575" dist="9525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343150" y="2584537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lnTo>
                  <a:pt x="152400" y="0"/>
                </a:lnTo>
                <a:cubicBezTo>
                  <a:pt x="236512" y="0"/>
                  <a:pt x="304800" y="68288"/>
                  <a:pt x="304800" y="152400"/>
                </a:cubicBezTo>
                <a:lnTo>
                  <a:pt x="304800" y="152400"/>
                </a:lnTo>
                <a:cubicBezTo>
                  <a:pt x="304800" y="236512"/>
                  <a:pt x="236512" y="304800"/>
                  <a:pt x="15240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818CF8"/>
          </a:solidFill>
          <a:ln/>
        </p:spPr>
      </p:sp>
      <p:sp>
        <p:nvSpPr>
          <p:cNvPr id="21" name="Text 19"/>
          <p:cNvSpPr/>
          <p:nvPr/>
        </p:nvSpPr>
        <p:spPr>
          <a:xfrm>
            <a:off x="2390299" y="2641687"/>
            <a:ext cx="2762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3-4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2737247" y="2651212"/>
            <a:ext cx="192881" cy="171450"/>
          </a:xfrm>
          <a:custGeom>
            <a:avLst/>
            <a:gdLst/>
            <a:ahLst/>
            <a:cxnLst/>
            <a:rect l="l" t="t" r="r" b="b"/>
            <a:pathLst>
              <a:path w="192881" h="171450">
                <a:moveTo>
                  <a:pt x="160902" y="3449"/>
                </a:moveTo>
                <a:lnTo>
                  <a:pt x="86763" y="52908"/>
                </a:lnTo>
                <a:cubicBezTo>
                  <a:pt x="77019" y="59405"/>
                  <a:pt x="70824" y="69953"/>
                  <a:pt x="69819" y="81472"/>
                </a:cubicBezTo>
                <a:cubicBezTo>
                  <a:pt x="90681" y="85758"/>
                  <a:pt x="107123" y="102200"/>
                  <a:pt x="111443" y="123096"/>
                </a:cubicBezTo>
                <a:cubicBezTo>
                  <a:pt x="122995" y="122091"/>
                  <a:pt x="133510" y="115896"/>
                  <a:pt x="140006" y="106152"/>
                </a:cubicBezTo>
                <a:lnTo>
                  <a:pt x="189432" y="31979"/>
                </a:lnTo>
                <a:cubicBezTo>
                  <a:pt x="191676" y="28597"/>
                  <a:pt x="192881" y="24646"/>
                  <a:pt x="192881" y="20561"/>
                </a:cubicBezTo>
                <a:cubicBezTo>
                  <a:pt x="192881" y="9209"/>
                  <a:pt x="183673" y="0"/>
                  <a:pt x="172321" y="0"/>
                </a:cubicBezTo>
                <a:cubicBezTo>
                  <a:pt x="168269" y="0"/>
                  <a:pt x="164284" y="1206"/>
                  <a:pt x="160902" y="3449"/>
                </a:cubicBezTo>
                <a:close/>
                <a:moveTo>
                  <a:pt x="96441" y="133945"/>
                </a:moveTo>
                <a:cubicBezTo>
                  <a:pt x="96441" y="113217"/>
                  <a:pt x="79664" y="96441"/>
                  <a:pt x="58936" y="96441"/>
                </a:cubicBezTo>
                <a:cubicBezTo>
                  <a:pt x="38208" y="96441"/>
                  <a:pt x="21431" y="113217"/>
                  <a:pt x="21431" y="133945"/>
                </a:cubicBezTo>
                <a:cubicBezTo>
                  <a:pt x="21431" y="135251"/>
                  <a:pt x="21498" y="136557"/>
                  <a:pt x="21632" y="137830"/>
                </a:cubicBezTo>
                <a:cubicBezTo>
                  <a:pt x="22235" y="143690"/>
                  <a:pt x="18217" y="150019"/>
                  <a:pt x="12323" y="150019"/>
                </a:cubicBezTo>
                <a:lnTo>
                  <a:pt x="10716" y="150019"/>
                </a:lnTo>
                <a:cubicBezTo>
                  <a:pt x="4789" y="150019"/>
                  <a:pt x="0" y="154807"/>
                  <a:pt x="0" y="160734"/>
                </a:cubicBezTo>
                <a:cubicBezTo>
                  <a:pt x="0" y="166661"/>
                  <a:pt x="4789" y="171450"/>
                  <a:pt x="10716" y="171450"/>
                </a:cubicBezTo>
                <a:lnTo>
                  <a:pt x="58936" y="171450"/>
                </a:lnTo>
                <a:cubicBezTo>
                  <a:pt x="79664" y="171450"/>
                  <a:pt x="96441" y="154673"/>
                  <a:pt x="96441" y="133945"/>
                </a:cubicBezTo>
                <a:close/>
              </a:path>
            </a:pathLst>
          </a:custGeom>
          <a:solidFill>
            <a:srgbClr val="818CF8"/>
          </a:solidFill>
          <a:ln/>
        </p:spPr>
      </p:sp>
      <p:sp>
        <p:nvSpPr>
          <p:cNvPr id="23" name="Text 21"/>
          <p:cNvSpPr/>
          <p:nvPr/>
        </p:nvSpPr>
        <p:spPr>
          <a:xfrm>
            <a:off x="2343150" y="3003637"/>
            <a:ext cx="15525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00" b="1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Design Phase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2343150" y="3270337"/>
            <a:ext cx="15430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50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Database schema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2343150" y="3460716"/>
            <a:ext cx="15430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50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UI mockups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2343150" y="3651095"/>
            <a:ext cx="15430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50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API endpoints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2343150" y="3841479"/>
            <a:ext cx="15430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50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Tech stack</a:t>
            </a:r>
            <a:endParaRPr lang="en-US" sz="2000" dirty="0"/>
          </a:p>
        </p:txBody>
      </p:sp>
      <p:sp>
        <p:nvSpPr>
          <p:cNvPr id="28" name="Shape 26"/>
          <p:cNvSpPr/>
          <p:nvPr/>
        </p:nvSpPr>
        <p:spPr>
          <a:xfrm>
            <a:off x="4110990" y="2428324"/>
            <a:ext cx="1798320" cy="1722120"/>
          </a:xfrm>
          <a:custGeom>
            <a:avLst/>
            <a:gdLst/>
            <a:ahLst/>
            <a:cxnLst/>
            <a:rect l="l" t="t" r="r" b="b"/>
            <a:pathLst>
              <a:path w="1798320" h="1722120">
                <a:moveTo>
                  <a:pt x="114297" y="0"/>
                </a:moveTo>
                <a:lnTo>
                  <a:pt x="1684023" y="0"/>
                </a:lnTo>
                <a:cubicBezTo>
                  <a:pt x="1747147" y="0"/>
                  <a:pt x="1798320" y="51173"/>
                  <a:pt x="1798320" y="114297"/>
                </a:cubicBezTo>
                <a:lnTo>
                  <a:pt x="1798320" y="1607823"/>
                </a:lnTo>
                <a:cubicBezTo>
                  <a:pt x="1798320" y="1670947"/>
                  <a:pt x="1747147" y="1722120"/>
                  <a:pt x="1684023" y="1722120"/>
                </a:cubicBezTo>
                <a:lnTo>
                  <a:pt x="114297" y="1722120"/>
                </a:lnTo>
                <a:cubicBezTo>
                  <a:pt x="51173" y="1722120"/>
                  <a:pt x="0" y="1670947"/>
                  <a:pt x="0" y="1607823"/>
                </a:cubicBezTo>
                <a:lnTo>
                  <a:pt x="0" y="114297"/>
                </a:lnTo>
                <a:cubicBezTo>
                  <a:pt x="0" y="51215"/>
                  <a:pt x="51215" y="0"/>
                  <a:pt x="114297" y="0"/>
                </a:cubicBezTo>
                <a:close/>
              </a:path>
            </a:pathLst>
          </a:custGeom>
          <a:solidFill>
            <a:srgbClr val="FFFFFF"/>
          </a:solidFill>
          <a:ln w="10160">
            <a:solidFill>
              <a:srgbClr val="F3F4F6"/>
            </a:solidFill>
            <a:prstDash val="solid"/>
          </a:ln>
          <a:effectLst>
            <a:outerShdw blurRad="28575" dist="9525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267200" y="2584537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lnTo>
                  <a:pt x="152400" y="0"/>
                </a:lnTo>
                <a:cubicBezTo>
                  <a:pt x="236512" y="0"/>
                  <a:pt x="304800" y="68288"/>
                  <a:pt x="304800" y="152400"/>
                </a:cubicBezTo>
                <a:lnTo>
                  <a:pt x="304800" y="152400"/>
                </a:lnTo>
                <a:cubicBezTo>
                  <a:pt x="304800" y="236512"/>
                  <a:pt x="236512" y="304800"/>
                  <a:pt x="15240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4F46E5"/>
          </a:solidFill>
          <a:ln/>
        </p:spPr>
      </p:sp>
      <p:sp>
        <p:nvSpPr>
          <p:cNvPr id="30" name="Text 28"/>
          <p:cNvSpPr/>
          <p:nvPr/>
        </p:nvSpPr>
        <p:spPr>
          <a:xfrm>
            <a:off x="4320421" y="2641687"/>
            <a:ext cx="2667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5-7</a:t>
            </a:r>
            <a:endParaRPr lang="en-US" sz="2000" dirty="0"/>
          </a:p>
        </p:txBody>
      </p:sp>
      <p:sp>
        <p:nvSpPr>
          <p:cNvPr id="31" name="Shape 29"/>
          <p:cNvSpPr/>
          <p:nvPr/>
        </p:nvSpPr>
        <p:spPr>
          <a:xfrm>
            <a:off x="4661297" y="2651212"/>
            <a:ext cx="192881" cy="171450"/>
          </a:xfrm>
          <a:custGeom>
            <a:avLst/>
            <a:gdLst/>
            <a:ahLst/>
            <a:cxnLst/>
            <a:rect l="l" t="t" r="r" b="b"/>
            <a:pathLst>
              <a:path w="192881" h="171450">
                <a:moveTo>
                  <a:pt x="120819" y="402"/>
                </a:moveTo>
                <a:cubicBezTo>
                  <a:pt x="115126" y="-1239"/>
                  <a:pt x="109199" y="2076"/>
                  <a:pt x="107558" y="7769"/>
                </a:cubicBezTo>
                <a:lnTo>
                  <a:pt x="64696" y="157788"/>
                </a:lnTo>
                <a:cubicBezTo>
                  <a:pt x="63055" y="163480"/>
                  <a:pt x="66370" y="169407"/>
                  <a:pt x="72063" y="171048"/>
                </a:cubicBezTo>
                <a:cubicBezTo>
                  <a:pt x="77755" y="172689"/>
                  <a:pt x="83682" y="169374"/>
                  <a:pt x="85323" y="163681"/>
                </a:cubicBezTo>
                <a:lnTo>
                  <a:pt x="128186" y="13662"/>
                </a:lnTo>
                <a:cubicBezTo>
                  <a:pt x="129826" y="7970"/>
                  <a:pt x="126511" y="2043"/>
                  <a:pt x="120819" y="402"/>
                </a:cubicBezTo>
                <a:close/>
                <a:moveTo>
                  <a:pt x="142451" y="45977"/>
                </a:moveTo>
                <a:cubicBezTo>
                  <a:pt x="138265" y="50163"/>
                  <a:pt x="138265" y="56960"/>
                  <a:pt x="142451" y="61146"/>
                </a:cubicBezTo>
                <a:lnTo>
                  <a:pt x="167030" y="85725"/>
                </a:lnTo>
                <a:lnTo>
                  <a:pt x="142451" y="110304"/>
                </a:lnTo>
                <a:cubicBezTo>
                  <a:pt x="138265" y="114490"/>
                  <a:pt x="138265" y="121287"/>
                  <a:pt x="142451" y="125473"/>
                </a:cubicBezTo>
                <a:cubicBezTo>
                  <a:pt x="146637" y="129659"/>
                  <a:pt x="153434" y="129659"/>
                  <a:pt x="157620" y="125473"/>
                </a:cubicBezTo>
                <a:lnTo>
                  <a:pt x="189767" y="93326"/>
                </a:lnTo>
                <a:cubicBezTo>
                  <a:pt x="193953" y="89141"/>
                  <a:pt x="193953" y="82343"/>
                  <a:pt x="189767" y="78157"/>
                </a:cubicBezTo>
                <a:lnTo>
                  <a:pt x="157620" y="46010"/>
                </a:lnTo>
                <a:cubicBezTo>
                  <a:pt x="153434" y="41824"/>
                  <a:pt x="146637" y="41824"/>
                  <a:pt x="142451" y="46010"/>
                </a:cubicBezTo>
                <a:close/>
                <a:moveTo>
                  <a:pt x="50464" y="45977"/>
                </a:moveTo>
                <a:cubicBezTo>
                  <a:pt x="46278" y="41791"/>
                  <a:pt x="39480" y="41791"/>
                  <a:pt x="35295" y="45977"/>
                </a:cubicBezTo>
                <a:lnTo>
                  <a:pt x="3148" y="78124"/>
                </a:lnTo>
                <a:cubicBezTo>
                  <a:pt x="-1038" y="82309"/>
                  <a:pt x="-1038" y="89107"/>
                  <a:pt x="3148" y="93293"/>
                </a:cubicBezTo>
                <a:lnTo>
                  <a:pt x="35295" y="125440"/>
                </a:lnTo>
                <a:cubicBezTo>
                  <a:pt x="39480" y="129626"/>
                  <a:pt x="46278" y="129626"/>
                  <a:pt x="50464" y="125440"/>
                </a:cubicBezTo>
                <a:cubicBezTo>
                  <a:pt x="54650" y="121254"/>
                  <a:pt x="54650" y="114456"/>
                  <a:pt x="50464" y="110270"/>
                </a:cubicBezTo>
                <a:lnTo>
                  <a:pt x="25885" y="85725"/>
                </a:lnTo>
                <a:lnTo>
                  <a:pt x="50430" y="61146"/>
                </a:lnTo>
                <a:cubicBezTo>
                  <a:pt x="54616" y="56960"/>
                  <a:pt x="54616" y="50163"/>
                  <a:pt x="50430" y="45977"/>
                </a:cubicBezTo>
                <a:close/>
              </a:path>
            </a:pathLst>
          </a:custGeom>
          <a:solidFill>
            <a:srgbClr val="4F46E5"/>
          </a:solidFill>
          <a:ln/>
        </p:spPr>
      </p:sp>
      <p:sp>
        <p:nvSpPr>
          <p:cNvPr id="32" name="Text 30"/>
          <p:cNvSpPr/>
          <p:nvPr/>
        </p:nvSpPr>
        <p:spPr>
          <a:xfrm>
            <a:off x="4267200" y="3003637"/>
            <a:ext cx="15525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00" b="1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Development Phase</a:t>
            </a:r>
            <a:endParaRPr lang="en-US" sz="2000" dirty="0"/>
          </a:p>
        </p:txBody>
      </p:sp>
      <p:sp>
        <p:nvSpPr>
          <p:cNvPr id="33" name="Text 31"/>
          <p:cNvSpPr/>
          <p:nvPr/>
        </p:nvSpPr>
        <p:spPr>
          <a:xfrm>
            <a:off x="4267200" y="3270337"/>
            <a:ext cx="15430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50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Built frontend</a:t>
            </a:r>
            <a:endParaRPr lang="en-US" sz="2000" dirty="0"/>
          </a:p>
        </p:txBody>
      </p:sp>
      <p:sp>
        <p:nvSpPr>
          <p:cNvPr id="34" name="Text 32"/>
          <p:cNvSpPr/>
          <p:nvPr/>
        </p:nvSpPr>
        <p:spPr>
          <a:xfrm>
            <a:off x="4267200" y="3460716"/>
            <a:ext cx="15430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50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Backend API</a:t>
            </a:r>
            <a:endParaRPr lang="en-US" sz="2000" dirty="0"/>
          </a:p>
        </p:txBody>
      </p:sp>
      <p:sp>
        <p:nvSpPr>
          <p:cNvPr id="35" name="Text 33"/>
          <p:cNvSpPr/>
          <p:nvPr/>
        </p:nvSpPr>
        <p:spPr>
          <a:xfrm>
            <a:off x="4267200" y="3651095"/>
            <a:ext cx="15430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50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Database setup</a:t>
            </a:r>
            <a:endParaRPr lang="en-US" sz="2000" dirty="0"/>
          </a:p>
        </p:txBody>
      </p:sp>
      <p:sp>
        <p:nvSpPr>
          <p:cNvPr id="36" name="Text 34"/>
          <p:cNvSpPr/>
          <p:nvPr/>
        </p:nvSpPr>
        <p:spPr>
          <a:xfrm>
            <a:off x="4267200" y="3841479"/>
            <a:ext cx="15430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50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AI integration</a:t>
            </a:r>
            <a:endParaRPr lang="en-US" sz="2000" dirty="0"/>
          </a:p>
        </p:txBody>
      </p:sp>
      <p:sp>
        <p:nvSpPr>
          <p:cNvPr id="37" name="Shape 35"/>
          <p:cNvSpPr/>
          <p:nvPr/>
        </p:nvSpPr>
        <p:spPr>
          <a:xfrm>
            <a:off x="6035040" y="2428324"/>
            <a:ext cx="1798320" cy="1722120"/>
          </a:xfrm>
          <a:custGeom>
            <a:avLst/>
            <a:gdLst/>
            <a:ahLst/>
            <a:cxnLst/>
            <a:rect l="l" t="t" r="r" b="b"/>
            <a:pathLst>
              <a:path w="1798320" h="1722120">
                <a:moveTo>
                  <a:pt x="114297" y="0"/>
                </a:moveTo>
                <a:lnTo>
                  <a:pt x="1684023" y="0"/>
                </a:lnTo>
                <a:cubicBezTo>
                  <a:pt x="1747147" y="0"/>
                  <a:pt x="1798320" y="51173"/>
                  <a:pt x="1798320" y="114297"/>
                </a:cubicBezTo>
                <a:lnTo>
                  <a:pt x="1798320" y="1607823"/>
                </a:lnTo>
                <a:cubicBezTo>
                  <a:pt x="1798320" y="1670947"/>
                  <a:pt x="1747147" y="1722120"/>
                  <a:pt x="1684023" y="1722120"/>
                </a:cubicBezTo>
                <a:lnTo>
                  <a:pt x="114297" y="1722120"/>
                </a:lnTo>
                <a:cubicBezTo>
                  <a:pt x="51173" y="1722120"/>
                  <a:pt x="0" y="1670947"/>
                  <a:pt x="0" y="1607823"/>
                </a:cubicBezTo>
                <a:lnTo>
                  <a:pt x="0" y="114297"/>
                </a:lnTo>
                <a:cubicBezTo>
                  <a:pt x="0" y="51215"/>
                  <a:pt x="51215" y="0"/>
                  <a:pt x="114297" y="0"/>
                </a:cubicBezTo>
                <a:close/>
              </a:path>
            </a:pathLst>
          </a:custGeom>
          <a:solidFill>
            <a:srgbClr val="FFFFFF"/>
          </a:solidFill>
          <a:ln w="10160">
            <a:solidFill>
              <a:srgbClr val="F3F4F6"/>
            </a:solidFill>
            <a:prstDash val="solid"/>
          </a:ln>
          <a:effectLst>
            <a:outerShdw blurRad="28575" dist="9525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6191250" y="2584537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lnTo>
                  <a:pt x="152400" y="0"/>
                </a:lnTo>
                <a:cubicBezTo>
                  <a:pt x="236512" y="0"/>
                  <a:pt x="304800" y="68288"/>
                  <a:pt x="304800" y="152400"/>
                </a:cubicBezTo>
                <a:lnTo>
                  <a:pt x="304800" y="152400"/>
                </a:lnTo>
                <a:cubicBezTo>
                  <a:pt x="304800" y="236512"/>
                  <a:pt x="236512" y="304800"/>
                  <a:pt x="15240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00C950"/>
          </a:solidFill>
          <a:ln/>
        </p:spPr>
      </p:sp>
      <p:sp>
        <p:nvSpPr>
          <p:cNvPr id="39" name="Text 37"/>
          <p:cNvSpPr/>
          <p:nvPr/>
        </p:nvSpPr>
        <p:spPr>
          <a:xfrm>
            <a:off x="6236137" y="2641687"/>
            <a:ext cx="2857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8-9</a:t>
            </a:r>
            <a:endParaRPr lang="en-US" sz="2000" dirty="0"/>
          </a:p>
        </p:txBody>
      </p:sp>
      <p:sp>
        <p:nvSpPr>
          <p:cNvPr id="40" name="Shape 38"/>
          <p:cNvSpPr/>
          <p:nvPr/>
        </p:nvSpPr>
        <p:spPr>
          <a:xfrm>
            <a:off x="6585347" y="2651212"/>
            <a:ext cx="192881" cy="171450"/>
          </a:xfrm>
          <a:custGeom>
            <a:avLst/>
            <a:gdLst/>
            <a:ahLst/>
            <a:cxnLst/>
            <a:rect l="l" t="t" r="r" b="b"/>
            <a:pathLst>
              <a:path w="192881" h="171450">
                <a:moveTo>
                  <a:pt x="170579" y="33018"/>
                </a:moveTo>
                <a:cubicBezTo>
                  <a:pt x="173124" y="30473"/>
                  <a:pt x="177377" y="31109"/>
                  <a:pt x="178650" y="34457"/>
                </a:cubicBezTo>
                <a:cubicBezTo>
                  <a:pt x="180927" y="40385"/>
                  <a:pt x="182166" y="46847"/>
                  <a:pt x="182166" y="53578"/>
                </a:cubicBezTo>
                <a:cubicBezTo>
                  <a:pt x="182166" y="83180"/>
                  <a:pt x="158189" y="107156"/>
                  <a:pt x="128588" y="107156"/>
                </a:cubicBezTo>
                <a:cubicBezTo>
                  <a:pt x="122727" y="107156"/>
                  <a:pt x="117068" y="106219"/>
                  <a:pt x="111777" y="104477"/>
                </a:cubicBezTo>
                <a:lnTo>
                  <a:pt x="49191" y="167063"/>
                </a:lnTo>
                <a:cubicBezTo>
                  <a:pt x="39782" y="176473"/>
                  <a:pt x="24512" y="176473"/>
                  <a:pt x="15102" y="167063"/>
                </a:cubicBezTo>
                <a:cubicBezTo>
                  <a:pt x="5693" y="157654"/>
                  <a:pt x="5693" y="142384"/>
                  <a:pt x="15102" y="132974"/>
                </a:cubicBezTo>
                <a:lnTo>
                  <a:pt x="77688" y="70388"/>
                </a:lnTo>
                <a:cubicBezTo>
                  <a:pt x="75947" y="65097"/>
                  <a:pt x="75009" y="59472"/>
                  <a:pt x="75009" y="53578"/>
                </a:cubicBezTo>
                <a:cubicBezTo>
                  <a:pt x="75009" y="23976"/>
                  <a:pt x="98986" y="0"/>
                  <a:pt x="128588" y="0"/>
                </a:cubicBezTo>
                <a:cubicBezTo>
                  <a:pt x="135318" y="0"/>
                  <a:pt x="141781" y="1239"/>
                  <a:pt x="147708" y="3516"/>
                </a:cubicBezTo>
                <a:cubicBezTo>
                  <a:pt x="151057" y="4789"/>
                  <a:pt x="151660" y="9041"/>
                  <a:pt x="149148" y="11586"/>
                </a:cubicBezTo>
                <a:lnTo>
                  <a:pt x="119446" y="41289"/>
                </a:lnTo>
                <a:cubicBezTo>
                  <a:pt x="118441" y="42293"/>
                  <a:pt x="117872" y="43666"/>
                  <a:pt x="117872" y="45073"/>
                </a:cubicBezTo>
                <a:lnTo>
                  <a:pt x="117872" y="58936"/>
                </a:lnTo>
                <a:cubicBezTo>
                  <a:pt x="117872" y="61883"/>
                  <a:pt x="120283" y="64294"/>
                  <a:pt x="123230" y="64294"/>
                </a:cubicBezTo>
                <a:lnTo>
                  <a:pt x="137093" y="64294"/>
                </a:lnTo>
                <a:cubicBezTo>
                  <a:pt x="138499" y="64294"/>
                  <a:pt x="139872" y="63724"/>
                  <a:pt x="140877" y="62720"/>
                </a:cubicBezTo>
                <a:lnTo>
                  <a:pt x="170579" y="33018"/>
                </a:lnTo>
                <a:close/>
              </a:path>
            </a:pathLst>
          </a:custGeom>
          <a:solidFill>
            <a:srgbClr val="00C950"/>
          </a:solidFill>
          <a:ln/>
        </p:spPr>
      </p:sp>
      <p:sp>
        <p:nvSpPr>
          <p:cNvPr id="41" name="Text 39"/>
          <p:cNvSpPr/>
          <p:nvPr/>
        </p:nvSpPr>
        <p:spPr>
          <a:xfrm>
            <a:off x="6191250" y="3003637"/>
            <a:ext cx="15525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00" b="1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Integration &amp; Testing</a:t>
            </a:r>
            <a:endParaRPr lang="en-US" sz="2000" dirty="0"/>
          </a:p>
        </p:txBody>
      </p:sp>
      <p:sp>
        <p:nvSpPr>
          <p:cNvPr id="42" name="Text 40"/>
          <p:cNvSpPr/>
          <p:nvPr/>
        </p:nvSpPr>
        <p:spPr>
          <a:xfrm>
            <a:off x="6191250" y="3270337"/>
            <a:ext cx="15430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50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Connected layers</a:t>
            </a:r>
            <a:endParaRPr lang="en-US" sz="2000" dirty="0"/>
          </a:p>
        </p:txBody>
      </p:sp>
      <p:sp>
        <p:nvSpPr>
          <p:cNvPr id="43" name="Text 41"/>
          <p:cNvSpPr/>
          <p:nvPr/>
        </p:nvSpPr>
        <p:spPr>
          <a:xfrm>
            <a:off x="6191250" y="3460716"/>
            <a:ext cx="15430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50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Tested features</a:t>
            </a:r>
            <a:endParaRPr lang="en-US" sz="2000" dirty="0"/>
          </a:p>
        </p:txBody>
      </p:sp>
      <p:sp>
        <p:nvSpPr>
          <p:cNvPr id="44" name="Text 42"/>
          <p:cNvSpPr/>
          <p:nvPr/>
        </p:nvSpPr>
        <p:spPr>
          <a:xfrm>
            <a:off x="6191250" y="3651095"/>
            <a:ext cx="15430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50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Fixed bugs</a:t>
            </a:r>
            <a:endParaRPr lang="en-US" sz="2000" dirty="0"/>
          </a:p>
        </p:txBody>
      </p:sp>
      <p:sp>
        <p:nvSpPr>
          <p:cNvPr id="45" name="Text 43"/>
          <p:cNvSpPr/>
          <p:nvPr/>
        </p:nvSpPr>
        <p:spPr>
          <a:xfrm>
            <a:off x="6191250" y="3841479"/>
            <a:ext cx="15430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50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Optimized</a:t>
            </a:r>
            <a:endParaRPr lang="en-US" sz="2000" dirty="0"/>
          </a:p>
        </p:txBody>
      </p:sp>
      <p:sp>
        <p:nvSpPr>
          <p:cNvPr id="46" name="Shape 44"/>
          <p:cNvSpPr/>
          <p:nvPr/>
        </p:nvSpPr>
        <p:spPr>
          <a:xfrm>
            <a:off x="7959090" y="2428324"/>
            <a:ext cx="1798320" cy="1722120"/>
          </a:xfrm>
          <a:custGeom>
            <a:avLst/>
            <a:gdLst/>
            <a:ahLst/>
            <a:cxnLst/>
            <a:rect l="l" t="t" r="r" b="b"/>
            <a:pathLst>
              <a:path w="1798320" h="1722120">
                <a:moveTo>
                  <a:pt x="114297" y="0"/>
                </a:moveTo>
                <a:lnTo>
                  <a:pt x="1684023" y="0"/>
                </a:lnTo>
                <a:cubicBezTo>
                  <a:pt x="1747147" y="0"/>
                  <a:pt x="1798320" y="51173"/>
                  <a:pt x="1798320" y="114297"/>
                </a:cubicBezTo>
                <a:lnTo>
                  <a:pt x="1798320" y="1607823"/>
                </a:lnTo>
                <a:cubicBezTo>
                  <a:pt x="1798320" y="1670947"/>
                  <a:pt x="1747147" y="1722120"/>
                  <a:pt x="1684023" y="1722120"/>
                </a:cubicBezTo>
                <a:lnTo>
                  <a:pt x="114297" y="1722120"/>
                </a:lnTo>
                <a:cubicBezTo>
                  <a:pt x="51173" y="1722120"/>
                  <a:pt x="0" y="1670947"/>
                  <a:pt x="0" y="1607823"/>
                </a:cubicBezTo>
                <a:lnTo>
                  <a:pt x="0" y="114297"/>
                </a:lnTo>
                <a:cubicBezTo>
                  <a:pt x="0" y="51215"/>
                  <a:pt x="51215" y="0"/>
                  <a:pt x="114297" y="0"/>
                </a:cubicBezTo>
                <a:close/>
              </a:path>
            </a:pathLst>
          </a:custGeom>
          <a:solidFill>
            <a:srgbClr val="FFFFFF"/>
          </a:solidFill>
          <a:ln w="10160">
            <a:solidFill>
              <a:srgbClr val="F3F4F6"/>
            </a:solidFill>
            <a:prstDash val="solid"/>
          </a:ln>
          <a:effectLst>
            <a:outerShdw blurRad="28575" dist="9525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8115300" y="2584537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lnTo>
                  <a:pt x="152400" y="0"/>
                </a:lnTo>
                <a:cubicBezTo>
                  <a:pt x="236512" y="0"/>
                  <a:pt x="304800" y="68288"/>
                  <a:pt x="304800" y="152400"/>
                </a:cubicBezTo>
                <a:lnTo>
                  <a:pt x="304800" y="152400"/>
                </a:lnTo>
                <a:cubicBezTo>
                  <a:pt x="304800" y="236512"/>
                  <a:pt x="236512" y="304800"/>
                  <a:pt x="15240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AD46FF"/>
          </a:solidFill>
          <a:ln/>
        </p:spPr>
      </p:sp>
      <p:sp>
        <p:nvSpPr>
          <p:cNvPr id="48" name="Text 46"/>
          <p:cNvSpPr/>
          <p:nvPr/>
        </p:nvSpPr>
        <p:spPr>
          <a:xfrm>
            <a:off x="8118515" y="2641687"/>
            <a:ext cx="3619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10-11</a:t>
            </a:r>
            <a:endParaRPr lang="en-US" sz="2000" dirty="0"/>
          </a:p>
        </p:txBody>
      </p:sp>
      <p:sp>
        <p:nvSpPr>
          <p:cNvPr id="49" name="Shape 47"/>
          <p:cNvSpPr/>
          <p:nvPr/>
        </p:nvSpPr>
        <p:spPr>
          <a:xfrm>
            <a:off x="8520112" y="2651212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42863" y="107156"/>
                </a:moveTo>
                <a:lnTo>
                  <a:pt x="8204" y="107156"/>
                </a:lnTo>
                <a:cubicBezTo>
                  <a:pt x="-134" y="107156"/>
                  <a:pt x="-5257" y="98081"/>
                  <a:pt x="-971" y="90915"/>
                </a:cubicBezTo>
                <a:lnTo>
                  <a:pt x="16743" y="61380"/>
                </a:lnTo>
                <a:cubicBezTo>
                  <a:pt x="19656" y="56525"/>
                  <a:pt x="24880" y="53578"/>
                  <a:pt x="30540" y="53578"/>
                </a:cubicBezTo>
                <a:lnTo>
                  <a:pt x="62352" y="53578"/>
                </a:lnTo>
                <a:cubicBezTo>
                  <a:pt x="87835" y="10414"/>
                  <a:pt x="125842" y="8238"/>
                  <a:pt x="151258" y="11955"/>
                </a:cubicBezTo>
                <a:cubicBezTo>
                  <a:pt x="155544" y="12591"/>
                  <a:pt x="158893" y="15939"/>
                  <a:pt x="159495" y="20192"/>
                </a:cubicBezTo>
                <a:cubicBezTo>
                  <a:pt x="163212" y="45608"/>
                  <a:pt x="161036" y="83615"/>
                  <a:pt x="117872" y="109098"/>
                </a:cubicBezTo>
                <a:lnTo>
                  <a:pt x="117872" y="140910"/>
                </a:lnTo>
                <a:cubicBezTo>
                  <a:pt x="117872" y="146570"/>
                  <a:pt x="114925" y="151794"/>
                  <a:pt x="110070" y="154707"/>
                </a:cubicBezTo>
                <a:lnTo>
                  <a:pt x="80535" y="172421"/>
                </a:lnTo>
                <a:cubicBezTo>
                  <a:pt x="73402" y="176707"/>
                  <a:pt x="64294" y="171550"/>
                  <a:pt x="64294" y="163246"/>
                </a:cubicBezTo>
                <a:lnTo>
                  <a:pt x="64294" y="128588"/>
                </a:lnTo>
                <a:cubicBezTo>
                  <a:pt x="64294" y="116767"/>
                  <a:pt x="54683" y="107156"/>
                  <a:pt x="42863" y="107156"/>
                </a:cubicBezTo>
                <a:lnTo>
                  <a:pt x="42829" y="107156"/>
                </a:lnTo>
                <a:close/>
                <a:moveTo>
                  <a:pt x="133945" y="53578"/>
                </a:moveTo>
                <a:cubicBezTo>
                  <a:pt x="133945" y="44707"/>
                  <a:pt x="126743" y="37505"/>
                  <a:pt x="117872" y="37505"/>
                </a:cubicBezTo>
                <a:cubicBezTo>
                  <a:pt x="109001" y="37505"/>
                  <a:pt x="101798" y="44707"/>
                  <a:pt x="101798" y="53578"/>
                </a:cubicBezTo>
                <a:cubicBezTo>
                  <a:pt x="101798" y="62449"/>
                  <a:pt x="109001" y="69652"/>
                  <a:pt x="117872" y="69652"/>
                </a:cubicBezTo>
                <a:cubicBezTo>
                  <a:pt x="126743" y="69652"/>
                  <a:pt x="133945" y="62449"/>
                  <a:pt x="133945" y="53578"/>
                </a:cubicBezTo>
                <a:close/>
              </a:path>
            </a:pathLst>
          </a:custGeom>
          <a:solidFill>
            <a:srgbClr val="AD46FF"/>
          </a:solidFill>
          <a:ln/>
        </p:spPr>
      </p:sp>
      <p:sp>
        <p:nvSpPr>
          <p:cNvPr id="50" name="Text 48"/>
          <p:cNvSpPr/>
          <p:nvPr/>
        </p:nvSpPr>
        <p:spPr>
          <a:xfrm>
            <a:off x="8115300" y="3003637"/>
            <a:ext cx="15525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00" b="1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Deployment</a:t>
            </a:r>
            <a:endParaRPr lang="en-US" sz="2000" dirty="0"/>
          </a:p>
        </p:txBody>
      </p:sp>
      <p:sp>
        <p:nvSpPr>
          <p:cNvPr id="51" name="Text 49"/>
          <p:cNvSpPr/>
          <p:nvPr/>
        </p:nvSpPr>
        <p:spPr>
          <a:xfrm>
            <a:off x="8115300" y="3270337"/>
            <a:ext cx="15430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50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Deployed backend</a:t>
            </a:r>
            <a:endParaRPr lang="en-US" sz="2000" dirty="0"/>
          </a:p>
        </p:txBody>
      </p:sp>
      <p:sp>
        <p:nvSpPr>
          <p:cNvPr id="52" name="Text 50"/>
          <p:cNvSpPr/>
          <p:nvPr/>
        </p:nvSpPr>
        <p:spPr>
          <a:xfrm>
            <a:off x="8115300" y="3460716"/>
            <a:ext cx="15430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50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Deployed frontend</a:t>
            </a:r>
            <a:endParaRPr lang="en-US" sz="2000" dirty="0"/>
          </a:p>
        </p:txBody>
      </p:sp>
      <p:sp>
        <p:nvSpPr>
          <p:cNvPr id="53" name="Text 51"/>
          <p:cNvSpPr/>
          <p:nvPr/>
        </p:nvSpPr>
        <p:spPr>
          <a:xfrm>
            <a:off x="8115300" y="3651095"/>
            <a:ext cx="15430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50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Security config</a:t>
            </a:r>
            <a:endParaRPr lang="en-US" sz="2000" dirty="0"/>
          </a:p>
        </p:txBody>
      </p:sp>
      <p:sp>
        <p:nvSpPr>
          <p:cNvPr id="54" name="Text 52"/>
          <p:cNvSpPr/>
          <p:nvPr/>
        </p:nvSpPr>
        <p:spPr>
          <a:xfrm>
            <a:off x="8115300" y="3841479"/>
            <a:ext cx="15430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50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Monitoring</a:t>
            </a:r>
            <a:endParaRPr lang="en-US" sz="2000" dirty="0"/>
          </a:p>
        </p:txBody>
      </p:sp>
      <p:sp>
        <p:nvSpPr>
          <p:cNvPr id="55" name="Shape 53"/>
          <p:cNvSpPr/>
          <p:nvPr/>
        </p:nvSpPr>
        <p:spPr>
          <a:xfrm>
            <a:off x="9883140" y="2428324"/>
            <a:ext cx="1798320" cy="1722120"/>
          </a:xfrm>
          <a:custGeom>
            <a:avLst/>
            <a:gdLst/>
            <a:ahLst/>
            <a:cxnLst/>
            <a:rect l="l" t="t" r="r" b="b"/>
            <a:pathLst>
              <a:path w="1798320" h="1722120">
                <a:moveTo>
                  <a:pt x="114297" y="0"/>
                </a:moveTo>
                <a:lnTo>
                  <a:pt x="1684023" y="0"/>
                </a:lnTo>
                <a:cubicBezTo>
                  <a:pt x="1747147" y="0"/>
                  <a:pt x="1798320" y="51173"/>
                  <a:pt x="1798320" y="114297"/>
                </a:cubicBezTo>
                <a:lnTo>
                  <a:pt x="1798320" y="1607823"/>
                </a:lnTo>
                <a:cubicBezTo>
                  <a:pt x="1798320" y="1670947"/>
                  <a:pt x="1747147" y="1722120"/>
                  <a:pt x="1684023" y="1722120"/>
                </a:cubicBezTo>
                <a:lnTo>
                  <a:pt x="114297" y="1722120"/>
                </a:lnTo>
                <a:cubicBezTo>
                  <a:pt x="51173" y="1722120"/>
                  <a:pt x="0" y="1670947"/>
                  <a:pt x="0" y="1607823"/>
                </a:cubicBezTo>
                <a:lnTo>
                  <a:pt x="0" y="114297"/>
                </a:lnTo>
                <a:cubicBezTo>
                  <a:pt x="0" y="51215"/>
                  <a:pt x="51215" y="0"/>
                  <a:pt x="114297" y="0"/>
                </a:cubicBezTo>
                <a:close/>
              </a:path>
            </a:pathLst>
          </a:custGeom>
          <a:solidFill>
            <a:srgbClr val="FFFFFF"/>
          </a:solidFill>
          <a:ln w="10160">
            <a:solidFill>
              <a:srgbClr val="F3F4F6"/>
            </a:solidFill>
            <a:prstDash val="solid"/>
          </a:ln>
          <a:effectLst>
            <a:outerShdw blurRad="28575" dist="9525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56" name="Shape 54"/>
          <p:cNvSpPr/>
          <p:nvPr/>
        </p:nvSpPr>
        <p:spPr>
          <a:xfrm>
            <a:off x="10039350" y="2584537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lnTo>
                  <a:pt x="152400" y="0"/>
                </a:lnTo>
                <a:cubicBezTo>
                  <a:pt x="236512" y="0"/>
                  <a:pt x="304800" y="68288"/>
                  <a:pt x="304800" y="152400"/>
                </a:cubicBezTo>
                <a:lnTo>
                  <a:pt x="304800" y="152400"/>
                </a:lnTo>
                <a:cubicBezTo>
                  <a:pt x="304800" y="236512"/>
                  <a:pt x="236512" y="304800"/>
                  <a:pt x="15240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FF6900"/>
          </a:solidFill>
          <a:ln/>
        </p:spPr>
      </p:sp>
      <p:sp>
        <p:nvSpPr>
          <p:cNvPr id="57" name="Text 55"/>
          <p:cNvSpPr/>
          <p:nvPr/>
        </p:nvSpPr>
        <p:spPr>
          <a:xfrm>
            <a:off x="10126266" y="2641687"/>
            <a:ext cx="2000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12</a:t>
            </a:r>
            <a:endParaRPr lang="en-US" sz="2000" dirty="0"/>
          </a:p>
        </p:txBody>
      </p:sp>
      <p:sp>
        <p:nvSpPr>
          <p:cNvPr id="58" name="Shape 56"/>
          <p:cNvSpPr/>
          <p:nvPr/>
        </p:nvSpPr>
        <p:spPr>
          <a:xfrm>
            <a:off x="10465594" y="2651212"/>
            <a:ext cx="128588" cy="171450"/>
          </a:xfrm>
          <a:custGeom>
            <a:avLst/>
            <a:gdLst/>
            <a:ahLst/>
            <a:cxnLst/>
            <a:rect l="l" t="t" r="r" b="b"/>
            <a:pathLst>
              <a:path w="128588" h="171450">
                <a:moveTo>
                  <a:pt x="0" y="21431"/>
                </a:moveTo>
                <a:cubicBezTo>
                  <a:pt x="0" y="9611"/>
                  <a:pt x="9611" y="0"/>
                  <a:pt x="21431" y="0"/>
                </a:cubicBezTo>
                <a:lnTo>
                  <a:pt x="71493" y="0"/>
                </a:lnTo>
                <a:cubicBezTo>
                  <a:pt x="77186" y="0"/>
                  <a:pt x="82644" y="2244"/>
                  <a:pt x="86663" y="6262"/>
                </a:cubicBezTo>
                <a:lnTo>
                  <a:pt x="122326" y="41958"/>
                </a:lnTo>
                <a:cubicBezTo>
                  <a:pt x="126344" y="45977"/>
                  <a:pt x="128588" y="51435"/>
                  <a:pt x="128588" y="57128"/>
                </a:cubicBezTo>
                <a:lnTo>
                  <a:pt x="128588" y="150019"/>
                </a:lnTo>
                <a:cubicBezTo>
                  <a:pt x="128588" y="161839"/>
                  <a:pt x="118977" y="171450"/>
                  <a:pt x="107156" y="171450"/>
                </a:cubicBezTo>
                <a:lnTo>
                  <a:pt x="21431" y="171450"/>
                </a:lnTo>
                <a:cubicBezTo>
                  <a:pt x="9611" y="171450"/>
                  <a:pt x="0" y="161839"/>
                  <a:pt x="0" y="150019"/>
                </a:cubicBezTo>
                <a:lnTo>
                  <a:pt x="0" y="21431"/>
                </a:lnTo>
                <a:close/>
                <a:moveTo>
                  <a:pt x="69652" y="19590"/>
                </a:moveTo>
                <a:lnTo>
                  <a:pt x="69652" y="50899"/>
                </a:lnTo>
                <a:cubicBezTo>
                  <a:pt x="69652" y="55353"/>
                  <a:pt x="73235" y="58936"/>
                  <a:pt x="77688" y="58936"/>
                </a:cubicBezTo>
                <a:lnTo>
                  <a:pt x="108998" y="58936"/>
                </a:lnTo>
                <a:lnTo>
                  <a:pt x="69652" y="19590"/>
                </a:lnTo>
                <a:close/>
                <a:moveTo>
                  <a:pt x="40184" y="85725"/>
                </a:moveTo>
                <a:cubicBezTo>
                  <a:pt x="35730" y="85725"/>
                  <a:pt x="32147" y="89308"/>
                  <a:pt x="32147" y="93762"/>
                </a:cubicBezTo>
                <a:cubicBezTo>
                  <a:pt x="32147" y="98215"/>
                  <a:pt x="35730" y="101798"/>
                  <a:pt x="40184" y="101798"/>
                </a:cubicBezTo>
                <a:lnTo>
                  <a:pt x="88404" y="101798"/>
                </a:lnTo>
                <a:cubicBezTo>
                  <a:pt x="92858" y="101798"/>
                  <a:pt x="96441" y="98215"/>
                  <a:pt x="96441" y="93762"/>
                </a:cubicBezTo>
                <a:cubicBezTo>
                  <a:pt x="96441" y="89308"/>
                  <a:pt x="92858" y="85725"/>
                  <a:pt x="88404" y="85725"/>
                </a:cubicBezTo>
                <a:lnTo>
                  <a:pt x="40184" y="85725"/>
                </a:lnTo>
                <a:close/>
                <a:moveTo>
                  <a:pt x="40184" y="117872"/>
                </a:moveTo>
                <a:cubicBezTo>
                  <a:pt x="35730" y="117872"/>
                  <a:pt x="32147" y="121455"/>
                  <a:pt x="32147" y="125909"/>
                </a:cubicBezTo>
                <a:cubicBezTo>
                  <a:pt x="32147" y="130362"/>
                  <a:pt x="35730" y="133945"/>
                  <a:pt x="40184" y="133945"/>
                </a:cubicBezTo>
                <a:lnTo>
                  <a:pt x="88404" y="133945"/>
                </a:lnTo>
                <a:cubicBezTo>
                  <a:pt x="92858" y="133945"/>
                  <a:pt x="96441" y="130362"/>
                  <a:pt x="96441" y="125909"/>
                </a:cubicBezTo>
                <a:cubicBezTo>
                  <a:pt x="96441" y="121455"/>
                  <a:pt x="92858" y="117872"/>
                  <a:pt x="88404" y="117872"/>
                </a:cubicBezTo>
                <a:lnTo>
                  <a:pt x="40184" y="117872"/>
                </a:lnTo>
                <a:close/>
              </a:path>
            </a:pathLst>
          </a:custGeom>
          <a:solidFill>
            <a:srgbClr val="FF6900"/>
          </a:solidFill>
          <a:ln/>
        </p:spPr>
      </p:sp>
      <p:sp>
        <p:nvSpPr>
          <p:cNvPr id="59" name="Text 57"/>
          <p:cNvSpPr/>
          <p:nvPr/>
        </p:nvSpPr>
        <p:spPr>
          <a:xfrm>
            <a:off x="10039350" y="3003637"/>
            <a:ext cx="15525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00" b="1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Documentation</a:t>
            </a:r>
            <a:endParaRPr lang="en-US" sz="2000" dirty="0"/>
          </a:p>
        </p:txBody>
      </p:sp>
      <p:sp>
        <p:nvSpPr>
          <p:cNvPr id="60" name="Text 58"/>
          <p:cNvSpPr/>
          <p:nvPr/>
        </p:nvSpPr>
        <p:spPr>
          <a:xfrm>
            <a:off x="10039350" y="3270337"/>
            <a:ext cx="15430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50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SRS document</a:t>
            </a:r>
            <a:endParaRPr lang="en-US" sz="2000" dirty="0"/>
          </a:p>
        </p:txBody>
      </p:sp>
      <p:sp>
        <p:nvSpPr>
          <p:cNvPr id="61" name="Text 59"/>
          <p:cNvSpPr/>
          <p:nvPr/>
        </p:nvSpPr>
        <p:spPr>
          <a:xfrm>
            <a:off x="10039350" y="3460716"/>
            <a:ext cx="15430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50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Technical docs</a:t>
            </a:r>
            <a:endParaRPr lang="en-US" sz="2000" dirty="0"/>
          </a:p>
        </p:txBody>
      </p:sp>
      <p:sp>
        <p:nvSpPr>
          <p:cNvPr id="62" name="Text 60"/>
          <p:cNvSpPr/>
          <p:nvPr/>
        </p:nvSpPr>
        <p:spPr>
          <a:xfrm>
            <a:off x="10039350" y="3651095"/>
            <a:ext cx="15430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50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Final testing</a:t>
            </a:r>
            <a:endParaRPr lang="en-US" sz="2000" dirty="0"/>
          </a:p>
        </p:txBody>
      </p:sp>
      <p:sp>
        <p:nvSpPr>
          <p:cNvPr id="63" name="Text 61"/>
          <p:cNvSpPr/>
          <p:nvPr/>
        </p:nvSpPr>
        <p:spPr>
          <a:xfrm>
            <a:off x="10039350" y="3841479"/>
            <a:ext cx="15430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50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Presentation</a:t>
            </a:r>
            <a:endParaRPr lang="en-US" sz="2000" dirty="0"/>
          </a:p>
        </p:txBody>
      </p:sp>
      <p:sp>
        <p:nvSpPr>
          <p:cNvPr id="64" name="Shape 62"/>
          <p:cNvSpPr/>
          <p:nvPr/>
        </p:nvSpPr>
        <p:spPr>
          <a:xfrm>
            <a:off x="381000" y="4812108"/>
            <a:ext cx="11430000" cy="1181100"/>
          </a:xfrm>
          <a:custGeom>
            <a:avLst/>
            <a:gdLst/>
            <a:ahLst/>
            <a:cxnLst/>
            <a:rect l="l" t="t" r="r" b="b"/>
            <a:pathLst>
              <a:path w="11430000" h="1181100">
                <a:moveTo>
                  <a:pt x="114295" y="0"/>
                </a:moveTo>
                <a:lnTo>
                  <a:pt x="11315705" y="0"/>
                </a:lnTo>
                <a:cubicBezTo>
                  <a:pt x="11378828" y="0"/>
                  <a:pt x="11430000" y="51172"/>
                  <a:pt x="11430000" y="114295"/>
                </a:cubicBezTo>
                <a:lnTo>
                  <a:pt x="11430000" y="1066805"/>
                </a:lnTo>
                <a:cubicBezTo>
                  <a:pt x="11430000" y="1129928"/>
                  <a:pt x="11378828" y="1181100"/>
                  <a:pt x="11315705" y="1181100"/>
                </a:cubicBezTo>
                <a:lnTo>
                  <a:pt x="114295" y="1181100"/>
                </a:lnTo>
                <a:cubicBezTo>
                  <a:pt x="51172" y="1181100"/>
                  <a:pt x="0" y="1129928"/>
                  <a:pt x="0" y="1066805"/>
                </a:cubicBezTo>
                <a:lnTo>
                  <a:pt x="0" y="114295"/>
                </a:lnTo>
                <a:cubicBezTo>
                  <a:pt x="0" y="51214"/>
                  <a:pt x="51214" y="0"/>
                  <a:pt x="114295" y="0"/>
                </a:cubicBezTo>
                <a:close/>
              </a:path>
            </a:pathLst>
          </a:custGeom>
          <a:gradFill flip="none" rotWithShape="1">
            <a:gsLst>
              <a:gs pos="0">
                <a:srgbClr val="6366F1"/>
              </a:gs>
              <a:gs pos="100000">
                <a:srgbClr val="818CF8"/>
              </a:gs>
            </a:gsLst>
            <a:lin ang="0" scaled="1"/>
          </a:gradFill>
          <a:ln/>
        </p:spPr>
      </p:sp>
      <p:sp>
        <p:nvSpPr>
          <p:cNvPr id="65" name="Text 63"/>
          <p:cNvSpPr/>
          <p:nvPr/>
        </p:nvSpPr>
        <p:spPr>
          <a:xfrm>
            <a:off x="571500" y="5002608"/>
            <a:ext cx="111347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Development Approach:</a:t>
            </a:r>
            <a:endParaRPr lang="en-US" sz="1600" dirty="0"/>
          </a:p>
        </p:txBody>
      </p:sp>
      <p:sp>
        <p:nvSpPr>
          <p:cNvPr id="66" name="Shape 64"/>
          <p:cNvSpPr/>
          <p:nvPr/>
        </p:nvSpPr>
        <p:spPr>
          <a:xfrm>
            <a:off x="571500" y="5421708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</p:sp>
      <p:sp>
        <p:nvSpPr>
          <p:cNvPr id="67" name="Shape 65"/>
          <p:cNvSpPr/>
          <p:nvPr/>
        </p:nvSpPr>
        <p:spPr>
          <a:xfrm>
            <a:off x="685800" y="5536008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42905" y="57150"/>
                </a:moveTo>
                <a:lnTo>
                  <a:pt x="145256" y="57150"/>
                </a:lnTo>
                <a:cubicBezTo>
                  <a:pt x="149215" y="57150"/>
                  <a:pt x="152400" y="53965"/>
                  <a:pt x="152400" y="50006"/>
                </a:cubicBezTo>
                <a:lnTo>
                  <a:pt x="152400" y="7144"/>
                </a:lnTo>
                <a:cubicBezTo>
                  <a:pt x="152400" y="4256"/>
                  <a:pt x="150674" y="1637"/>
                  <a:pt x="147995" y="536"/>
                </a:cubicBezTo>
                <a:cubicBezTo>
                  <a:pt x="145316" y="-566"/>
                  <a:pt x="142250" y="60"/>
                  <a:pt x="140196" y="2084"/>
                </a:cubicBezTo>
                <a:lnTo>
                  <a:pt x="124807" y="17502"/>
                </a:lnTo>
                <a:cubicBezTo>
                  <a:pt x="111621" y="6578"/>
                  <a:pt x="94655" y="0"/>
                  <a:pt x="76200" y="0"/>
                </a:cubicBezTo>
                <a:cubicBezTo>
                  <a:pt x="37802" y="0"/>
                  <a:pt x="6042" y="28396"/>
                  <a:pt x="774" y="65336"/>
                </a:cubicBezTo>
                <a:cubicBezTo>
                  <a:pt x="30" y="70545"/>
                  <a:pt x="3631" y="75367"/>
                  <a:pt x="8840" y="76111"/>
                </a:cubicBezTo>
                <a:cubicBezTo>
                  <a:pt x="14049" y="76855"/>
                  <a:pt x="18871" y="73223"/>
                  <a:pt x="19616" y="68044"/>
                </a:cubicBezTo>
                <a:cubicBezTo>
                  <a:pt x="23574" y="40332"/>
                  <a:pt x="47417" y="19050"/>
                  <a:pt x="76200" y="19050"/>
                </a:cubicBezTo>
                <a:cubicBezTo>
                  <a:pt x="89416" y="19050"/>
                  <a:pt x="101560" y="23515"/>
                  <a:pt x="111234" y="31046"/>
                </a:cubicBezTo>
                <a:lnTo>
                  <a:pt x="97334" y="44946"/>
                </a:lnTo>
                <a:cubicBezTo>
                  <a:pt x="95280" y="47000"/>
                  <a:pt x="94684" y="50066"/>
                  <a:pt x="95786" y="52745"/>
                </a:cubicBezTo>
                <a:cubicBezTo>
                  <a:pt x="96887" y="55424"/>
                  <a:pt x="99506" y="57150"/>
                  <a:pt x="102394" y="57150"/>
                </a:cubicBezTo>
                <a:lnTo>
                  <a:pt x="142905" y="57150"/>
                </a:lnTo>
                <a:close/>
                <a:moveTo>
                  <a:pt x="151656" y="87064"/>
                </a:moveTo>
                <a:cubicBezTo>
                  <a:pt x="152400" y="81855"/>
                  <a:pt x="148769" y="77033"/>
                  <a:pt x="143589" y="76289"/>
                </a:cubicBezTo>
                <a:cubicBezTo>
                  <a:pt x="138410" y="75545"/>
                  <a:pt x="133558" y="79177"/>
                  <a:pt x="132814" y="84356"/>
                </a:cubicBezTo>
                <a:cubicBezTo>
                  <a:pt x="128855" y="112038"/>
                  <a:pt x="105013" y="133320"/>
                  <a:pt x="76230" y="133320"/>
                </a:cubicBezTo>
                <a:cubicBezTo>
                  <a:pt x="63014" y="133320"/>
                  <a:pt x="50869" y="128855"/>
                  <a:pt x="41196" y="121325"/>
                </a:cubicBezTo>
                <a:lnTo>
                  <a:pt x="55066" y="107454"/>
                </a:lnTo>
                <a:cubicBezTo>
                  <a:pt x="57120" y="105400"/>
                  <a:pt x="57716" y="102334"/>
                  <a:pt x="56614" y="99655"/>
                </a:cubicBezTo>
                <a:cubicBezTo>
                  <a:pt x="55513" y="96976"/>
                  <a:pt x="52894" y="95250"/>
                  <a:pt x="50006" y="95250"/>
                </a:cubicBezTo>
                <a:lnTo>
                  <a:pt x="7144" y="95250"/>
                </a:lnTo>
                <a:cubicBezTo>
                  <a:pt x="3185" y="95250"/>
                  <a:pt x="0" y="98435"/>
                  <a:pt x="0" y="102394"/>
                </a:cubicBezTo>
                <a:lnTo>
                  <a:pt x="0" y="145256"/>
                </a:lnTo>
                <a:cubicBezTo>
                  <a:pt x="0" y="148144"/>
                  <a:pt x="1726" y="150763"/>
                  <a:pt x="4405" y="151864"/>
                </a:cubicBezTo>
                <a:cubicBezTo>
                  <a:pt x="7084" y="152966"/>
                  <a:pt x="10150" y="152340"/>
                  <a:pt x="12204" y="150316"/>
                </a:cubicBezTo>
                <a:lnTo>
                  <a:pt x="27622" y="134898"/>
                </a:lnTo>
                <a:cubicBezTo>
                  <a:pt x="40779" y="145822"/>
                  <a:pt x="57745" y="152400"/>
                  <a:pt x="76200" y="152400"/>
                </a:cubicBezTo>
                <a:cubicBezTo>
                  <a:pt x="114598" y="152400"/>
                  <a:pt x="146358" y="124004"/>
                  <a:pt x="151626" y="87064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68" name="Text 66"/>
          <p:cNvSpPr/>
          <p:nvPr/>
        </p:nvSpPr>
        <p:spPr>
          <a:xfrm>
            <a:off x="1066800" y="5440758"/>
            <a:ext cx="11811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Agile Methodology</a:t>
            </a:r>
            <a:endParaRPr lang="en-US" sz="1600" dirty="0"/>
          </a:p>
        </p:txBody>
      </p:sp>
      <p:sp>
        <p:nvSpPr>
          <p:cNvPr id="69" name="Text 67"/>
          <p:cNvSpPr/>
          <p:nvPr/>
        </p:nvSpPr>
        <p:spPr>
          <a:xfrm>
            <a:off x="1066800" y="5631258"/>
            <a:ext cx="11715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FFFFFF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Iterative development</a:t>
            </a:r>
            <a:endParaRPr lang="en-US" sz="1600" dirty="0"/>
          </a:p>
        </p:txBody>
      </p:sp>
      <p:sp>
        <p:nvSpPr>
          <p:cNvPr id="70" name="Shape 68"/>
          <p:cNvSpPr/>
          <p:nvPr/>
        </p:nvSpPr>
        <p:spPr>
          <a:xfrm>
            <a:off x="3371850" y="5421708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</p:sp>
      <p:sp>
        <p:nvSpPr>
          <p:cNvPr id="71" name="Shape 69"/>
          <p:cNvSpPr/>
          <p:nvPr/>
        </p:nvSpPr>
        <p:spPr>
          <a:xfrm>
            <a:off x="3467100" y="5536008"/>
            <a:ext cx="190500" cy="152400"/>
          </a:xfrm>
          <a:custGeom>
            <a:avLst/>
            <a:gdLst/>
            <a:ahLst/>
            <a:cxnLst/>
            <a:rect l="l" t="t" r="r" b="b"/>
            <a:pathLst>
              <a:path w="190500" h="152400">
                <a:moveTo>
                  <a:pt x="95250" y="4763"/>
                </a:moveTo>
                <a:cubicBezTo>
                  <a:pt x="112335" y="4763"/>
                  <a:pt x="126206" y="18634"/>
                  <a:pt x="126206" y="35719"/>
                </a:cubicBezTo>
                <a:cubicBezTo>
                  <a:pt x="126206" y="52804"/>
                  <a:pt x="112335" y="66675"/>
                  <a:pt x="95250" y="66675"/>
                </a:cubicBezTo>
                <a:cubicBezTo>
                  <a:pt x="78165" y="66675"/>
                  <a:pt x="64294" y="52804"/>
                  <a:pt x="64294" y="35719"/>
                </a:cubicBezTo>
                <a:cubicBezTo>
                  <a:pt x="64294" y="18634"/>
                  <a:pt x="78165" y="4763"/>
                  <a:pt x="95250" y="4763"/>
                </a:cubicBezTo>
                <a:close/>
                <a:moveTo>
                  <a:pt x="28575" y="26194"/>
                </a:moveTo>
                <a:cubicBezTo>
                  <a:pt x="40403" y="26194"/>
                  <a:pt x="50006" y="35797"/>
                  <a:pt x="50006" y="47625"/>
                </a:cubicBezTo>
                <a:cubicBezTo>
                  <a:pt x="50006" y="59453"/>
                  <a:pt x="40403" y="69056"/>
                  <a:pt x="28575" y="69056"/>
                </a:cubicBezTo>
                <a:cubicBezTo>
                  <a:pt x="16747" y="69056"/>
                  <a:pt x="7144" y="59453"/>
                  <a:pt x="7144" y="47625"/>
                </a:cubicBezTo>
                <a:cubicBezTo>
                  <a:pt x="7144" y="35797"/>
                  <a:pt x="16747" y="26194"/>
                  <a:pt x="28575" y="26194"/>
                </a:cubicBezTo>
                <a:close/>
                <a:moveTo>
                  <a:pt x="0" y="123825"/>
                </a:moveTo>
                <a:cubicBezTo>
                  <a:pt x="0" y="102781"/>
                  <a:pt x="17056" y="85725"/>
                  <a:pt x="38100" y="85725"/>
                </a:cubicBezTo>
                <a:cubicBezTo>
                  <a:pt x="41910" y="85725"/>
                  <a:pt x="45601" y="86291"/>
                  <a:pt x="49084" y="87332"/>
                </a:cubicBezTo>
                <a:cubicBezTo>
                  <a:pt x="39291" y="98286"/>
                  <a:pt x="33338" y="112752"/>
                  <a:pt x="33338" y="128588"/>
                </a:cubicBezTo>
                <a:lnTo>
                  <a:pt x="33338" y="133350"/>
                </a:lnTo>
                <a:cubicBezTo>
                  <a:pt x="33338" y="136743"/>
                  <a:pt x="34052" y="139958"/>
                  <a:pt x="35332" y="142875"/>
                </a:cubicBezTo>
                <a:lnTo>
                  <a:pt x="9525" y="142875"/>
                </a:lnTo>
                <a:cubicBezTo>
                  <a:pt x="4256" y="142875"/>
                  <a:pt x="0" y="138619"/>
                  <a:pt x="0" y="133350"/>
                </a:cubicBezTo>
                <a:lnTo>
                  <a:pt x="0" y="123825"/>
                </a:lnTo>
                <a:close/>
                <a:moveTo>
                  <a:pt x="155168" y="142875"/>
                </a:moveTo>
                <a:cubicBezTo>
                  <a:pt x="156448" y="139958"/>
                  <a:pt x="157163" y="136743"/>
                  <a:pt x="157163" y="133350"/>
                </a:cubicBezTo>
                <a:lnTo>
                  <a:pt x="157163" y="128588"/>
                </a:lnTo>
                <a:cubicBezTo>
                  <a:pt x="157163" y="112752"/>
                  <a:pt x="151209" y="98286"/>
                  <a:pt x="141416" y="87332"/>
                </a:cubicBezTo>
                <a:cubicBezTo>
                  <a:pt x="144899" y="86291"/>
                  <a:pt x="148590" y="85725"/>
                  <a:pt x="152400" y="85725"/>
                </a:cubicBezTo>
                <a:cubicBezTo>
                  <a:pt x="173444" y="85725"/>
                  <a:pt x="190500" y="102781"/>
                  <a:pt x="190500" y="123825"/>
                </a:cubicBezTo>
                <a:lnTo>
                  <a:pt x="190500" y="133350"/>
                </a:lnTo>
                <a:cubicBezTo>
                  <a:pt x="190500" y="138619"/>
                  <a:pt x="186244" y="142875"/>
                  <a:pt x="180975" y="142875"/>
                </a:cubicBezTo>
                <a:lnTo>
                  <a:pt x="155168" y="142875"/>
                </a:lnTo>
                <a:close/>
                <a:moveTo>
                  <a:pt x="140494" y="47625"/>
                </a:moveTo>
                <a:cubicBezTo>
                  <a:pt x="140494" y="35797"/>
                  <a:pt x="150097" y="26194"/>
                  <a:pt x="161925" y="26194"/>
                </a:cubicBezTo>
                <a:cubicBezTo>
                  <a:pt x="173753" y="26194"/>
                  <a:pt x="183356" y="35797"/>
                  <a:pt x="183356" y="47625"/>
                </a:cubicBezTo>
                <a:cubicBezTo>
                  <a:pt x="183356" y="59453"/>
                  <a:pt x="173753" y="69056"/>
                  <a:pt x="161925" y="69056"/>
                </a:cubicBezTo>
                <a:cubicBezTo>
                  <a:pt x="150097" y="69056"/>
                  <a:pt x="140494" y="59453"/>
                  <a:pt x="140494" y="47625"/>
                </a:cubicBezTo>
                <a:close/>
                <a:moveTo>
                  <a:pt x="47625" y="128588"/>
                </a:moveTo>
                <a:cubicBezTo>
                  <a:pt x="47625" y="102275"/>
                  <a:pt x="68937" y="80962"/>
                  <a:pt x="95250" y="80962"/>
                </a:cubicBezTo>
                <a:cubicBezTo>
                  <a:pt x="121563" y="80962"/>
                  <a:pt x="142875" y="102275"/>
                  <a:pt x="142875" y="128588"/>
                </a:cubicBezTo>
                <a:lnTo>
                  <a:pt x="142875" y="133350"/>
                </a:lnTo>
                <a:cubicBezTo>
                  <a:pt x="142875" y="138619"/>
                  <a:pt x="138619" y="142875"/>
                  <a:pt x="133350" y="142875"/>
                </a:cubicBezTo>
                <a:lnTo>
                  <a:pt x="57150" y="142875"/>
                </a:lnTo>
                <a:cubicBezTo>
                  <a:pt x="51881" y="142875"/>
                  <a:pt x="47625" y="138619"/>
                  <a:pt x="47625" y="133350"/>
                </a:cubicBezTo>
                <a:lnTo>
                  <a:pt x="47625" y="128588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72" name="Text 70"/>
          <p:cNvSpPr/>
          <p:nvPr/>
        </p:nvSpPr>
        <p:spPr>
          <a:xfrm>
            <a:off x="3867150" y="5440758"/>
            <a:ext cx="10953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Regular Meetings</a:t>
            </a:r>
            <a:endParaRPr lang="en-US" sz="1600" dirty="0"/>
          </a:p>
        </p:txBody>
      </p:sp>
      <p:sp>
        <p:nvSpPr>
          <p:cNvPr id="73" name="Text 71"/>
          <p:cNvSpPr/>
          <p:nvPr/>
        </p:nvSpPr>
        <p:spPr>
          <a:xfrm>
            <a:off x="3867150" y="5631258"/>
            <a:ext cx="10858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FFFFFF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Team collaboration</a:t>
            </a:r>
            <a:endParaRPr lang="en-US" sz="1600" dirty="0"/>
          </a:p>
        </p:txBody>
      </p:sp>
      <p:sp>
        <p:nvSpPr>
          <p:cNvPr id="74" name="Shape 72"/>
          <p:cNvSpPr/>
          <p:nvPr/>
        </p:nvSpPr>
        <p:spPr>
          <a:xfrm>
            <a:off x="6172200" y="5421708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</p:sp>
      <p:sp>
        <p:nvSpPr>
          <p:cNvPr id="75" name="Shape 73"/>
          <p:cNvSpPr/>
          <p:nvPr/>
        </p:nvSpPr>
        <p:spPr>
          <a:xfrm>
            <a:off x="6296025" y="5536008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30850" y="70277"/>
                </a:moveTo>
                <a:lnTo>
                  <a:pt x="72628" y="12055"/>
                </a:lnTo>
                <a:cubicBezTo>
                  <a:pt x="71021" y="10418"/>
                  <a:pt x="68818" y="9525"/>
                  <a:pt x="66556" y="9525"/>
                </a:cubicBezTo>
                <a:cubicBezTo>
                  <a:pt x="64294" y="9525"/>
                  <a:pt x="62091" y="10418"/>
                  <a:pt x="60484" y="12025"/>
                </a:cubicBezTo>
                <a:lnTo>
                  <a:pt x="48369" y="24110"/>
                </a:lnTo>
                <a:lnTo>
                  <a:pt x="63698" y="39439"/>
                </a:lnTo>
                <a:cubicBezTo>
                  <a:pt x="71765" y="36731"/>
                  <a:pt x="79385" y="44440"/>
                  <a:pt x="76617" y="52447"/>
                </a:cubicBezTo>
                <a:lnTo>
                  <a:pt x="91410" y="67241"/>
                </a:lnTo>
                <a:cubicBezTo>
                  <a:pt x="101590" y="63728"/>
                  <a:pt x="109627" y="76468"/>
                  <a:pt x="101977" y="84118"/>
                </a:cubicBezTo>
                <a:cubicBezTo>
                  <a:pt x="94089" y="92006"/>
                  <a:pt x="81082" y="83254"/>
                  <a:pt x="85308" y="73015"/>
                </a:cubicBezTo>
                <a:lnTo>
                  <a:pt x="71527" y="59234"/>
                </a:lnTo>
                <a:lnTo>
                  <a:pt x="71527" y="95518"/>
                </a:lnTo>
                <a:cubicBezTo>
                  <a:pt x="79057" y="99239"/>
                  <a:pt x="78165" y="107960"/>
                  <a:pt x="74235" y="111889"/>
                </a:cubicBezTo>
                <a:cubicBezTo>
                  <a:pt x="72330" y="113794"/>
                  <a:pt x="69711" y="114895"/>
                  <a:pt x="67002" y="114895"/>
                </a:cubicBezTo>
                <a:cubicBezTo>
                  <a:pt x="64294" y="114895"/>
                  <a:pt x="61704" y="113824"/>
                  <a:pt x="59769" y="111889"/>
                </a:cubicBezTo>
                <a:cubicBezTo>
                  <a:pt x="54531" y="106650"/>
                  <a:pt x="56465" y="97929"/>
                  <a:pt x="63103" y="95220"/>
                </a:cubicBezTo>
                <a:lnTo>
                  <a:pt x="63103" y="58609"/>
                </a:lnTo>
                <a:cubicBezTo>
                  <a:pt x="56912" y="56078"/>
                  <a:pt x="55781" y="49470"/>
                  <a:pt x="57567" y="45214"/>
                </a:cubicBezTo>
                <a:lnTo>
                  <a:pt x="42446" y="30063"/>
                </a:lnTo>
                <a:lnTo>
                  <a:pt x="2530" y="69979"/>
                </a:lnTo>
                <a:cubicBezTo>
                  <a:pt x="893" y="71616"/>
                  <a:pt x="0" y="73789"/>
                  <a:pt x="0" y="76051"/>
                </a:cubicBezTo>
                <a:cubicBezTo>
                  <a:pt x="0" y="78313"/>
                  <a:pt x="893" y="80516"/>
                  <a:pt x="2530" y="82123"/>
                </a:cubicBezTo>
                <a:lnTo>
                  <a:pt x="60752" y="140375"/>
                </a:lnTo>
                <a:cubicBezTo>
                  <a:pt x="62359" y="141982"/>
                  <a:pt x="64532" y="142875"/>
                  <a:pt x="66824" y="142875"/>
                </a:cubicBezTo>
                <a:cubicBezTo>
                  <a:pt x="69116" y="142875"/>
                  <a:pt x="71289" y="141982"/>
                  <a:pt x="72896" y="140375"/>
                </a:cubicBezTo>
                <a:lnTo>
                  <a:pt x="130850" y="82421"/>
                </a:lnTo>
                <a:cubicBezTo>
                  <a:pt x="132457" y="80814"/>
                  <a:pt x="133350" y="78611"/>
                  <a:pt x="133350" y="76349"/>
                </a:cubicBezTo>
                <a:cubicBezTo>
                  <a:pt x="133350" y="74087"/>
                  <a:pt x="132457" y="71884"/>
                  <a:pt x="130850" y="70277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76" name="Text 74"/>
          <p:cNvSpPr/>
          <p:nvPr/>
        </p:nvSpPr>
        <p:spPr>
          <a:xfrm>
            <a:off x="6667500" y="5440758"/>
            <a:ext cx="9810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Version Control</a:t>
            </a:r>
            <a:endParaRPr lang="en-US" sz="1600" dirty="0"/>
          </a:p>
        </p:txBody>
      </p:sp>
      <p:sp>
        <p:nvSpPr>
          <p:cNvPr id="77" name="Text 75"/>
          <p:cNvSpPr/>
          <p:nvPr/>
        </p:nvSpPr>
        <p:spPr>
          <a:xfrm>
            <a:off x="6667500" y="5631258"/>
            <a:ext cx="9715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FFFFFF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Git &amp; GitHub</a:t>
            </a:r>
            <a:endParaRPr lang="en-US" sz="1600" dirty="0"/>
          </a:p>
        </p:txBody>
      </p:sp>
      <p:sp>
        <p:nvSpPr>
          <p:cNvPr id="78" name="Shape 76"/>
          <p:cNvSpPr/>
          <p:nvPr/>
        </p:nvSpPr>
        <p:spPr>
          <a:xfrm>
            <a:off x="8972550" y="5421708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</p:sp>
      <p:sp>
        <p:nvSpPr>
          <p:cNvPr id="79" name="Shape 77"/>
          <p:cNvSpPr/>
          <p:nvPr/>
        </p:nvSpPr>
        <p:spPr>
          <a:xfrm>
            <a:off x="9086850" y="5536008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01977" y="2798"/>
                </a:moveTo>
                <a:cubicBezTo>
                  <a:pt x="98256" y="-923"/>
                  <a:pt x="92214" y="-923"/>
                  <a:pt x="88493" y="2798"/>
                </a:cubicBezTo>
                <a:cubicBezTo>
                  <a:pt x="84773" y="6519"/>
                  <a:pt x="84773" y="12561"/>
                  <a:pt x="88493" y="16282"/>
                </a:cubicBezTo>
                <a:lnTo>
                  <a:pt x="91291" y="19050"/>
                </a:lnTo>
                <a:lnTo>
                  <a:pt x="8364" y="101977"/>
                </a:lnTo>
                <a:cubicBezTo>
                  <a:pt x="3006" y="107335"/>
                  <a:pt x="0" y="114598"/>
                  <a:pt x="0" y="122188"/>
                </a:cubicBezTo>
                <a:lnTo>
                  <a:pt x="0" y="123825"/>
                </a:lnTo>
                <a:cubicBezTo>
                  <a:pt x="0" y="139601"/>
                  <a:pt x="12799" y="152400"/>
                  <a:pt x="28575" y="152400"/>
                </a:cubicBezTo>
                <a:lnTo>
                  <a:pt x="30212" y="152400"/>
                </a:lnTo>
                <a:cubicBezTo>
                  <a:pt x="37802" y="152400"/>
                  <a:pt x="45065" y="149394"/>
                  <a:pt x="50423" y="144036"/>
                </a:cubicBezTo>
                <a:lnTo>
                  <a:pt x="133350" y="61109"/>
                </a:lnTo>
                <a:lnTo>
                  <a:pt x="136148" y="63907"/>
                </a:lnTo>
                <a:cubicBezTo>
                  <a:pt x="139869" y="67627"/>
                  <a:pt x="145911" y="67627"/>
                  <a:pt x="149632" y="63907"/>
                </a:cubicBezTo>
                <a:cubicBezTo>
                  <a:pt x="153353" y="60186"/>
                  <a:pt x="153353" y="54144"/>
                  <a:pt x="149632" y="50423"/>
                </a:cubicBezTo>
                <a:lnTo>
                  <a:pt x="102007" y="2798"/>
                </a:lnTo>
                <a:close/>
                <a:moveTo>
                  <a:pt x="61109" y="76200"/>
                </a:moveTo>
                <a:lnTo>
                  <a:pt x="104775" y="32534"/>
                </a:lnTo>
                <a:lnTo>
                  <a:pt x="119866" y="47625"/>
                </a:lnTo>
                <a:lnTo>
                  <a:pt x="91291" y="76200"/>
                </a:lnTo>
                <a:lnTo>
                  <a:pt x="61079" y="7620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80" name="Text 78"/>
          <p:cNvSpPr/>
          <p:nvPr/>
        </p:nvSpPr>
        <p:spPr>
          <a:xfrm>
            <a:off x="9467850" y="5440758"/>
            <a:ext cx="1209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Continuous Testing</a:t>
            </a:r>
            <a:endParaRPr lang="en-US" sz="1600" dirty="0"/>
          </a:p>
        </p:txBody>
      </p:sp>
      <p:sp>
        <p:nvSpPr>
          <p:cNvPr id="81" name="Text 79"/>
          <p:cNvSpPr/>
          <p:nvPr/>
        </p:nvSpPr>
        <p:spPr>
          <a:xfrm>
            <a:off x="9467850" y="5631258"/>
            <a:ext cx="12001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FFFFFF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Quality assurance</a:t>
            </a:r>
            <a:endParaRPr lang="en-US" sz="1600" dirty="0"/>
          </a:p>
        </p:txBody>
      </p:sp>
      <p:sp>
        <p:nvSpPr>
          <p:cNvPr id="86" name="Text 18">
            <a:extLst>
              <a:ext uri="{FF2B5EF4-FFF2-40B4-BE49-F238E27FC236}">
                <a16:creationId xmlns:a16="http://schemas.microsoft.com/office/drawing/2014/main" id="{E7F1A773-5C01-751F-10FD-D16D4BD0596C}"/>
              </a:ext>
            </a:extLst>
          </p:cNvPr>
          <p:cNvSpPr/>
          <p:nvPr/>
        </p:nvSpPr>
        <p:spPr>
          <a:xfrm>
            <a:off x="3733762" y="6548748"/>
            <a:ext cx="4820678" cy="2423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ts val="1980"/>
              </a:lnSpc>
            </a:pPr>
            <a:r>
              <a:rPr lang="en-US" sz="1600" b="1" dirty="0">
                <a:latin typeface="Calibri (MS)"/>
                <a:ea typeface="Calibri (MS)"/>
                <a:cs typeface="Calibri (MS)"/>
                <a:sym typeface="Calibri (MS)"/>
              </a:rPr>
              <a:t>Department of Computer Science &amp; Engineering ,CSPIT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BB10A36-83D3-44CF-F010-2F776F834BB5}"/>
              </a:ext>
            </a:extLst>
          </p:cNvPr>
          <p:cNvSpPr/>
          <p:nvPr/>
        </p:nvSpPr>
        <p:spPr>
          <a:xfrm>
            <a:off x="30479" y="66891"/>
            <a:ext cx="12085321" cy="6714790"/>
          </a:xfrm>
          <a:prstGeom prst="rect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4"/>
          <p:cNvSpPr/>
          <p:nvPr/>
        </p:nvSpPr>
        <p:spPr>
          <a:xfrm>
            <a:off x="157608" y="430624"/>
            <a:ext cx="11747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000" b="1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DataXpert in Action - Preview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36525" y="917622"/>
            <a:ext cx="762000" cy="31750"/>
          </a:xfrm>
          <a:custGeom>
            <a:avLst/>
            <a:gdLst/>
            <a:ahLst/>
            <a:cxnLst/>
            <a:rect l="l" t="t" r="r" b="b"/>
            <a:pathLst>
              <a:path w="762000" h="31750">
                <a:moveTo>
                  <a:pt x="15875" y="0"/>
                </a:moveTo>
                <a:lnTo>
                  <a:pt x="746125" y="0"/>
                </a:lnTo>
                <a:cubicBezTo>
                  <a:pt x="754887" y="0"/>
                  <a:pt x="762000" y="7113"/>
                  <a:pt x="762000" y="15875"/>
                </a:cubicBezTo>
                <a:lnTo>
                  <a:pt x="762000" y="15875"/>
                </a:lnTo>
                <a:cubicBezTo>
                  <a:pt x="762000" y="24637"/>
                  <a:pt x="754887" y="31750"/>
                  <a:pt x="746125" y="31750"/>
                </a:cubicBezTo>
                <a:lnTo>
                  <a:pt x="15875" y="31750"/>
                </a:lnTo>
                <a:cubicBezTo>
                  <a:pt x="7113" y="31750"/>
                  <a:pt x="0" y="24637"/>
                  <a:pt x="0" y="15875"/>
                </a:cubicBezTo>
                <a:lnTo>
                  <a:pt x="0" y="15875"/>
                </a:lnTo>
                <a:cubicBezTo>
                  <a:pt x="0" y="7113"/>
                  <a:pt x="7113" y="0"/>
                  <a:pt x="15875" y="0"/>
                </a:cubicBezTo>
                <a:close/>
              </a:path>
            </a:pathLst>
          </a:custGeom>
          <a:gradFill flip="none" rotWithShape="1">
            <a:gsLst>
              <a:gs pos="0">
                <a:srgbClr val="6366F1"/>
              </a:gs>
              <a:gs pos="100000">
                <a:srgbClr val="818CF8"/>
              </a:gs>
            </a:gsLst>
            <a:lin ang="0" scaled="1"/>
          </a:gradFill>
          <a:ln/>
        </p:spPr>
      </p:sp>
      <p:sp>
        <p:nvSpPr>
          <p:cNvPr id="8" name="Shape 6"/>
          <p:cNvSpPr/>
          <p:nvPr/>
        </p:nvSpPr>
        <p:spPr>
          <a:xfrm>
            <a:off x="157608" y="1143047"/>
            <a:ext cx="5689600" cy="2514600"/>
          </a:xfrm>
          <a:custGeom>
            <a:avLst/>
            <a:gdLst/>
            <a:ahLst/>
            <a:cxnLst/>
            <a:rect l="l" t="t" r="r" b="b"/>
            <a:pathLst>
              <a:path w="5689600" h="2514600">
                <a:moveTo>
                  <a:pt x="95253" y="0"/>
                </a:moveTo>
                <a:lnTo>
                  <a:pt x="5594347" y="0"/>
                </a:lnTo>
                <a:cubicBezTo>
                  <a:pt x="5646954" y="0"/>
                  <a:pt x="5689600" y="42646"/>
                  <a:pt x="5689600" y="95253"/>
                </a:cubicBezTo>
                <a:lnTo>
                  <a:pt x="5689600" y="2419347"/>
                </a:lnTo>
                <a:cubicBezTo>
                  <a:pt x="5689600" y="2471954"/>
                  <a:pt x="5646954" y="2514600"/>
                  <a:pt x="5594347" y="2514600"/>
                </a:cubicBezTo>
                <a:lnTo>
                  <a:pt x="95253" y="2514600"/>
                </a:lnTo>
                <a:cubicBezTo>
                  <a:pt x="42646" y="2514600"/>
                  <a:pt x="0" y="2471954"/>
                  <a:pt x="0" y="2419347"/>
                </a:cubicBezTo>
                <a:lnTo>
                  <a:pt x="0" y="95253"/>
                </a:lnTo>
                <a:cubicBezTo>
                  <a:pt x="0" y="42681"/>
                  <a:pt x="42681" y="0"/>
                  <a:pt x="95253" y="0"/>
                </a:cubicBezTo>
                <a:close/>
              </a:path>
            </a:pathLst>
          </a:custGeom>
          <a:solidFill>
            <a:srgbClr val="FFFFFF"/>
          </a:solidFill>
          <a:ln w="10160">
            <a:solidFill>
              <a:srgbClr val="F3F4F6"/>
            </a:solidFill>
            <a:prstDash val="solid"/>
          </a:ln>
          <a:effectLst>
            <a:outerShdw blurRad="23813" dist="7938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10" name="Shape 8"/>
          <p:cNvSpPr/>
          <p:nvPr/>
        </p:nvSpPr>
        <p:spPr>
          <a:xfrm>
            <a:off x="2843213" y="1685970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35719" y="35719"/>
                </a:moveTo>
                <a:cubicBezTo>
                  <a:pt x="35719" y="25840"/>
                  <a:pt x="27738" y="17859"/>
                  <a:pt x="17859" y="17859"/>
                </a:cubicBezTo>
                <a:cubicBezTo>
                  <a:pt x="7981" y="17859"/>
                  <a:pt x="0" y="25840"/>
                  <a:pt x="0" y="35719"/>
                </a:cubicBezTo>
                <a:lnTo>
                  <a:pt x="0" y="223242"/>
                </a:lnTo>
                <a:cubicBezTo>
                  <a:pt x="0" y="247910"/>
                  <a:pt x="19980" y="267891"/>
                  <a:pt x="44648" y="267891"/>
                </a:cubicBezTo>
                <a:lnTo>
                  <a:pt x="267891" y="267891"/>
                </a:lnTo>
                <a:cubicBezTo>
                  <a:pt x="277769" y="267891"/>
                  <a:pt x="285750" y="259910"/>
                  <a:pt x="285750" y="250031"/>
                </a:cubicBezTo>
                <a:cubicBezTo>
                  <a:pt x="285750" y="240153"/>
                  <a:pt x="277769" y="232172"/>
                  <a:pt x="267891" y="232172"/>
                </a:cubicBezTo>
                <a:lnTo>
                  <a:pt x="44648" y="232172"/>
                </a:lnTo>
                <a:cubicBezTo>
                  <a:pt x="39737" y="232172"/>
                  <a:pt x="35719" y="228154"/>
                  <a:pt x="35719" y="223242"/>
                </a:cubicBezTo>
                <a:lnTo>
                  <a:pt x="35719" y="35719"/>
                </a:lnTo>
                <a:close/>
                <a:moveTo>
                  <a:pt x="262644" y="84051"/>
                </a:moveTo>
                <a:cubicBezTo>
                  <a:pt x="269621" y="77074"/>
                  <a:pt x="269621" y="65745"/>
                  <a:pt x="262644" y="58769"/>
                </a:cubicBezTo>
                <a:cubicBezTo>
                  <a:pt x="255668" y="51792"/>
                  <a:pt x="244339" y="51792"/>
                  <a:pt x="237362" y="58769"/>
                </a:cubicBezTo>
                <a:lnTo>
                  <a:pt x="178594" y="117593"/>
                </a:lnTo>
                <a:lnTo>
                  <a:pt x="146558" y="85613"/>
                </a:lnTo>
                <a:cubicBezTo>
                  <a:pt x="139582" y="78637"/>
                  <a:pt x="128253" y="78637"/>
                  <a:pt x="121276" y="85613"/>
                </a:cubicBezTo>
                <a:lnTo>
                  <a:pt x="67698" y="139192"/>
                </a:lnTo>
                <a:cubicBezTo>
                  <a:pt x="60722" y="146168"/>
                  <a:pt x="60722" y="157497"/>
                  <a:pt x="67698" y="164474"/>
                </a:cubicBezTo>
                <a:cubicBezTo>
                  <a:pt x="74675" y="171450"/>
                  <a:pt x="86004" y="171450"/>
                  <a:pt x="92980" y="164474"/>
                </a:cubicBezTo>
                <a:lnTo>
                  <a:pt x="133945" y="123509"/>
                </a:lnTo>
                <a:lnTo>
                  <a:pt x="165981" y="155544"/>
                </a:lnTo>
                <a:cubicBezTo>
                  <a:pt x="172957" y="162520"/>
                  <a:pt x="184286" y="162520"/>
                  <a:pt x="191263" y="155544"/>
                </a:cubicBezTo>
                <a:lnTo>
                  <a:pt x="262700" y="84106"/>
                </a:ln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12" name="Text 10"/>
          <p:cNvSpPr/>
          <p:nvPr/>
        </p:nvSpPr>
        <p:spPr>
          <a:xfrm>
            <a:off x="301625" y="2701970"/>
            <a:ext cx="54292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Screenshot 1: Dashboard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319484" y="2987720"/>
            <a:ext cx="83344" cy="95250"/>
          </a:xfrm>
          <a:custGeom>
            <a:avLst/>
            <a:gdLst/>
            <a:ahLst/>
            <a:cxnLst/>
            <a:rect l="l" t="t" r="r" b="b"/>
            <a:pathLst>
              <a:path w="83344" h="95250">
                <a:moveTo>
                  <a:pt x="80888" y="13041"/>
                </a:moveTo>
                <a:cubicBezTo>
                  <a:pt x="83548" y="14976"/>
                  <a:pt x="84144" y="18697"/>
                  <a:pt x="82209" y="21357"/>
                </a:cubicBezTo>
                <a:lnTo>
                  <a:pt x="34584" y="86841"/>
                </a:lnTo>
                <a:cubicBezTo>
                  <a:pt x="33561" y="88255"/>
                  <a:pt x="31979" y="89129"/>
                  <a:pt x="30231" y="89278"/>
                </a:cubicBezTo>
                <a:cubicBezTo>
                  <a:pt x="28482" y="89427"/>
                  <a:pt x="26789" y="88776"/>
                  <a:pt x="25561" y="87548"/>
                </a:cubicBezTo>
                <a:lnTo>
                  <a:pt x="1749" y="63736"/>
                </a:lnTo>
                <a:cubicBezTo>
                  <a:pt x="-577" y="61410"/>
                  <a:pt x="-577" y="57634"/>
                  <a:pt x="1749" y="55308"/>
                </a:cubicBezTo>
                <a:cubicBezTo>
                  <a:pt x="4074" y="52983"/>
                  <a:pt x="7851" y="52983"/>
                  <a:pt x="10176" y="55308"/>
                </a:cubicBezTo>
                <a:lnTo>
                  <a:pt x="29059" y="74191"/>
                </a:lnTo>
                <a:lnTo>
                  <a:pt x="72591" y="14343"/>
                </a:lnTo>
                <a:cubicBezTo>
                  <a:pt x="74526" y="11683"/>
                  <a:pt x="78246" y="11088"/>
                  <a:pt x="80907" y="13022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14" name="Text 12"/>
          <p:cNvSpPr/>
          <p:nvPr/>
        </p:nvSpPr>
        <p:spPr>
          <a:xfrm>
            <a:off x="484188" y="2955970"/>
            <a:ext cx="121443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Real-time metrics cards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319484" y="3178220"/>
            <a:ext cx="83344" cy="95250"/>
          </a:xfrm>
          <a:custGeom>
            <a:avLst/>
            <a:gdLst/>
            <a:ahLst/>
            <a:cxnLst/>
            <a:rect l="l" t="t" r="r" b="b"/>
            <a:pathLst>
              <a:path w="83344" h="95250">
                <a:moveTo>
                  <a:pt x="80888" y="13041"/>
                </a:moveTo>
                <a:cubicBezTo>
                  <a:pt x="83548" y="14976"/>
                  <a:pt x="84144" y="18697"/>
                  <a:pt x="82209" y="21357"/>
                </a:cubicBezTo>
                <a:lnTo>
                  <a:pt x="34584" y="86841"/>
                </a:lnTo>
                <a:cubicBezTo>
                  <a:pt x="33561" y="88255"/>
                  <a:pt x="31979" y="89129"/>
                  <a:pt x="30231" y="89278"/>
                </a:cubicBezTo>
                <a:cubicBezTo>
                  <a:pt x="28482" y="89427"/>
                  <a:pt x="26789" y="88776"/>
                  <a:pt x="25561" y="87548"/>
                </a:cubicBezTo>
                <a:lnTo>
                  <a:pt x="1749" y="63736"/>
                </a:lnTo>
                <a:cubicBezTo>
                  <a:pt x="-577" y="61410"/>
                  <a:pt x="-577" y="57634"/>
                  <a:pt x="1749" y="55308"/>
                </a:cubicBezTo>
                <a:cubicBezTo>
                  <a:pt x="4074" y="52983"/>
                  <a:pt x="7851" y="52983"/>
                  <a:pt x="10176" y="55308"/>
                </a:cubicBezTo>
                <a:lnTo>
                  <a:pt x="29059" y="74191"/>
                </a:lnTo>
                <a:lnTo>
                  <a:pt x="72591" y="14343"/>
                </a:lnTo>
                <a:cubicBezTo>
                  <a:pt x="74526" y="11683"/>
                  <a:pt x="78246" y="11088"/>
                  <a:pt x="80907" y="13022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16" name="Text 14"/>
          <p:cNvSpPr/>
          <p:nvPr/>
        </p:nvSpPr>
        <p:spPr>
          <a:xfrm>
            <a:off x="484188" y="3146470"/>
            <a:ext cx="90487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Interactive charts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319484" y="3368720"/>
            <a:ext cx="83344" cy="95250"/>
          </a:xfrm>
          <a:custGeom>
            <a:avLst/>
            <a:gdLst/>
            <a:ahLst/>
            <a:cxnLst/>
            <a:rect l="l" t="t" r="r" b="b"/>
            <a:pathLst>
              <a:path w="83344" h="95250">
                <a:moveTo>
                  <a:pt x="80888" y="13041"/>
                </a:moveTo>
                <a:cubicBezTo>
                  <a:pt x="83548" y="14976"/>
                  <a:pt x="84144" y="18697"/>
                  <a:pt x="82209" y="21357"/>
                </a:cubicBezTo>
                <a:lnTo>
                  <a:pt x="34584" y="86841"/>
                </a:lnTo>
                <a:cubicBezTo>
                  <a:pt x="33561" y="88255"/>
                  <a:pt x="31979" y="89129"/>
                  <a:pt x="30231" y="89278"/>
                </a:cubicBezTo>
                <a:cubicBezTo>
                  <a:pt x="28482" y="89427"/>
                  <a:pt x="26789" y="88776"/>
                  <a:pt x="25561" y="87548"/>
                </a:cubicBezTo>
                <a:lnTo>
                  <a:pt x="1749" y="63736"/>
                </a:lnTo>
                <a:cubicBezTo>
                  <a:pt x="-577" y="61410"/>
                  <a:pt x="-577" y="57634"/>
                  <a:pt x="1749" y="55308"/>
                </a:cubicBezTo>
                <a:cubicBezTo>
                  <a:pt x="4074" y="52983"/>
                  <a:pt x="7851" y="52983"/>
                  <a:pt x="10176" y="55308"/>
                </a:cubicBezTo>
                <a:lnTo>
                  <a:pt x="29059" y="74191"/>
                </a:lnTo>
                <a:lnTo>
                  <a:pt x="72591" y="14343"/>
                </a:lnTo>
                <a:cubicBezTo>
                  <a:pt x="74526" y="11683"/>
                  <a:pt x="78246" y="11088"/>
                  <a:pt x="80907" y="13022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18" name="Text 16"/>
          <p:cNvSpPr/>
          <p:nvPr/>
        </p:nvSpPr>
        <p:spPr>
          <a:xfrm>
            <a:off x="484188" y="3336970"/>
            <a:ext cx="111125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Clean, modern design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997575" y="1143047"/>
            <a:ext cx="5689600" cy="2514600"/>
          </a:xfrm>
          <a:custGeom>
            <a:avLst/>
            <a:gdLst/>
            <a:ahLst/>
            <a:cxnLst/>
            <a:rect l="l" t="t" r="r" b="b"/>
            <a:pathLst>
              <a:path w="5689600" h="2514600">
                <a:moveTo>
                  <a:pt x="95253" y="0"/>
                </a:moveTo>
                <a:lnTo>
                  <a:pt x="5594347" y="0"/>
                </a:lnTo>
                <a:cubicBezTo>
                  <a:pt x="5646954" y="0"/>
                  <a:pt x="5689600" y="42646"/>
                  <a:pt x="5689600" y="95253"/>
                </a:cubicBezTo>
                <a:lnTo>
                  <a:pt x="5689600" y="2419347"/>
                </a:lnTo>
                <a:cubicBezTo>
                  <a:pt x="5689600" y="2471954"/>
                  <a:pt x="5646954" y="2514600"/>
                  <a:pt x="5594347" y="2514600"/>
                </a:cubicBezTo>
                <a:lnTo>
                  <a:pt x="95253" y="2514600"/>
                </a:lnTo>
                <a:cubicBezTo>
                  <a:pt x="42646" y="2514600"/>
                  <a:pt x="0" y="2471954"/>
                  <a:pt x="0" y="2419347"/>
                </a:cubicBezTo>
                <a:lnTo>
                  <a:pt x="0" y="95253"/>
                </a:lnTo>
                <a:cubicBezTo>
                  <a:pt x="0" y="42681"/>
                  <a:pt x="42681" y="0"/>
                  <a:pt x="95253" y="0"/>
                </a:cubicBezTo>
                <a:close/>
              </a:path>
            </a:pathLst>
          </a:custGeom>
          <a:solidFill>
            <a:srgbClr val="FFFFFF"/>
          </a:solidFill>
          <a:ln w="10160">
            <a:solidFill>
              <a:srgbClr val="F3F4F6"/>
            </a:solidFill>
            <a:prstDash val="solid"/>
          </a:ln>
          <a:effectLst>
            <a:outerShdw blurRad="23813" dist="7938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159500" y="2701970"/>
            <a:ext cx="54292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Screenshot 2: AI Chat Interface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159500" y="2955970"/>
            <a:ext cx="5365750" cy="476250"/>
          </a:xfrm>
          <a:custGeom>
            <a:avLst/>
            <a:gdLst/>
            <a:ahLst/>
            <a:cxnLst/>
            <a:rect l="l" t="t" r="r" b="b"/>
            <a:pathLst>
              <a:path w="5365750" h="476250">
                <a:moveTo>
                  <a:pt x="63498" y="0"/>
                </a:moveTo>
                <a:lnTo>
                  <a:pt x="5302252" y="0"/>
                </a:lnTo>
                <a:cubicBezTo>
                  <a:pt x="5337321" y="0"/>
                  <a:pt x="5365750" y="28429"/>
                  <a:pt x="5365750" y="63498"/>
                </a:cubicBezTo>
                <a:lnTo>
                  <a:pt x="5365750" y="412752"/>
                </a:lnTo>
                <a:cubicBezTo>
                  <a:pt x="5365750" y="447821"/>
                  <a:pt x="5337321" y="476250"/>
                  <a:pt x="5302252" y="476250"/>
                </a:cubicBezTo>
                <a:lnTo>
                  <a:pt x="63498" y="476250"/>
                </a:lnTo>
                <a:cubicBezTo>
                  <a:pt x="28429" y="476250"/>
                  <a:pt x="0" y="447821"/>
                  <a:pt x="0" y="412752"/>
                </a:cubicBezTo>
                <a:lnTo>
                  <a:pt x="0" y="63498"/>
                </a:lnTo>
                <a:cubicBezTo>
                  <a:pt x="0" y="28453"/>
                  <a:pt x="28453" y="0"/>
                  <a:pt x="63498" y="0"/>
                </a:cubicBezTo>
                <a:close/>
              </a:path>
            </a:pathLst>
          </a:custGeom>
          <a:solidFill>
            <a:srgbClr val="F8FAFC"/>
          </a:solidFill>
          <a:ln/>
        </p:spPr>
      </p:sp>
      <p:sp>
        <p:nvSpPr>
          <p:cNvPr id="25" name="Text 23"/>
          <p:cNvSpPr/>
          <p:nvPr/>
        </p:nvSpPr>
        <p:spPr>
          <a:xfrm>
            <a:off x="6254750" y="3051220"/>
            <a:ext cx="5222875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6A728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User: "What were my sales in January?"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254750" y="3209877"/>
            <a:ext cx="5222875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AI: "Your total sales in January were $45,230..."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99585" y="3822752"/>
            <a:ext cx="5689600" cy="2514600"/>
          </a:xfrm>
          <a:custGeom>
            <a:avLst/>
            <a:gdLst/>
            <a:ahLst/>
            <a:cxnLst/>
            <a:rect l="l" t="t" r="r" b="b"/>
            <a:pathLst>
              <a:path w="5689600" h="2514600">
                <a:moveTo>
                  <a:pt x="95253" y="0"/>
                </a:moveTo>
                <a:lnTo>
                  <a:pt x="5594347" y="0"/>
                </a:lnTo>
                <a:cubicBezTo>
                  <a:pt x="5646954" y="0"/>
                  <a:pt x="5689600" y="42646"/>
                  <a:pt x="5689600" y="95253"/>
                </a:cubicBezTo>
                <a:lnTo>
                  <a:pt x="5689600" y="2419347"/>
                </a:lnTo>
                <a:cubicBezTo>
                  <a:pt x="5689600" y="2471954"/>
                  <a:pt x="5646954" y="2514600"/>
                  <a:pt x="5594347" y="2514600"/>
                </a:cubicBezTo>
                <a:lnTo>
                  <a:pt x="95253" y="2514600"/>
                </a:lnTo>
                <a:cubicBezTo>
                  <a:pt x="42646" y="2514600"/>
                  <a:pt x="0" y="2471954"/>
                  <a:pt x="0" y="2419347"/>
                </a:cubicBezTo>
                <a:lnTo>
                  <a:pt x="0" y="95253"/>
                </a:lnTo>
                <a:cubicBezTo>
                  <a:pt x="0" y="42681"/>
                  <a:pt x="42681" y="0"/>
                  <a:pt x="95253" y="0"/>
                </a:cubicBezTo>
                <a:close/>
              </a:path>
            </a:pathLst>
          </a:custGeom>
          <a:solidFill>
            <a:srgbClr val="FFFFFF"/>
          </a:solidFill>
          <a:ln w="10160">
            <a:solidFill>
              <a:srgbClr val="F3F4F6"/>
            </a:solidFill>
            <a:prstDash val="solid"/>
          </a:ln>
          <a:effectLst>
            <a:outerShdw blurRad="23813" dist="7938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2825353" y="4365675"/>
            <a:ext cx="321469" cy="285750"/>
          </a:xfrm>
          <a:custGeom>
            <a:avLst/>
            <a:gdLst/>
            <a:ahLst/>
            <a:cxnLst/>
            <a:rect l="l" t="t" r="r" b="b"/>
            <a:pathLst>
              <a:path w="321469" h="285750">
                <a:moveTo>
                  <a:pt x="80367" y="267891"/>
                </a:moveTo>
                <a:cubicBezTo>
                  <a:pt x="35998" y="267891"/>
                  <a:pt x="0" y="231893"/>
                  <a:pt x="0" y="187523"/>
                </a:cubicBezTo>
                <a:cubicBezTo>
                  <a:pt x="0" y="152140"/>
                  <a:pt x="22882" y="122113"/>
                  <a:pt x="54639" y="111342"/>
                </a:cubicBezTo>
                <a:cubicBezTo>
                  <a:pt x="53913" y="107045"/>
                  <a:pt x="53578" y="102691"/>
                  <a:pt x="53578" y="98227"/>
                </a:cubicBezTo>
                <a:cubicBezTo>
                  <a:pt x="53578" y="53857"/>
                  <a:pt x="89576" y="17859"/>
                  <a:pt x="133945" y="17859"/>
                </a:cubicBezTo>
                <a:cubicBezTo>
                  <a:pt x="164864" y="17859"/>
                  <a:pt x="191709" y="35328"/>
                  <a:pt x="205160" y="60889"/>
                </a:cubicBezTo>
                <a:cubicBezTo>
                  <a:pt x="213085" y="56257"/>
                  <a:pt x="222349" y="53578"/>
                  <a:pt x="232172" y="53578"/>
                </a:cubicBezTo>
                <a:cubicBezTo>
                  <a:pt x="261751" y="53578"/>
                  <a:pt x="285750" y="77577"/>
                  <a:pt x="285750" y="107156"/>
                </a:cubicBezTo>
                <a:cubicBezTo>
                  <a:pt x="285750" y="115919"/>
                  <a:pt x="283629" y="124234"/>
                  <a:pt x="279890" y="131545"/>
                </a:cubicBezTo>
                <a:cubicBezTo>
                  <a:pt x="304447" y="142875"/>
                  <a:pt x="321469" y="167655"/>
                  <a:pt x="321469" y="196453"/>
                </a:cubicBezTo>
                <a:cubicBezTo>
                  <a:pt x="321469" y="235911"/>
                  <a:pt x="289489" y="267891"/>
                  <a:pt x="250031" y="267891"/>
                </a:cubicBezTo>
                <a:lnTo>
                  <a:pt x="80367" y="267891"/>
                </a:lnTo>
                <a:close/>
                <a:moveTo>
                  <a:pt x="170222" y="106598"/>
                </a:moveTo>
                <a:cubicBezTo>
                  <a:pt x="164976" y="101352"/>
                  <a:pt x="156493" y="101352"/>
                  <a:pt x="151302" y="106598"/>
                </a:cubicBezTo>
                <a:lnTo>
                  <a:pt x="111119" y="146782"/>
                </a:lnTo>
                <a:cubicBezTo>
                  <a:pt x="105873" y="152028"/>
                  <a:pt x="105873" y="160511"/>
                  <a:pt x="111119" y="165702"/>
                </a:cubicBezTo>
                <a:cubicBezTo>
                  <a:pt x="116365" y="170892"/>
                  <a:pt x="124848" y="170948"/>
                  <a:pt x="130039" y="165702"/>
                </a:cubicBezTo>
                <a:lnTo>
                  <a:pt x="147340" y="148400"/>
                </a:lnTo>
                <a:lnTo>
                  <a:pt x="147340" y="205383"/>
                </a:lnTo>
                <a:cubicBezTo>
                  <a:pt x="147340" y="212806"/>
                  <a:pt x="153312" y="218777"/>
                  <a:pt x="160734" y="218777"/>
                </a:cubicBezTo>
                <a:cubicBezTo>
                  <a:pt x="168157" y="218777"/>
                  <a:pt x="174129" y="212806"/>
                  <a:pt x="174129" y="205383"/>
                </a:cubicBezTo>
                <a:lnTo>
                  <a:pt x="174129" y="148400"/>
                </a:lnTo>
                <a:lnTo>
                  <a:pt x="191430" y="165702"/>
                </a:lnTo>
                <a:cubicBezTo>
                  <a:pt x="196676" y="170948"/>
                  <a:pt x="205160" y="170948"/>
                  <a:pt x="210350" y="165702"/>
                </a:cubicBezTo>
                <a:cubicBezTo>
                  <a:pt x="215540" y="160455"/>
                  <a:pt x="215596" y="151972"/>
                  <a:pt x="210350" y="146782"/>
                </a:cubicBezTo>
                <a:lnTo>
                  <a:pt x="170166" y="106598"/>
                </a:lnTo>
                <a:close/>
              </a:path>
            </a:pathLst>
          </a:custGeom>
          <a:solidFill>
            <a:srgbClr val="00C950"/>
          </a:solidFill>
          <a:ln/>
        </p:spPr>
      </p:sp>
      <p:sp>
        <p:nvSpPr>
          <p:cNvPr id="30" name="Text 28"/>
          <p:cNvSpPr/>
          <p:nvPr/>
        </p:nvSpPr>
        <p:spPr>
          <a:xfrm>
            <a:off x="2473424" y="4714925"/>
            <a:ext cx="102393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dirty="0">
                <a:solidFill>
                  <a:srgbClr val="6A728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Data Upload Screen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301625" y="5381675"/>
            <a:ext cx="54292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Screenshot 3: Data Upload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319484" y="5667425"/>
            <a:ext cx="83344" cy="95250"/>
          </a:xfrm>
          <a:custGeom>
            <a:avLst/>
            <a:gdLst/>
            <a:ahLst/>
            <a:cxnLst/>
            <a:rect l="l" t="t" r="r" b="b"/>
            <a:pathLst>
              <a:path w="83344" h="95250">
                <a:moveTo>
                  <a:pt x="80888" y="13041"/>
                </a:moveTo>
                <a:cubicBezTo>
                  <a:pt x="83548" y="14976"/>
                  <a:pt x="84144" y="18697"/>
                  <a:pt x="82209" y="21357"/>
                </a:cubicBezTo>
                <a:lnTo>
                  <a:pt x="34584" y="86841"/>
                </a:lnTo>
                <a:cubicBezTo>
                  <a:pt x="33561" y="88255"/>
                  <a:pt x="31979" y="89129"/>
                  <a:pt x="30231" y="89278"/>
                </a:cubicBezTo>
                <a:cubicBezTo>
                  <a:pt x="28482" y="89427"/>
                  <a:pt x="26789" y="88776"/>
                  <a:pt x="25561" y="87548"/>
                </a:cubicBezTo>
                <a:lnTo>
                  <a:pt x="1749" y="63736"/>
                </a:lnTo>
                <a:cubicBezTo>
                  <a:pt x="-577" y="61410"/>
                  <a:pt x="-577" y="57634"/>
                  <a:pt x="1749" y="55308"/>
                </a:cubicBezTo>
                <a:cubicBezTo>
                  <a:pt x="4074" y="52983"/>
                  <a:pt x="7851" y="52983"/>
                  <a:pt x="10176" y="55308"/>
                </a:cubicBezTo>
                <a:lnTo>
                  <a:pt x="29059" y="74191"/>
                </a:lnTo>
                <a:lnTo>
                  <a:pt x="72591" y="14343"/>
                </a:lnTo>
                <a:cubicBezTo>
                  <a:pt x="74526" y="11683"/>
                  <a:pt x="78246" y="11088"/>
                  <a:pt x="80907" y="13022"/>
                </a:cubicBezTo>
                <a:close/>
              </a:path>
            </a:pathLst>
          </a:custGeom>
          <a:solidFill>
            <a:srgbClr val="00C950"/>
          </a:solidFill>
          <a:ln/>
        </p:spPr>
      </p:sp>
      <p:sp>
        <p:nvSpPr>
          <p:cNvPr id="33" name="Text 31"/>
          <p:cNvSpPr/>
          <p:nvPr/>
        </p:nvSpPr>
        <p:spPr>
          <a:xfrm>
            <a:off x="484188" y="5635675"/>
            <a:ext cx="117475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Drag &amp; drop file upload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319484" y="5857925"/>
            <a:ext cx="83344" cy="95250"/>
          </a:xfrm>
          <a:custGeom>
            <a:avLst/>
            <a:gdLst/>
            <a:ahLst/>
            <a:cxnLst/>
            <a:rect l="l" t="t" r="r" b="b"/>
            <a:pathLst>
              <a:path w="83344" h="95250">
                <a:moveTo>
                  <a:pt x="80888" y="13041"/>
                </a:moveTo>
                <a:cubicBezTo>
                  <a:pt x="83548" y="14976"/>
                  <a:pt x="84144" y="18697"/>
                  <a:pt x="82209" y="21357"/>
                </a:cubicBezTo>
                <a:lnTo>
                  <a:pt x="34584" y="86841"/>
                </a:lnTo>
                <a:cubicBezTo>
                  <a:pt x="33561" y="88255"/>
                  <a:pt x="31979" y="89129"/>
                  <a:pt x="30231" y="89278"/>
                </a:cubicBezTo>
                <a:cubicBezTo>
                  <a:pt x="28482" y="89427"/>
                  <a:pt x="26789" y="88776"/>
                  <a:pt x="25561" y="87548"/>
                </a:cubicBezTo>
                <a:lnTo>
                  <a:pt x="1749" y="63736"/>
                </a:lnTo>
                <a:cubicBezTo>
                  <a:pt x="-577" y="61410"/>
                  <a:pt x="-577" y="57634"/>
                  <a:pt x="1749" y="55308"/>
                </a:cubicBezTo>
                <a:cubicBezTo>
                  <a:pt x="4074" y="52983"/>
                  <a:pt x="7851" y="52983"/>
                  <a:pt x="10176" y="55308"/>
                </a:cubicBezTo>
                <a:lnTo>
                  <a:pt x="29059" y="74191"/>
                </a:lnTo>
                <a:lnTo>
                  <a:pt x="72591" y="14343"/>
                </a:lnTo>
                <a:cubicBezTo>
                  <a:pt x="74526" y="11683"/>
                  <a:pt x="78246" y="11088"/>
                  <a:pt x="80907" y="13022"/>
                </a:cubicBezTo>
                <a:close/>
              </a:path>
            </a:pathLst>
          </a:custGeom>
          <a:solidFill>
            <a:srgbClr val="00C950"/>
          </a:solidFill>
          <a:ln/>
        </p:spPr>
      </p:sp>
      <p:sp>
        <p:nvSpPr>
          <p:cNvPr id="35" name="Text 33"/>
          <p:cNvSpPr/>
          <p:nvPr/>
        </p:nvSpPr>
        <p:spPr>
          <a:xfrm>
            <a:off x="484188" y="5826175"/>
            <a:ext cx="106362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Automatic validation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319484" y="6048425"/>
            <a:ext cx="83344" cy="95250"/>
          </a:xfrm>
          <a:custGeom>
            <a:avLst/>
            <a:gdLst/>
            <a:ahLst/>
            <a:cxnLst/>
            <a:rect l="l" t="t" r="r" b="b"/>
            <a:pathLst>
              <a:path w="83344" h="95250">
                <a:moveTo>
                  <a:pt x="80888" y="13041"/>
                </a:moveTo>
                <a:cubicBezTo>
                  <a:pt x="83548" y="14976"/>
                  <a:pt x="84144" y="18697"/>
                  <a:pt x="82209" y="21357"/>
                </a:cubicBezTo>
                <a:lnTo>
                  <a:pt x="34584" y="86841"/>
                </a:lnTo>
                <a:cubicBezTo>
                  <a:pt x="33561" y="88255"/>
                  <a:pt x="31979" y="89129"/>
                  <a:pt x="30231" y="89278"/>
                </a:cubicBezTo>
                <a:cubicBezTo>
                  <a:pt x="28482" y="89427"/>
                  <a:pt x="26789" y="88776"/>
                  <a:pt x="25561" y="87548"/>
                </a:cubicBezTo>
                <a:lnTo>
                  <a:pt x="1749" y="63736"/>
                </a:lnTo>
                <a:cubicBezTo>
                  <a:pt x="-577" y="61410"/>
                  <a:pt x="-577" y="57634"/>
                  <a:pt x="1749" y="55308"/>
                </a:cubicBezTo>
                <a:cubicBezTo>
                  <a:pt x="4074" y="52983"/>
                  <a:pt x="7851" y="52983"/>
                  <a:pt x="10176" y="55308"/>
                </a:cubicBezTo>
                <a:lnTo>
                  <a:pt x="29059" y="74191"/>
                </a:lnTo>
                <a:lnTo>
                  <a:pt x="72591" y="14343"/>
                </a:lnTo>
                <a:cubicBezTo>
                  <a:pt x="74526" y="11683"/>
                  <a:pt x="78246" y="11088"/>
                  <a:pt x="80907" y="13022"/>
                </a:cubicBezTo>
                <a:close/>
              </a:path>
            </a:pathLst>
          </a:custGeom>
          <a:solidFill>
            <a:srgbClr val="00C950"/>
          </a:solidFill>
          <a:ln/>
        </p:spPr>
      </p:sp>
      <p:sp>
        <p:nvSpPr>
          <p:cNvPr id="37" name="Text 35"/>
          <p:cNvSpPr/>
          <p:nvPr/>
        </p:nvSpPr>
        <p:spPr>
          <a:xfrm>
            <a:off x="484188" y="6016675"/>
            <a:ext cx="9445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Progress indicator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5997575" y="3822752"/>
            <a:ext cx="5689600" cy="2514600"/>
          </a:xfrm>
          <a:custGeom>
            <a:avLst/>
            <a:gdLst/>
            <a:ahLst/>
            <a:cxnLst/>
            <a:rect l="l" t="t" r="r" b="b"/>
            <a:pathLst>
              <a:path w="5689600" h="2514600">
                <a:moveTo>
                  <a:pt x="95253" y="0"/>
                </a:moveTo>
                <a:lnTo>
                  <a:pt x="5594347" y="0"/>
                </a:lnTo>
                <a:cubicBezTo>
                  <a:pt x="5646954" y="0"/>
                  <a:pt x="5689600" y="42646"/>
                  <a:pt x="5689600" y="95253"/>
                </a:cubicBezTo>
                <a:lnTo>
                  <a:pt x="5689600" y="2419347"/>
                </a:lnTo>
                <a:cubicBezTo>
                  <a:pt x="5689600" y="2471954"/>
                  <a:pt x="5646954" y="2514600"/>
                  <a:pt x="5594347" y="2514600"/>
                </a:cubicBezTo>
                <a:lnTo>
                  <a:pt x="95253" y="2514600"/>
                </a:lnTo>
                <a:cubicBezTo>
                  <a:pt x="42646" y="2514600"/>
                  <a:pt x="0" y="2471954"/>
                  <a:pt x="0" y="2419347"/>
                </a:cubicBezTo>
                <a:lnTo>
                  <a:pt x="0" y="95253"/>
                </a:lnTo>
                <a:cubicBezTo>
                  <a:pt x="0" y="42681"/>
                  <a:pt x="42681" y="0"/>
                  <a:pt x="95253" y="0"/>
                </a:cubicBezTo>
                <a:close/>
              </a:path>
            </a:pathLst>
          </a:custGeom>
          <a:solidFill>
            <a:srgbClr val="FFFFFF"/>
          </a:solidFill>
          <a:ln w="10160">
            <a:solidFill>
              <a:srgbClr val="F3F4F6"/>
            </a:solidFill>
            <a:prstDash val="solid"/>
          </a:ln>
          <a:effectLst>
            <a:outerShdw blurRad="23813" dist="7938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6159500" y="5381675"/>
            <a:ext cx="54292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Screenshot 4: Mobile View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6177359" y="5667425"/>
            <a:ext cx="83344" cy="95250"/>
          </a:xfrm>
          <a:custGeom>
            <a:avLst/>
            <a:gdLst/>
            <a:ahLst/>
            <a:cxnLst/>
            <a:rect l="l" t="t" r="r" b="b"/>
            <a:pathLst>
              <a:path w="83344" h="95250">
                <a:moveTo>
                  <a:pt x="80888" y="13041"/>
                </a:moveTo>
                <a:cubicBezTo>
                  <a:pt x="83548" y="14976"/>
                  <a:pt x="84144" y="18697"/>
                  <a:pt x="82209" y="21357"/>
                </a:cubicBezTo>
                <a:lnTo>
                  <a:pt x="34584" y="86841"/>
                </a:lnTo>
                <a:cubicBezTo>
                  <a:pt x="33561" y="88255"/>
                  <a:pt x="31979" y="89129"/>
                  <a:pt x="30231" y="89278"/>
                </a:cubicBezTo>
                <a:cubicBezTo>
                  <a:pt x="28482" y="89427"/>
                  <a:pt x="26789" y="88776"/>
                  <a:pt x="25561" y="87548"/>
                </a:cubicBezTo>
                <a:lnTo>
                  <a:pt x="1749" y="63736"/>
                </a:lnTo>
                <a:cubicBezTo>
                  <a:pt x="-577" y="61410"/>
                  <a:pt x="-577" y="57634"/>
                  <a:pt x="1749" y="55308"/>
                </a:cubicBezTo>
                <a:cubicBezTo>
                  <a:pt x="4074" y="52983"/>
                  <a:pt x="7851" y="52983"/>
                  <a:pt x="10176" y="55308"/>
                </a:cubicBezTo>
                <a:lnTo>
                  <a:pt x="29059" y="74191"/>
                </a:lnTo>
                <a:lnTo>
                  <a:pt x="72591" y="14343"/>
                </a:lnTo>
                <a:cubicBezTo>
                  <a:pt x="74526" y="11683"/>
                  <a:pt x="78246" y="11088"/>
                  <a:pt x="80907" y="13022"/>
                </a:cubicBezTo>
                <a:close/>
              </a:path>
            </a:pathLst>
          </a:custGeom>
          <a:solidFill>
            <a:srgbClr val="AD46FF"/>
          </a:solidFill>
          <a:ln/>
        </p:spPr>
      </p:sp>
      <p:sp>
        <p:nvSpPr>
          <p:cNvPr id="44" name="Text 42"/>
          <p:cNvSpPr/>
          <p:nvPr/>
        </p:nvSpPr>
        <p:spPr>
          <a:xfrm>
            <a:off x="6342062" y="5635675"/>
            <a:ext cx="84931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Fully responsive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6177359" y="5857925"/>
            <a:ext cx="83344" cy="95250"/>
          </a:xfrm>
          <a:custGeom>
            <a:avLst/>
            <a:gdLst/>
            <a:ahLst/>
            <a:cxnLst/>
            <a:rect l="l" t="t" r="r" b="b"/>
            <a:pathLst>
              <a:path w="83344" h="95250">
                <a:moveTo>
                  <a:pt x="80888" y="13041"/>
                </a:moveTo>
                <a:cubicBezTo>
                  <a:pt x="83548" y="14976"/>
                  <a:pt x="84144" y="18697"/>
                  <a:pt x="82209" y="21357"/>
                </a:cubicBezTo>
                <a:lnTo>
                  <a:pt x="34584" y="86841"/>
                </a:lnTo>
                <a:cubicBezTo>
                  <a:pt x="33561" y="88255"/>
                  <a:pt x="31979" y="89129"/>
                  <a:pt x="30231" y="89278"/>
                </a:cubicBezTo>
                <a:cubicBezTo>
                  <a:pt x="28482" y="89427"/>
                  <a:pt x="26789" y="88776"/>
                  <a:pt x="25561" y="87548"/>
                </a:cubicBezTo>
                <a:lnTo>
                  <a:pt x="1749" y="63736"/>
                </a:lnTo>
                <a:cubicBezTo>
                  <a:pt x="-577" y="61410"/>
                  <a:pt x="-577" y="57634"/>
                  <a:pt x="1749" y="55308"/>
                </a:cubicBezTo>
                <a:cubicBezTo>
                  <a:pt x="4074" y="52983"/>
                  <a:pt x="7851" y="52983"/>
                  <a:pt x="10176" y="55308"/>
                </a:cubicBezTo>
                <a:lnTo>
                  <a:pt x="29059" y="74191"/>
                </a:lnTo>
                <a:lnTo>
                  <a:pt x="72591" y="14343"/>
                </a:lnTo>
                <a:cubicBezTo>
                  <a:pt x="74526" y="11683"/>
                  <a:pt x="78246" y="11088"/>
                  <a:pt x="80907" y="13022"/>
                </a:cubicBezTo>
                <a:close/>
              </a:path>
            </a:pathLst>
          </a:custGeom>
          <a:solidFill>
            <a:srgbClr val="AD46FF"/>
          </a:solidFill>
          <a:ln/>
        </p:spPr>
      </p:sp>
      <p:sp>
        <p:nvSpPr>
          <p:cNvPr id="46" name="Text 44"/>
          <p:cNvSpPr/>
          <p:nvPr/>
        </p:nvSpPr>
        <p:spPr>
          <a:xfrm>
            <a:off x="6342062" y="5826175"/>
            <a:ext cx="106362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Works on any device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6177359" y="6048425"/>
            <a:ext cx="83344" cy="95250"/>
          </a:xfrm>
          <a:custGeom>
            <a:avLst/>
            <a:gdLst/>
            <a:ahLst/>
            <a:cxnLst/>
            <a:rect l="l" t="t" r="r" b="b"/>
            <a:pathLst>
              <a:path w="83344" h="95250">
                <a:moveTo>
                  <a:pt x="80888" y="13041"/>
                </a:moveTo>
                <a:cubicBezTo>
                  <a:pt x="83548" y="14976"/>
                  <a:pt x="84144" y="18697"/>
                  <a:pt x="82209" y="21357"/>
                </a:cubicBezTo>
                <a:lnTo>
                  <a:pt x="34584" y="86841"/>
                </a:lnTo>
                <a:cubicBezTo>
                  <a:pt x="33561" y="88255"/>
                  <a:pt x="31979" y="89129"/>
                  <a:pt x="30231" y="89278"/>
                </a:cubicBezTo>
                <a:cubicBezTo>
                  <a:pt x="28482" y="89427"/>
                  <a:pt x="26789" y="88776"/>
                  <a:pt x="25561" y="87548"/>
                </a:cubicBezTo>
                <a:lnTo>
                  <a:pt x="1749" y="63736"/>
                </a:lnTo>
                <a:cubicBezTo>
                  <a:pt x="-577" y="61410"/>
                  <a:pt x="-577" y="57634"/>
                  <a:pt x="1749" y="55308"/>
                </a:cubicBezTo>
                <a:cubicBezTo>
                  <a:pt x="4074" y="52983"/>
                  <a:pt x="7851" y="52983"/>
                  <a:pt x="10176" y="55308"/>
                </a:cubicBezTo>
                <a:lnTo>
                  <a:pt x="29059" y="74191"/>
                </a:lnTo>
                <a:lnTo>
                  <a:pt x="72591" y="14343"/>
                </a:lnTo>
                <a:cubicBezTo>
                  <a:pt x="74526" y="11683"/>
                  <a:pt x="78246" y="11088"/>
                  <a:pt x="80907" y="13022"/>
                </a:cubicBezTo>
                <a:close/>
              </a:path>
            </a:pathLst>
          </a:custGeom>
          <a:solidFill>
            <a:srgbClr val="AD46FF"/>
          </a:solidFill>
          <a:ln/>
        </p:spPr>
      </p:sp>
      <p:sp>
        <p:nvSpPr>
          <p:cNvPr id="48" name="Text 46"/>
          <p:cNvSpPr/>
          <p:nvPr/>
        </p:nvSpPr>
        <p:spPr>
          <a:xfrm>
            <a:off x="6342062" y="6016675"/>
            <a:ext cx="142875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Same features, optimized UI</a:t>
            </a:r>
            <a:endParaRPr lang="en-US" sz="1600" dirty="0"/>
          </a:p>
        </p:txBody>
      </p:sp>
      <p:pic>
        <p:nvPicPr>
          <p:cNvPr id="61" name="Picture 60">
            <a:extLst>
              <a:ext uri="{FF2B5EF4-FFF2-40B4-BE49-F238E27FC236}">
                <a16:creationId xmlns:a16="http://schemas.microsoft.com/office/drawing/2014/main" id="{5461C18A-BA5A-C5FA-12D9-8BA7D875DF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608" y="1229566"/>
            <a:ext cx="2974610" cy="1500186"/>
          </a:xfrm>
          <a:prstGeom prst="rect">
            <a:avLst/>
          </a:prstGeom>
        </p:spPr>
      </p:pic>
      <p:pic>
        <p:nvPicPr>
          <p:cNvPr id="63" name="Picture 62">
            <a:extLst>
              <a:ext uri="{FF2B5EF4-FFF2-40B4-BE49-F238E27FC236}">
                <a16:creationId xmlns:a16="http://schemas.microsoft.com/office/drawing/2014/main" id="{CC45D882-0254-2CA7-1F95-29C7869FE32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26586" y="1266571"/>
            <a:ext cx="2604289" cy="1463181"/>
          </a:xfrm>
          <a:prstGeom prst="rect">
            <a:avLst/>
          </a:prstGeom>
        </p:spPr>
      </p:pic>
      <p:pic>
        <p:nvPicPr>
          <p:cNvPr id="65" name="Picture 64">
            <a:extLst>
              <a:ext uri="{FF2B5EF4-FFF2-40B4-BE49-F238E27FC236}">
                <a16:creationId xmlns:a16="http://schemas.microsoft.com/office/drawing/2014/main" id="{D6F00C5C-F30B-3436-B628-1F0D47ED6A5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91375" y="1192182"/>
            <a:ext cx="3283585" cy="1540773"/>
          </a:xfrm>
          <a:prstGeom prst="rect">
            <a:avLst/>
          </a:prstGeom>
        </p:spPr>
      </p:pic>
      <p:pic>
        <p:nvPicPr>
          <p:cNvPr id="67" name="Picture 66">
            <a:extLst>
              <a:ext uri="{FF2B5EF4-FFF2-40B4-BE49-F238E27FC236}">
                <a16:creationId xmlns:a16="http://schemas.microsoft.com/office/drawing/2014/main" id="{658BED74-5E46-13F4-4AFC-9419B5C55963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r="8811"/>
          <a:stretch>
            <a:fillRect/>
          </a:stretch>
        </p:blipFill>
        <p:spPr>
          <a:xfrm>
            <a:off x="185440" y="3864077"/>
            <a:ext cx="2005012" cy="1461524"/>
          </a:xfrm>
          <a:prstGeom prst="rect">
            <a:avLst/>
          </a:prstGeom>
        </p:spPr>
      </p:pic>
      <p:pic>
        <p:nvPicPr>
          <p:cNvPr id="69" name="Picture 68">
            <a:extLst>
              <a:ext uri="{FF2B5EF4-FFF2-40B4-BE49-F238E27FC236}">
                <a16:creationId xmlns:a16="http://schemas.microsoft.com/office/drawing/2014/main" id="{661333BF-70DE-8FE2-2287-3922A91BA0F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228056" y="3864077"/>
            <a:ext cx="1765182" cy="1474056"/>
          </a:xfrm>
          <a:prstGeom prst="rect">
            <a:avLst/>
          </a:prstGeom>
        </p:spPr>
      </p:pic>
      <p:pic>
        <p:nvPicPr>
          <p:cNvPr id="71" name="Picture 70">
            <a:extLst>
              <a:ext uri="{FF2B5EF4-FFF2-40B4-BE49-F238E27FC236}">
                <a16:creationId xmlns:a16="http://schemas.microsoft.com/office/drawing/2014/main" id="{599CE2D9-4F1E-7F19-8E0D-077C69F44E6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992350" y="3864077"/>
            <a:ext cx="1763112" cy="1474056"/>
          </a:xfrm>
          <a:prstGeom prst="rect">
            <a:avLst/>
          </a:prstGeom>
        </p:spPr>
      </p:pic>
      <p:pic>
        <p:nvPicPr>
          <p:cNvPr id="73" name="Picture 72">
            <a:extLst>
              <a:ext uri="{FF2B5EF4-FFF2-40B4-BE49-F238E27FC236}">
                <a16:creationId xmlns:a16="http://schemas.microsoft.com/office/drawing/2014/main" id="{8836C336-CCD1-DDC6-7536-87317EDC5589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142239" y="3973131"/>
            <a:ext cx="1083096" cy="2213842"/>
          </a:xfrm>
          <a:prstGeom prst="rect">
            <a:avLst/>
          </a:prstGeom>
        </p:spPr>
      </p:pic>
      <p:pic>
        <p:nvPicPr>
          <p:cNvPr id="75" name="Picture 74">
            <a:extLst>
              <a:ext uri="{FF2B5EF4-FFF2-40B4-BE49-F238E27FC236}">
                <a16:creationId xmlns:a16="http://schemas.microsoft.com/office/drawing/2014/main" id="{A0BF4BEB-9546-FF62-664F-EB90710D6C3E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519453" y="3928103"/>
            <a:ext cx="1137028" cy="2332466"/>
          </a:xfrm>
          <a:prstGeom prst="rect">
            <a:avLst/>
          </a:prstGeom>
        </p:spPr>
      </p:pic>
      <p:sp>
        <p:nvSpPr>
          <p:cNvPr id="77" name="TextBox 76">
            <a:extLst>
              <a:ext uri="{FF2B5EF4-FFF2-40B4-BE49-F238E27FC236}">
                <a16:creationId xmlns:a16="http://schemas.microsoft.com/office/drawing/2014/main" id="{F189B7A3-F037-1AD1-74E5-E7833CBB234F}"/>
              </a:ext>
            </a:extLst>
          </p:cNvPr>
          <p:cNvSpPr txBox="1"/>
          <p:nvPr/>
        </p:nvSpPr>
        <p:spPr>
          <a:xfrm>
            <a:off x="2665095" y="6545534"/>
            <a:ext cx="6131560" cy="3488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980"/>
              </a:lnSpc>
            </a:pPr>
            <a:r>
              <a:rPr lang="en-US" sz="1800" b="1" dirty="0">
                <a:latin typeface="Calibri (MS)"/>
                <a:ea typeface="Calibri (MS)"/>
                <a:cs typeface="Calibri (MS)"/>
                <a:sym typeface="Calibri (MS)"/>
              </a:rPr>
              <a:t>Department of Computer Science &amp; Engineering ,CSPIT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9435201-6007-EA71-8CEE-426ABCF1D75B}"/>
              </a:ext>
            </a:extLst>
          </p:cNvPr>
          <p:cNvSpPr/>
          <p:nvPr/>
        </p:nvSpPr>
        <p:spPr>
          <a:xfrm>
            <a:off x="30479" y="66891"/>
            <a:ext cx="12085321" cy="6714790"/>
          </a:xfrm>
          <a:prstGeom prst="rect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4"/>
          <p:cNvSpPr/>
          <p:nvPr/>
        </p:nvSpPr>
        <p:spPr>
          <a:xfrm>
            <a:off x="136525" y="187323"/>
            <a:ext cx="11747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000" b="1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Challenges We Faced &amp; What We Learned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36525" y="663573"/>
            <a:ext cx="762000" cy="31750"/>
          </a:xfrm>
          <a:custGeom>
            <a:avLst/>
            <a:gdLst/>
            <a:ahLst/>
            <a:cxnLst/>
            <a:rect l="l" t="t" r="r" b="b"/>
            <a:pathLst>
              <a:path w="762000" h="31750">
                <a:moveTo>
                  <a:pt x="15875" y="0"/>
                </a:moveTo>
                <a:lnTo>
                  <a:pt x="746125" y="0"/>
                </a:lnTo>
                <a:cubicBezTo>
                  <a:pt x="754887" y="0"/>
                  <a:pt x="762000" y="7113"/>
                  <a:pt x="762000" y="15875"/>
                </a:cubicBezTo>
                <a:lnTo>
                  <a:pt x="762000" y="15875"/>
                </a:lnTo>
                <a:cubicBezTo>
                  <a:pt x="762000" y="24637"/>
                  <a:pt x="754887" y="31750"/>
                  <a:pt x="746125" y="31750"/>
                </a:cubicBezTo>
                <a:lnTo>
                  <a:pt x="15875" y="31750"/>
                </a:lnTo>
                <a:cubicBezTo>
                  <a:pt x="7113" y="31750"/>
                  <a:pt x="0" y="24637"/>
                  <a:pt x="0" y="15875"/>
                </a:cubicBezTo>
                <a:lnTo>
                  <a:pt x="0" y="15875"/>
                </a:lnTo>
                <a:cubicBezTo>
                  <a:pt x="0" y="7113"/>
                  <a:pt x="7113" y="0"/>
                  <a:pt x="15875" y="0"/>
                </a:cubicBezTo>
                <a:close/>
              </a:path>
            </a:pathLst>
          </a:custGeom>
          <a:gradFill flip="none" rotWithShape="1">
            <a:gsLst>
              <a:gs pos="0">
                <a:srgbClr val="6366F1"/>
              </a:gs>
              <a:gs pos="100000">
                <a:srgbClr val="818CF8"/>
              </a:gs>
            </a:gsLst>
            <a:lin ang="0" scaled="1"/>
          </a:gradFill>
          <a:ln/>
        </p:spPr>
      </p:sp>
      <p:sp>
        <p:nvSpPr>
          <p:cNvPr id="8" name="Shape 6"/>
          <p:cNvSpPr/>
          <p:nvPr/>
        </p:nvSpPr>
        <p:spPr>
          <a:xfrm>
            <a:off x="139700" y="888998"/>
            <a:ext cx="5689600" cy="1816100"/>
          </a:xfrm>
          <a:custGeom>
            <a:avLst/>
            <a:gdLst/>
            <a:ahLst/>
            <a:cxnLst/>
            <a:rect l="l" t="t" r="r" b="b"/>
            <a:pathLst>
              <a:path w="5689600" h="1816100">
                <a:moveTo>
                  <a:pt x="95254" y="0"/>
                </a:moveTo>
                <a:lnTo>
                  <a:pt x="5594346" y="0"/>
                </a:lnTo>
                <a:cubicBezTo>
                  <a:pt x="5646953" y="0"/>
                  <a:pt x="5689600" y="42647"/>
                  <a:pt x="5689600" y="95254"/>
                </a:cubicBezTo>
                <a:lnTo>
                  <a:pt x="5689600" y="1720846"/>
                </a:lnTo>
                <a:cubicBezTo>
                  <a:pt x="5689600" y="1773453"/>
                  <a:pt x="5646953" y="1816100"/>
                  <a:pt x="5594346" y="1816100"/>
                </a:cubicBezTo>
                <a:lnTo>
                  <a:pt x="95254" y="1816100"/>
                </a:lnTo>
                <a:cubicBezTo>
                  <a:pt x="42647" y="1816100"/>
                  <a:pt x="0" y="1773453"/>
                  <a:pt x="0" y="1720846"/>
                </a:cubicBezTo>
                <a:lnTo>
                  <a:pt x="0" y="95254"/>
                </a:lnTo>
                <a:cubicBezTo>
                  <a:pt x="0" y="42647"/>
                  <a:pt x="42647" y="0"/>
                  <a:pt x="95254" y="0"/>
                </a:cubicBezTo>
                <a:close/>
              </a:path>
            </a:pathLst>
          </a:custGeom>
          <a:solidFill>
            <a:srgbClr val="FFFFFF"/>
          </a:solidFill>
          <a:ln w="10160">
            <a:solidFill>
              <a:srgbClr val="F3F4F6"/>
            </a:solidFill>
            <a:prstDash val="solid"/>
          </a:ln>
          <a:effectLst>
            <a:outerShdw blurRad="23813" dist="7938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01625" y="1050921"/>
            <a:ext cx="317500" cy="317500"/>
          </a:xfrm>
          <a:custGeom>
            <a:avLst/>
            <a:gdLst/>
            <a:ahLst/>
            <a:cxnLst/>
            <a:rect l="l" t="t" r="r" b="b"/>
            <a:pathLst>
              <a:path w="317500" h="317500">
                <a:moveTo>
                  <a:pt x="63500" y="0"/>
                </a:moveTo>
                <a:lnTo>
                  <a:pt x="254000" y="0"/>
                </a:lnTo>
                <a:cubicBezTo>
                  <a:pt x="289047" y="0"/>
                  <a:pt x="317500" y="28453"/>
                  <a:pt x="317500" y="63500"/>
                </a:cubicBezTo>
                <a:lnTo>
                  <a:pt x="317500" y="254000"/>
                </a:lnTo>
                <a:cubicBezTo>
                  <a:pt x="317500" y="289047"/>
                  <a:pt x="289047" y="317500"/>
                  <a:pt x="254000" y="317500"/>
                </a:cubicBezTo>
                <a:lnTo>
                  <a:pt x="63500" y="317500"/>
                </a:lnTo>
                <a:cubicBezTo>
                  <a:pt x="28453" y="317500"/>
                  <a:pt x="0" y="289047"/>
                  <a:pt x="0" y="254000"/>
                </a:cubicBezTo>
                <a:lnTo>
                  <a:pt x="0" y="63500"/>
                </a:lnTo>
                <a:cubicBezTo>
                  <a:pt x="0" y="28453"/>
                  <a:pt x="28453" y="0"/>
                  <a:pt x="63500" y="0"/>
                </a:cubicBezTo>
                <a:close/>
              </a:path>
            </a:pathLst>
          </a:custGeom>
          <a:solidFill>
            <a:srgbClr val="FB2C36">
              <a:alpha val="10196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390922" y="1138234"/>
            <a:ext cx="142875" cy="142875"/>
          </a:xfrm>
          <a:custGeom>
            <a:avLst/>
            <a:gdLst/>
            <a:ahLst/>
            <a:cxnLst/>
            <a:rect l="l" t="t" r="r" b="b"/>
            <a:pathLst>
              <a:path w="142875" h="142875">
                <a:moveTo>
                  <a:pt x="54443" y="2651"/>
                </a:moveTo>
                <a:cubicBezTo>
                  <a:pt x="55280" y="-1479"/>
                  <a:pt x="58936" y="-4465"/>
                  <a:pt x="63178" y="-4465"/>
                </a:cubicBezTo>
                <a:lnTo>
                  <a:pt x="79865" y="-4465"/>
                </a:lnTo>
                <a:cubicBezTo>
                  <a:pt x="84106" y="-4465"/>
                  <a:pt x="87762" y="-1479"/>
                  <a:pt x="88599" y="2651"/>
                </a:cubicBezTo>
                <a:lnTo>
                  <a:pt x="92646" y="22185"/>
                </a:lnTo>
                <a:cubicBezTo>
                  <a:pt x="96580" y="23859"/>
                  <a:pt x="100264" y="26008"/>
                  <a:pt x="103612" y="28547"/>
                </a:cubicBezTo>
                <a:lnTo>
                  <a:pt x="122532" y="22268"/>
                </a:lnTo>
                <a:cubicBezTo>
                  <a:pt x="126550" y="20929"/>
                  <a:pt x="130959" y="22603"/>
                  <a:pt x="133080" y="26287"/>
                </a:cubicBezTo>
                <a:lnTo>
                  <a:pt x="141424" y="40742"/>
                </a:lnTo>
                <a:cubicBezTo>
                  <a:pt x="143545" y="44425"/>
                  <a:pt x="142791" y="49057"/>
                  <a:pt x="139610" y="51876"/>
                </a:cubicBezTo>
                <a:lnTo>
                  <a:pt x="124737" y="65103"/>
                </a:lnTo>
                <a:cubicBezTo>
                  <a:pt x="124988" y="67168"/>
                  <a:pt x="125099" y="69289"/>
                  <a:pt x="125099" y="71438"/>
                </a:cubicBezTo>
                <a:cubicBezTo>
                  <a:pt x="125099" y="73586"/>
                  <a:pt x="124960" y="75707"/>
                  <a:pt x="124737" y="77772"/>
                </a:cubicBezTo>
                <a:lnTo>
                  <a:pt x="139638" y="91027"/>
                </a:lnTo>
                <a:cubicBezTo>
                  <a:pt x="142819" y="93845"/>
                  <a:pt x="143545" y="98506"/>
                  <a:pt x="141452" y="102161"/>
                </a:cubicBezTo>
                <a:lnTo>
                  <a:pt x="133108" y="116616"/>
                </a:lnTo>
                <a:cubicBezTo>
                  <a:pt x="130987" y="120272"/>
                  <a:pt x="126578" y="121974"/>
                  <a:pt x="122560" y="120634"/>
                </a:cubicBezTo>
                <a:lnTo>
                  <a:pt x="103640" y="114356"/>
                </a:lnTo>
                <a:cubicBezTo>
                  <a:pt x="100264" y="116895"/>
                  <a:pt x="96580" y="119016"/>
                  <a:pt x="92673" y="120718"/>
                </a:cubicBezTo>
                <a:lnTo>
                  <a:pt x="88655" y="140224"/>
                </a:lnTo>
                <a:cubicBezTo>
                  <a:pt x="87790" y="144382"/>
                  <a:pt x="84134" y="147340"/>
                  <a:pt x="79921" y="147340"/>
                </a:cubicBezTo>
                <a:lnTo>
                  <a:pt x="63233" y="147340"/>
                </a:lnTo>
                <a:cubicBezTo>
                  <a:pt x="58992" y="147340"/>
                  <a:pt x="55336" y="144354"/>
                  <a:pt x="54499" y="140224"/>
                </a:cubicBezTo>
                <a:lnTo>
                  <a:pt x="50481" y="120718"/>
                </a:lnTo>
                <a:cubicBezTo>
                  <a:pt x="46546" y="119044"/>
                  <a:pt x="42890" y="116895"/>
                  <a:pt x="39514" y="114356"/>
                </a:cubicBezTo>
                <a:lnTo>
                  <a:pt x="20510" y="120634"/>
                </a:lnTo>
                <a:cubicBezTo>
                  <a:pt x="16492" y="121974"/>
                  <a:pt x="12083" y="120300"/>
                  <a:pt x="9962" y="116616"/>
                </a:cubicBezTo>
                <a:lnTo>
                  <a:pt x="1619" y="102161"/>
                </a:lnTo>
                <a:cubicBezTo>
                  <a:pt x="-502" y="98478"/>
                  <a:pt x="251" y="93845"/>
                  <a:pt x="3432" y="91027"/>
                </a:cubicBezTo>
                <a:lnTo>
                  <a:pt x="18334" y="77772"/>
                </a:lnTo>
                <a:cubicBezTo>
                  <a:pt x="18083" y="75707"/>
                  <a:pt x="17971" y="73586"/>
                  <a:pt x="17971" y="71438"/>
                </a:cubicBezTo>
                <a:cubicBezTo>
                  <a:pt x="17971" y="69289"/>
                  <a:pt x="18111" y="67168"/>
                  <a:pt x="18334" y="65103"/>
                </a:cubicBezTo>
                <a:lnTo>
                  <a:pt x="3432" y="51848"/>
                </a:lnTo>
                <a:cubicBezTo>
                  <a:pt x="251" y="49030"/>
                  <a:pt x="-474" y="44369"/>
                  <a:pt x="1619" y="40714"/>
                </a:cubicBezTo>
                <a:lnTo>
                  <a:pt x="9962" y="26259"/>
                </a:lnTo>
                <a:cubicBezTo>
                  <a:pt x="12083" y="22575"/>
                  <a:pt x="16492" y="20901"/>
                  <a:pt x="20510" y="22241"/>
                </a:cubicBezTo>
                <a:lnTo>
                  <a:pt x="39430" y="28519"/>
                </a:lnTo>
                <a:cubicBezTo>
                  <a:pt x="42807" y="25980"/>
                  <a:pt x="46490" y="23859"/>
                  <a:pt x="50397" y="22157"/>
                </a:cubicBezTo>
                <a:lnTo>
                  <a:pt x="54443" y="2651"/>
                </a:lnTo>
                <a:close/>
                <a:moveTo>
                  <a:pt x="71521" y="93762"/>
                </a:moveTo>
                <a:cubicBezTo>
                  <a:pt x="79497" y="93732"/>
                  <a:pt x="86851" y="89449"/>
                  <a:pt x="90813" y="82527"/>
                </a:cubicBezTo>
                <a:cubicBezTo>
                  <a:pt x="94775" y="75605"/>
                  <a:pt x="94743" y="67095"/>
                  <a:pt x="90729" y="60203"/>
                </a:cubicBezTo>
                <a:cubicBezTo>
                  <a:pt x="86715" y="53311"/>
                  <a:pt x="79329" y="49083"/>
                  <a:pt x="71354" y="49113"/>
                </a:cubicBezTo>
                <a:cubicBezTo>
                  <a:pt x="63378" y="49143"/>
                  <a:pt x="56024" y="53426"/>
                  <a:pt x="52062" y="60348"/>
                </a:cubicBezTo>
                <a:cubicBezTo>
                  <a:pt x="48100" y="67270"/>
                  <a:pt x="48132" y="75780"/>
                  <a:pt x="52146" y="82672"/>
                </a:cubicBezTo>
                <a:cubicBezTo>
                  <a:pt x="56160" y="89564"/>
                  <a:pt x="63546" y="93792"/>
                  <a:pt x="71521" y="93762"/>
                </a:cubicBezTo>
                <a:close/>
              </a:path>
            </a:pathLst>
          </a:custGeom>
          <a:solidFill>
            <a:srgbClr val="FB2C36"/>
          </a:solidFill>
          <a:ln/>
        </p:spPr>
      </p:sp>
      <p:sp>
        <p:nvSpPr>
          <p:cNvPr id="11" name="Text 9"/>
          <p:cNvSpPr/>
          <p:nvPr/>
        </p:nvSpPr>
        <p:spPr>
          <a:xfrm>
            <a:off x="714375" y="1114421"/>
            <a:ext cx="13017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1. CORS Configuration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01625" y="1463671"/>
            <a:ext cx="5413375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6A728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Challenge: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01625" y="1622328"/>
            <a:ext cx="542131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Cross-origin requests blocked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01625" y="1844578"/>
            <a:ext cx="5413375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6A728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Solution: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01625" y="2003228"/>
            <a:ext cx="542131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Properly configured allowed origins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01625" y="2225478"/>
            <a:ext cx="5413375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Learning: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301625" y="2384127"/>
            <a:ext cx="542131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Understood web security fundamentals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997575" y="888998"/>
            <a:ext cx="5689600" cy="1816100"/>
          </a:xfrm>
          <a:custGeom>
            <a:avLst/>
            <a:gdLst/>
            <a:ahLst/>
            <a:cxnLst/>
            <a:rect l="l" t="t" r="r" b="b"/>
            <a:pathLst>
              <a:path w="5689600" h="1816100">
                <a:moveTo>
                  <a:pt x="95254" y="0"/>
                </a:moveTo>
                <a:lnTo>
                  <a:pt x="5594346" y="0"/>
                </a:lnTo>
                <a:cubicBezTo>
                  <a:pt x="5646953" y="0"/>
                  <a:pt x="5689600" y="42647"/>
                  <a:pt x="5689600" y="95254"/>
                </a:cubicBezTo>
                <a:lnTo>
                  <a:pt x="5689600" y="1720846"/>
                </a:lnTo>
                <a:cubicBezTo>
                  <a:pt x="5689600" y="1773453"/>
                  <a:pt x="5646953" y="1816100"/>
                  <a:pt x="5594346" y="1816100"/>
                </a:cubicBezTo>
                <a:lnTo>
                  <a:pt x="95254" y="1816100"/>
                </a:lnTo>
                <a:cubicBezTo>
                  <a:pt x="42647" y="1816100"/>
                  <a:pt x="0" y="1773453"/>
                  <a:pt x="0" y="1720846"/>
                </a:cubicBezTo>
                <a:lnTo>
                  <a:pt x="0" y="95254"/>
                </a:lnTo>
                <a:cubicBezTo>
                  <a:pt x="0" y="42647"/>
                  <a:pt x="42647" y="0"/>
                  <a:pt x="95254" y="0"/>
                </a:cubicBezTo>
                <a:close/>
              </a:path>
            </a:pathLst>
          </a:custGeom>
          <a:solidFill>
            <a:srgbClr val="FFFFFF"/>
          </a:solidFill>
          <a:ln w="10160">
            <a:solidFill>
              <a:srgbClr val="F3F4F6"/>
            </a:solidFill>
            <a:prstDash val="solid"/>
          </a:ln>
          <a:effectLst>
            <a:outerShdw blurRad="23813" dist="7938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159500" y="1050921"/>
            <a:ext cx="317500" cy="317500"/>
          </a:xfrm>
          <a:custGeom>
            <a:avLst/>
            <a:gdLst/>
            <a:ahLst/>
            <a:cxnLst/>
            <a:rect l="l" t="t" r="r" b="b"/>
            <a:pathLst>
              <a:path w="317500" h="317500">
                <a:moveTo>
                  <a:pt x="63500" y="0"/>
                </a:moveTo>
                <a:lnTo>
                  <a:pt x="254000" y="0"/>
                </a:lnTo>
                <a:cubicBezTo>
                  <a:pt x="289047" y="0"/>
                  <a:pt x="317500" y="28453"/>
                  <a:pt x="317500" y="63500"/>
                </a:cubicBezTo>
                <a:lnTo>
                  <a:pt x="317500" y="254000"/>
                </a:lnTo>
                <a:cubicBezTo>
                  <a:pt x="317500" y="289047"/>
                  <a:pt x="289047" y="317500"/>
                  <a:pt x="254000" y="317500"/>
                </a:cubicBezTo>
                <a:lnTo>
                  <a:pt x="63500" y="317500"/>
                </a:lnTo>
                <a:cubicBezTo>
                  <a:pt x="28453" y="317500"/>
                  <a:pt x="0" y="289047"/>
                  <a:pt x="0" y="254000"/>
                </a:cubicBezTo>
                <a:lnTo>
                  <a:pt x="0" y="63500"/>
                </a:lnTo>
                <a:cubicBezTo>
                  <a:pt x="0" y="28453"/>
                  <a:pt x="28453" y="0"/>
                  <a:pt x="63500" y="0"/>
                </a:cubicBezTo>
                <a:close/>
              </a:path>
            </a:pathLst>
          </a:custGeom>
          <a:solidFill>
            <a:srgbClr val="FF6900">
              <a:alpha val="10196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6248797" y="1138234"/>
            <a:ext cx="142875" cy="142875"/>
          </a:xfrm>
          <a:custGeom>
            <a:avLst/>
            <a:gdLst/>
            <a:ahLst/>
            <a:cxnLst/>
            <a:rect l="l" t="t" r="r" b="b"/>
            <a:pathLst>
              <a:path w="142875" h="142875">
                <a:moveTo>
                  <a:pt x="139526" y="73056"/>
                </a:moveTo>
                <a:cubicBezTo>
                  <a:pt x="139526" y="112542"/>
                  <a:pt x="112486" y="140643"/>
                  <a:pt x="72554" y="140643"/>
                </a:cubicBezTo>
                <a:cubicBezTo>
                  <a:pt x="34268" y="140643"/>
                  <a:pt x="3349" y="109724"/>
                  <a:pt x="3349" y="71438"/>
                </a:cubicBezTo>
                <a:cubicBezTo>
                  <a:pt x="3349" y="33151"/>
                  <a:pt x="34268" y="2232"/>
                  <a:pt x="72554" y="2232"/>
                </a:cubicBezTo>
                <a:cubicBezTo>
                  <a:pt x="91194" y="2232"/>
                  <a:pt x="106877" y="9069"/>
                  <a:pt x="118960" y="20343"/>
                </a:cubicBezTo>
                <a:lnTo>
                  <a:pt x="100124" y="38453"/>
                </a:lnTo>
                <a:cubicBezTo>
                  <a:pt x="75484" y="14678"/>
                  <a:pt x="29663" y="32538"/>
                  <a:pt x="29663" y="71438"/>
                </a:cubicBezTo>
                <a:cubicBezTo>
                  <a:pt x="29663" y="95576"/>
                  <a:pt x="48946" y="115137"/>
                  <a:pt x="72554" y="115137"/>
                </a:cubicBezTo>
                <a:cubicBezTo>
                  <a:pt x="99957" y="115137"/>
                  <a:pt x="110226" y="95492"/>
                  <a:pt x="111844" y="85306"/>
                </a:cubicBezTo>
                <a:lnTo>
                  <a:pt x="72554" y="85306"/>
                </a:lnTo>
                <a:lnTo>
                  <a:pt x="72554" y="61503"/>
                </a:lnTo>
                <a:lnTo>
                  <a:pt x="138438" y="61503"/>
                </a:lnTo>
                <a:cubicBezTo>
                  <a:pt x="139080" y="65047"/>
                  <a:pt x="139526" y="68452"/>
                  <a:pt x="139526" y="73056"/>
                </a:cubicBezTo>
                <a:close/>
              </a:path>
            </a:pathLst>
          </a:custGeom>
          <a:solidFill>
            <a:srgbClr val="FF6900"/>
          </a:solidFill>
          <a:ln/>
        </p:spPr>
      </p:sp>
      <p:sp>
        <p:nvSpPr>
          <p:cNvPr id="21" name="Text 19"/>
          <p:cNvSpPr/>
          <p:nvPr/>
        </p:nvSpPr>
        <p:spPr>
          <a:xfrm>
            <a:off x="6572250" y="1114421"/>
            <a:ext cx="161131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2. Google OAuth Integration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159500" y="1463671"/>
            <a:ext cx="5413375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6A728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Challenge: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159500" y="1622328"/>
            <a:ext cx="542131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Complex authentication flow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159500" y="1844578"/>
            <a:ext cx="5413375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6A728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Solution: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159500" y="2003228"/>
            <a:ext cx="542131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Studied documentation, tested approaches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159500" y="2225478"/>
            <a:ext cx="5413375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Learning: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159500" y="2384127"/>
            <a:ext cx="542131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Mastered OAuth 2.0 protocol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139700" y="2869900"/>
            <a:ext cx="5689600" cy="1816100"/>
          </a:xfrm>
          <a:custGeom>
            <a:avLst/>
            <a:gdLst/>
            <a:ahLst/>
            <a:cxnLst/>
            <a:rect l="l" t="t" r="r" b="b"/>
            <a:pathLst>
              <a:path w="5689600" h="1816100">
                <a:moveTo>
                  <a:pt x="95254" y="0"/>
                </a:moveTo>
                <a:lnTo>
                  <a:pt x="5594346" y="0"/>
                </a:lnTo>
                <a:cubicBezTo>
                  <a:pt x="5646953" y="0"/>
                  <a:pt x="5689600" y="42647"/>
                  <a:pt x="5689600" y="95254"/>
                </a:cubicBezTo>
                <a:lnTo>
                  <a:pt x="5689600" y="1720846"/>
                </a:lnTo>
                <a:cubicBezTo>
                  <a:pt x="5689600" y="1773453"/>
                  <a:pt x="5646953" y="1816100"/>
                  <a:pt x="5594346" y="1816100"/>
                </a:cubicBezTo>
                <a:lnTo>
                  <a:pt x="95254" y="1816100"/>
                </a:lnTo>
                <a:cubicBezTo>
                  <a:pt x="42647" y="1816100"/>
                  <a:pt x="0" y="1773453"/>
                  <a:pt x="0" y="1720846"/>
                </a:cubicBezTo>
                <a:lnTo>
                  <a:pt x="0" y="95254"/>
                </a:lnTo>
                <a:cubicBezTo>
                  <a:pt x="0" y="42647"/>
                  <a:pt x="42647" y="0"/>
                  <a:pt x="95254" y="0"/>
                </a:cubicBezTo>
                <a:close/>
              </a:path>
            </a:pathLst>
          </a:custGeom>
          <a:solidFill>
            <a:srgbClr val="FFFFFF"/>
          </a:solidFill>
          <a:ln w="10160">
            <a:solidFill>
              <a:srgbClr val="F3F4F6"/>
            </a:solidFill>
            <a:prstDash val="solid"/>
          </a:ln>
          <a:effectLst>
            <a:outerShdw blurRad="23813" dist="7938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01625" y="3031824"/>
            <a:ext cx="317500" cy="317500"/>
          </a:xfrm>
          <a:custGeom>
            <a:avLst/>
            <a:gdLst/>
            <a:ahLst/>
            <a:cxnLst/>
            <a:rect l="l" t="t" r="r" b="b"/>
            <a:pathLst>
              <a:path w="317500" h="317500">
                <a:moveTo>
                  <a:pt x="63500" y="0"/>
                </a:moveTo>
                <a:lnTo>
                  <a:pt x="254000" y="0"/>
                </a:lnTo>
                <a:cubicBezTo>
                  <a:pt x="289047" y="0"/>
                  <a:pt x="317500" y="28453"/>
                  <a:pt x="317500" y="63500"/>
                </a:cubicBezTo>
                <a:lnTo>
                  <a:pt x="317500" y="254000"/>
                </a:lnTo>
                <a:cubicBezTo>
                  <a:pt x="317500" y="289047"/>
                  <a:pt x="289047" y="317500"/>
                  <a:pt x="254000" y="317500"/>
                </a:cubicBezTo>
                <a:lnTo>
                  <a:pt x="63500" y="317500"/>
                </a:lnTo>
                <a:cubicBezTo>
                  <a:pt x="28453" y="317500"/>
                  <a:pt x="0" y="289047"/>
                  <a:pt x="0" y="254000"/>
                </a:cubicBezTo>
                <a:lnTo>
                  <a:pt x="0" y="63500"/>
                </a:lnTo>
                <a:cubicBezTo>
                  <a:pt x="0" y="28453"/>
                  <a:pt x="28453" y="0"/>
                  <a:pt x="63500" y="0"/>
                </a:cubicBezTo>
                <a:close/>
              </a:path>
            </a:pathLst>
          </a:custGeom>
          <a:solidFill>
            <a:srgbClr val="F0B100">
              <a:alpha val="10196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399852" y="3119136"/>
            <a:ext cx="125016" cy="142875"/>
          </a:xfrm>
          <a:custGeom>
            <a:avLst/>
            <a:gdLst/>
            <a:ahLst/>
            <a:cxnLst/>
            <a:rect l="l" t="t" r="r" b="b"/>
            <a:pathLst>
              <a:path w="125016" h="142875">
                <a:moveTo>
                  <a:pt x="17859" y="8930"/>
                </a:moveTo>
                <a:cubicBezTo>
                  <a:pt x="8009" y="8930"/>
                  <a:pt x="0" y="16939"/>
                  <a:pt x="0" y="26789"/>
                </a:cubicBezTo>
                <a:lnTo>
                  <a:pt x="0" y="44648"/>
                </a:lnTo>
                <a:cubicBezTo>
                  <a:pt x="0" y="54499"/>
                  <a:pt x="8009" y="62508"/>
                  <a:pt x="17859" y="62508"/>
                </a:cubicBezTo>
                <a:lnTo>
                  <a:pt x="107156" y="62508"/>
                </a:lnTo>
                <a:cubicBezTo>
                  <a:pt x="117007" y="62508"/>
                  <a:pt x="125016" y="54499"/>
                  <a:pt x="125016" y="44648"/>
                </a:cubicBezTo>
                <a:lnTo>
                  <a:pt x="125016" y="26789"/>
                </a:lnTo>
                <a:cubicBezTo>
                  <a:pt x="125016" y="16939"/>
                  <a:pt x="117007" y="8930"/>
                  <a:pt x="107156" y="8930"/>
                </a:cubicBezTo>
                <a:lnTo>
                  <a:pt x="17859" y="8930"/>
                </a:lnTo>
                <a:close/>
                <a:moveTo>
                  <a:pt x="78135" y="29021"/>
                </a:moveTo>
                <a:cubicBezTo>
                  <a:pt x="81831" y="29021"/>
                  <a:pt x="84832" y="32022"/>
                  <a:pt x="84832" y="35719"/>
                </a:cubicBezTo>
                <a:cubicBezTo>
                  <a:pt x="84832" y="39415"/>
                  <a:pt x="81831" y="42416"/>
                  <a:pt x="78135" y="42416"/>
                </a:cubicBezTo>
                <a:cubicBezTo>
                  <a:pt x="74438" y="42416"/>
                  <a:pt x="71438" y="39415"/>
                  <a:pt x="71438" y="35719"/>
                </a:cubicBezTo>
                <a:cubicBezTo>
                  <a:pt x="71438" y="32022"/>
                  <a:pt x="74438" y="29021"/>
                  <a:pt x="78135" y="29021"/>
                </a:cubicBezTo>
                <a:close/>
                <a:moveTo>
                  <a:pt x="93762" y="35719"/>
                </a:moveTo>
                <a:cubicBezTo>
                  <a:pt x="93762" y="32022"/>
                  <a:pt x="96763" y="29021"/>
                  <a:pt x="100459" y="29021"/>
                </a:cubicBezTo>
                <a:cubicBezTo>
                  <a:pt x="104155" y="29021"/>
                  <a:pt x="107156" y="32022"/>
                  <a:pt x="107156" y="35719"/>
                </a:cubicBezTo>
                <a:cubicBezTo>
                  <a:pt x="107156" y="39415"/>
                  <a:pt x="104155" y="42416"/>
                  <a:pt x="100459" y="42416"/>
                </a:cubicBezTo>
                <a:cubicBezTo>
                  <a:pt x="96763" y="42416"/>
                  <a:pt x="93762" y="39415"/>
                  <a:pt x="93762" y="35719"/>
                </a:cubicBezTo>
                <a:close/>
                <a:moveTo>
                  <a:pt x="17859" y="80367"/>
                </a:moveTo>
                <a:cubicBezTo>
                  <a:pt x="8009" y="80367"/>
                  <a:pt x="0" y="88376"/>
                  <a:pt x="0" y="98227"/>
                </a:cubicBezTo>
                <a:lnTo>
                  <a:pt x="0" y="116086"/>
                </a:lnTo>
                <a:cubicBezTo>
                  <a:pt x="0" y="125936"/>
                  <a:pt x="8009" y="133945"/>
                  <a:pt x="17859" y="133945"/>
                </a:cubicBezTo>
                <a:lnTo>
                  <a:pt x="107156" y="133945"/>
                </a:lnTo>
                <a:cubicBezTo>
                  <a:pt x="117007" y="133945"/>
                  <a:pt x="125016" y="125936"/>
                  <a:pt x="125016" y="116086"/>
                </a:cubicBezTo>
                <a:lnTo>
                  <a:pt x="125016" y="98227"/>
                </a:lnTo>
                <a:cubicBezTo>
                  <a:pt x="125016" y="88376"/>
                  <a:pt x="117007" y="80367"/>
                  <a:pt x="107156" y="80367"/>
                </a:cubicBezTo>
                <a:lnTo>
                  <a:pt x="17859" y="80367"/>
                </a:lnTo>
                <a:close/>
                <a:moveTo>
                  <a:pt x="78135" y="100459"/>
                </a:moveTo>
                <a:cubicBezTo>
                  <a:pt x="81831" y="100459"/>
                  <a:pt x="84832" y="103460"/>
                  <a:pt x="84832" y="107156"/>
                </a:cubicBezTo>
                <a:cubicBezTo>
                  <a:pt x="84832" y="110853"/>
                  <a:pt x="81831" y="113854"/>
                  <a:pt x="78135" y="113854"/>
                </a:cubicBezTo>
                <a:cubicBezTo>
                  <a:pt x="74438" y="113854"/>
                  <a:pt x="71438" y="110853"/>
                  <a:pt x="71438" y="107156"/>
                </a:cubicBezTo>
                <a:cubicBezTo>
                  <a:pt x="71438" y="103460"/>
                  <a:pt x="74438" y="100459"/>
                  <a:pt x="78135" y="100459"/>
                </a:cubicBezTo>
                <a:close/>
                <a:moveTo>
                  <a:pt x="93762" y="107156"/>
                </a:moveTo>
                <a:cubicBezTo>
                  <a:pt x="93762" y="103460"/>
                  <a:pt x="96763" y="100459"/>
                  <a:pt x="100459" y="100459"/>
                </a:cubicBezTo>
                <a:cubicBezTo>
                  <a:pt x="104155" y="100459"/>
                  <a:pt x="107156" y="103460"/>
                  <a:pt x="107156" y="107156"/>
                </a:cubicBezTo>
                <a:cubicBezTo>
                  <a:pt x="107156" y="110853"/>
                  <a:pt x="104155" y="113854"/>
                  <a:pt x="100459" y="113854"/>
                </a:cubicBezTo>
                <a:cubicBezTo>
                  <a:pt x="96763" y="113854"/>
                  <a:pt x="93762" y="110853"/>
                  <a:pt x="93762" y="107156"/>
                </a:cubicBezTo>
                <a:close/>
              </a:path>
            </a:pathLst>
          </a:custGeom>
          <a:solidFill>
            <a:srgbClr val="F0B100"/>
          </a:solidFill>
          <a:ln/>
        </p:spPr>
      </p:sp>
      <p:sp>
        <p:nvSpPr>
          <p:cNvPr id="31" name="Text 29"/>
          <p:cNvSpPr/>
          <p:nvPr/>
        </p:nvSpPr>
        <p:spPr>
          <a:xfrm>
            <a:off x="714375" y="3095324"/>
            <a:ext cx="126206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3. Deployment Issues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301625" y="3444574"/>
            <a:ext cx="5413375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6A728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Challenge: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301625" y="3603231"/>
            <a:ext cx="542131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Server cold starts, slow responses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301625" y="3825481"/>
            <a:ext cx="5413375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6A728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Solution: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301625" y="3984130"/>
            <a:ext cx="542131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Implemented keep-alive strategies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301625" y="4206380"/>
            <a:ext cx="5413375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Learning: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301625" y="4365029"/>
            <a:ext cx="542131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Cloud hosting best practices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5997575" y="2869900"/>
            <a:ext cx="5689600" cy="1816100"/>
          </a:xfrm>
          <a:custGeom>
            <a:avLst/>
            <a:gdLst/>
            <a:ahLst/>
            <a:cxnLst/>
            <a:rect l="l" t="t" r="r" b="b"/>
            <a:pathLst>
              <a:path w="5689600" h="1816100">
                <a:moveTo>
                  <a:pt x="95254" y="0"/>
                </a:moveTo>
                <a:lnTo>
                  <a:pt x="5594346" y="0"/>
                </a:lnTo>
                <a:cubicBezTo>
                  <a:pt x="5646953" y="0"/>
                  <a:pt x="5689600" y="42647"/>
                  <a:pt x="5689600" y="95254"/>
                </a:cubicBezTo>
                <a:lnTo>
                  <a:pt x="5689600" y="1720846"/>
                </a:lnTo>
                <a:cubicBezTo>
                  <a:pt x="5689600" y="1773453"/>
                  <a:pt x="5646953" y="1816100"/>
                  <a:pt x="5594346" y="1816100"/>
                </a:cubicBezTo>
                <a:lnTo>
                  <a:pt x="95254" y="1816100"/>
                </a:lnTo>
                <a:cubicBezTo>
                  <a:pt x="42647" y="1816100"/>
                  <a:pt x="0" y="1773453"/>
                  <a:pt x="0" y="1720846"/>
                </a:cubicBezTo>
                <a:lnTo>
                  <a:pt x="0" y="95254"/>
                </a:lnTo>
                <a:cubicBezTo>
                  <a:pt x="0" y="42647"/>
                  <a:pt x="42647" y="0"/>
                  <a:pt x="95254" y="0"/>
                </a:cubicBezTo>
                <a:close/>
              </a:path>
            </a:pathLst>
          </a:custGeom>
          <a:solidFill>
            <a:srgbClr val="FFFFFF"/>
          </a:solidFill>
          <a:ln w="10160">
            <a:solidFill>
              <a:srgbClr val="F3F4F6"/>
            </a:solidFill>
            <a:prstDash val="solid"/>
          </a:ln>
          <a:effectLst>
            <a:outerShdw blurRad="23813" dist="7938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6159500" y="3031824"/>
            <a:ext cx="317500" cy="317500"/>
          </a:xfrm>
          <a:custGeom>
            <a:avLst/>
            <a:gdLst/>
            <a:ahLst/>
            <a:cxnLst/>
            <a:rect l="l" t="t" r="r" b="b"/>
            <a:pathLst>
              <a:path w="317500" h="317500">
                <a:moveTo>
                  <a:pt x="63500" y="0"/>
                </a:moveTo>
                <a:lnTo>
                  <a:pt x="254000" y="0"/>
                </a:lnTo>
                <a:cubicBezTo>
                  <a:pt x="289047" y="0"/>
                  <a:pt x="317500" y="28453"/>
                  <a:pt x="317500" y="63500"/>
                </a:cubicBezTo>
                <a:lnTo>
                  <a:pt x="317500" y="254000"/>
                </a:lnTo>
                <a:cubicBezTo>
                  <a:pt x="317500" y="289047"/>
                  <a:pt x="289047" y="317500"/>
                  <a:pt x="254000" y="317500"/>
                </a:cubicBezTo>
                <a:lnTo>
                  <a:pt x="63500" y="317500"/>
                </a:lnTo>
                <a:cubicBezTo>
                  <a:pt x="28453" y="317500"/>
                  <a:pt x="0" y="289047"/>
                  <a:pt x="0" y="254000"/>
                </a:cubicBezTo>
                <a:lnTo>
                  <a:pt x="0" y="63500"/>
                </a:lnTo>
                <a:cubicBezTo>
                  <a:pt x="0" y="28453"/>
                  <a:pt x="28453" y="0"/>
                  <a:pt x="63500" y="0"/>
                </a:cubicBezTo>
                <a:close/>
              </a:path>
            </a:pathLst>
          </a:custGeom>
          <a:solidFill>
            <a:srgbClr val="AD46FF">
              <a:alpha val="10196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6248797" y="3119136"/>
            <a:ext cx="142875" cy="142875"/>
          </a:xfrm>
          <a:custGeom>
            <a:avLst/>
            <a:gdLst/>
            <a:ahLst/>
            <a:cxnLst/>
            <a:rect l="l" t="t" r="r" b="b"/>
            <a:pathLst>
              <a:path w="142875" h="142875">
                <a:moveTo>
                  <a:pt x="33486" y="15627"/>
                </a:moveTo>
                <a:cubicBezTo>
                  <a:pt x="33486" y="7004"/>
                  <a:pt x="40491" y="0"/>
                  <a:pt x="49113" y="0"/>
                </a:cubicBezTo>
                <a:lnTo>
                  <a:pt x="55811" y="0"/>
                </a:lnTo>
                <a:cubicBezTo>
                  <a:pt x="60750" y="0"/>
                  <a:pt x="64740" y="3990"/>
                  <a:pt x="64740" y="8930"/>
                </a:cubicBezTo>
                <a:lnTo>
                  <a:pt x="64740" y="133945"/>
                </a:lnTo>
                <a:cubicBezTo>
                  <a:pt x="64740" y="138885"/>
                  <a:pt x="60750" y="142875"/>
                  <a:pt x="55811" y="142875"/>
                </a:cubicBezTo>
                <a:lnTo>
                  <a:pt x="46881" y="142875"/>
                </a:lnTo>
                <a:cubicBezTo>
                  <a:pt x="38565" y="142875"/>
                  <a:pt x="31561" y="137182"/>
                  <a:pt x="29580" y="129480"/>
                </a:cubicBezTo>
                <a:cubicBezTo>
                  <a:pt x="29384" y="129480"/>
                  <a:pt x="29217" y="129480"/>
                  <a:pt x="29021" y="129480"/>
                </a:cubicBezTo>
                <a:cubicBezTo>
                  <a:pt x="16687" y="129480"/>
                  <a:pt x="6697" y="119490"/>
                  <a:pt x="6697" y="107156"/>
                </a:cubicBezTo>
                <a:cubicBezTo>
                  <a:pt x="6697" y="102133"/>
                  <a:pt x="8372" y="97501"/>
                  <a:pt x="11162" y="93762"/>
                </a:cubicBezTo>
                <a:cubicBezTo>
                  <a:pt x="5748" y="89688"/>
                  <a:pt x="2232" y="83214"/>
                  <a:pt x="2232" y="75902"/>
                </a:cubicBezTo>
                <a:cubicBezTo>
                  <a:pt x="2232" y="67280"/>
                  <a:pt x="7144" y="59773"/>
                  <a:pt x="14288" y="56062"/>
                </a:cubicBezTo>
                <a:cubicBezTo>
                  <a:pt x="12306" y="52713"/>
                  <a:pt x="11162" y="48806"/>
                  <a:pt x="11162" y="44648"/>
                </a:cubicBezTo>
                <a:cubicBezTo>
                  <a:pt x="11162" y="32314"/>
                  <a:pt x="21152" y="22324"/>
                  <a:pt x="33486" y="22324"/>
                </a:cubicBezTo>
                <a:lnTo>
                  <a:pt x="33486" y="15627"/>
                </a:lnTo>
                <a:close/>
                <a:moveTo>
                  <a:pt x="109389" y="15627"/>
                </a:moveTo>
                <a:lnTo>
                  <a:pt x="109389" y="22324"/>
                </a:lnTo>
                <a:cubicBezTo>
                  <a:pt x="121723" y="22324"/>
                  <a:pt x="131713" y="32314"/>
                  <a:pt x="131713" y="44648"/>
                </a:cubicBezTo>
                <a:cubicBezTo>
                  <a:pt x="131713" y="48834"/>
                  <a:pt x="130569" y="52741"/>
                  <a:pt x="128588" y="56062"/>
                </a:cubicBezTo>
                <a:cubicBezTo>
                  <a:pt x="135759" y="59773"/>
                  <a:pt x="140643" y="67252"/>
                  <a:pt x="140643" y="75902"/>
                </a:cubicBezTo>
                <a:cubicBezTo>
                  <a:pt x="140643" y="83214"/>
                  <a:pt x="137127" y="89688"/>
                  <a:pt x="131713" y="93762"/>
                </a:cubicBezTo>
                <a:cubicBezTo>
                  <a:pt x="134503" y="97501"/>
                  <a:pt x="136178" y="102133"/>
                  <a:pt x="136178" y="107156"/>
                </a:cubicBezTo>
                <a:cubicBezTo>
                  <a:pt x="136178" y="119490"/>
                  <a:pt x="126188" y="129480"/>
                  <a:pt x="113854" y="129480"/>
                </a:cubicBezTo>
                <a:cubicBezTo>
                  <a:pt x="113658" y="129480"/>
                  <a:pt x="113491" y="129480"/>
                  <a:pt x="113295" y="129480"/>
                </a:cubicBezTo>
                <a:cubicBezTo>
                  <a:pt x="111314" y="137182"/>
                  <a:pt x="104310" y="142875"/>
                  <a:pt x="95994" y="142875"/>
                </a:cubicBezTo>
                <a:lnTo>
                  <a:pt x="87064" y="142875"/>
                </a:lnTo>
                <a:cubicBezTo>
                  <a:pt x="82125" y="142875"/>
                  <a:pt x="78135" y="138885"/>
                  <a:pt x="78135" y="133945"/>
                </a:cubicBezTo>
                <a:lnTo>
                  <a:pt x="78135" y="8930"/>
                </a:lnTo>
                <a:cubicBezTo>
                  <a:pt x="78135" y="3990"/>
                  <a:pt x="82125" y="0"/>
                  <a:pt x="87064" y="0"/>
                </a:cubicBezTo>
                <a:lnTo>
                  <a:pt x="93762" y="0"/>
                </a:lnTo>
                <a:cubicBezTo>
                  <a:pt x="102384" y="0"/>
                  <a:pt x="109389" y="7004"/>
                  <a:pt x="109389" y="15627"/>
                </a:cubicBezTo>
                <a:close/>
              </a:path>
            </a:pathLst>
          </a:custGeom>
          <a:solidFill>
            <a:srgbClr val="AD46FF"/>
          </a:solidFill>
          <a:ln/>
        </p:spPr>
      </p:sp>
      <p:sp>
        <p:nvSpPr>
          <p:cNvPr id="41" name="Text 39"/>
          <p:cNvSpPr/>
          <p:nvPr/>
        </p:nvSpPr>
        <p:spPr>
          <a:xfrm>
            <a:off x="6572250" y="3095324"/>
            <a:ext cx="126206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4. AI Intent Extraction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6159500" y="3444574"/>
            <a:ext cx="5413375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6A728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Challenge: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6159500" y="3603231"/>
            <a:ext cx="542131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Understanding varied user questions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6159500" y="3825481"/>
            <a:ext cx="5413375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6A728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Solution: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6159500" y="3984130"/>
            <a:ext cx="542131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Built robust NLP patterns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6159500" y="4206380"/>
            <a:ext cx="5413375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Learning: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6159500" y="4365029"/>
            <a:ext cx="542131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NLP techniques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139700" y="4813000"/>
            <a:ext cx="11547475" cy="886784"/>
          </a:xfrm>
          <a:custGeom>
            <a:avLst/>
            <a:gdLst/>
            <a:ahLst/>
            <a:cxnLst/>
            <a:rect l="l" t="t" r="r" b="b"/>
            <a:pathLst>
              <a:path w="11547475" h="1054100">
                <a:moveTo>
                  <a:pt x="95248" y="0"/>
                </a:moveTo>
                <a:lnTo>
                  <a:pt x="11452227" y="0"/>
                </a:lnTo>
                <a:cubicBezTo>
                  <a:pt x="11504831" y="0"/>
                  <a:pt x="11547475" y="42644"/>
                  <a:pt x="11547475" y="95248"/>
                </a:cubicBezTo>
                <a:lnTo>
                  <a:pt x="11547475" y="958852"/>
                </a:lnTo>
                <a:cubicBezTo>
                  <a:pt x="11547475" y="1011456"/>
                  <a:pt x="11504831" y="1054100"/>
                  <a:pt x="11452227" y="1054100"/>
                </a:cubicBezTo>
                <a:lnTo>
                  <a:pt x="95248" y="1054100"/>
                </a:lnTo>
                <a:cubicBezTo>
                  <a:pt x="42644" y="1054100"/>
                  <a:pt x="0" y="1011456"/>
                  <a:pt x="0" y="958852"/>
                </a:cubicBezTo>
                <a:lnTo>
                  <a:pt x="0" y="95248"/>
                </a:lnTo>
                <a:cubicBezTo>
                  <a:pt x="0" y="42679"/>
                  <a:pt x="42679" y="0"/>
                  <a:pt x="95248" y="0"/>
                </a:cubicBezTo>
                <a:close/>
              </a:path>
            </a:pathLst>
          </a:custGeom>
          <a:solidFill>
            <a:srgbClr val="FFFFFF"/>
          </a:solidFill>
          <a:ln w="10160">
            <a:solidFill>
              <a:srgbClr val="F3F4F6"/>
            </a:solidFill>
            <a:prstDash val="solid"/>
          </a:ln>
          <a:effectLst>
            <a:outerShdw blurRad="23813" dist="7938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301625" y="4893967"/>
            <a:ext cx="317500" cy="317500"/>
          </a:xfrm>
          <a:custGeom>
            <a:avLst/>
            <a:gdLst/>
            <a:ahLst/>
            <a:cxnLst/>
            <a:rect l="l" t="t" r="r" b="b"/>
            <a:pathLst>
              <a:path w="317500" h="317500">
                <a:moveTo>
                  <a:pt x="63500" y="0"/>
                </a:moveTo>
                <a:lnTo>
                  <a:pt x="254000" y="0"/>
                </a:lnTo>
                <a:cubicBezTo>
                  <a:pt x="289047" y="0"/>
                  <a:pt x="317500" y="28453"/>
                  <a:pt x="317500" y="63500"/>
                </a:cubicBezTo>
                <a:lnTo>
                  <a:pt x="317500" y="254000"/>
                </a:lnTo>
                <a:cubicBezTo>
                  <a:pt x="317500" y="289047"/>
                  <a:pt x="289047" y="317500"/>
                  <a:pt x="254000" y="317500"/>
                </a:cubicBezTo>
                <a:lnTo>
                  <a:pt x="63500" y="317500"/>
                </a:lnTo>
                <a:cubicBezTo>
                  <a:pt x="28453" y="317500"/>
                  <a:pt x="0" y="289047"/>
                  <a:pt x="0" y="254000"/>
                </a:cubicBezTo>
                <a:lnTo>
                  <a:pt x="0" y="63500"/>
                </a:lnTo>
                <a:cubicBezTo>
                  <a:pt x="0" y="28453"/>
                  <a:pt x="28453" y="0"/>
                  <a:pt x="63500" y="0"/>
                </a:cubicBezTo>
                <a:close/>
              </a:path>
            </a:pathLst>
          </a:custGeom>
          <a:solidFill>
            <a:srgbClr val="2B7FFF">
              <a:alpha val="10196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390922" y="4981280"/>
            <a:ext cx="142875" cy="142875"/>
          </a:xfrm>
          <a:custGeom>
            <a:avLst/>
            <a:gdLst/>
            <a:ahLst/>
            <a:cxnLst/>
            <a:rect l="l" t="t" r="r" b="b"/>
            <a:pathLst>
              <a:path w="142875" h="142875">
                <a:moveTo>
                  <a:pt x="133973" y="53578"/>
                </a:moveTo>
                <a:lnTo>
                  <a:pt x="136178" y="53578"/>
                </a:lnTo>
                <a:cubicBezTo>
                  <a:pt x="139889" y="53578"/>
                  <a:pt x="142875" y="50592"/>
                  <a:pt x="142875" y="46881"/>
                </a:cubicBezTo>
                <a:lnTo>
                  <a:pt x="142875" y="6697"/>
                </a:lnTo>
                <a:cubicBezTo>
                  <a:pt x="142875" y="3990"/>
                  <a:pt x="141256" y="1535"/>
                  <a:pt x="138745" y="502"/>
                </a:cubicBezTo>
                <a:cubicBezTo>
                  <a:pt x="136234" y="-530"/>
                  <a:pt x="133359" y="56"/>
                  <a:pt x="131434" y="1953"/>
                </a:cubicBezTo>
                <a:lnTo>
                  <a:pt x="117007" y="16408"/>
                </a:lnTo>
                <a:cubicBezTo>
                  <a:pt x="104645" y="6167"/>
                  <a:pt x="88739" y="0"/>
                  <a:pt x="71438" y="0"/>
                </a:cubicBezTo>
                <a:cubicBezTo>
                  <a:pt x="35440" y="0"/>
                  <a:pt x="5665" y="26622"/>
                  <a:pt x="726" y="61252"/>
                </a:cubicBezTo>
                <a:cubicBezTo>
                  <a:pt x="28" y="66135"/>
                  <a:pt x="3404" y="70656"/>
                  <a:pt x="8288" y="71354"/>
                </a:cubicBezTo>
                <a:cubicBezTo>
                  <a:pt x="13171" y="72051"/>
                  <a:pt x="17692" y="68647"/>
                  <a:pt x="18390" y="63791"/>
                </a:cubicBezTo>
                <a:cubicBezTo>
                  <a:pt x="22101" y="37812"/>
                  <a:pt x="44453" y="17859"/>
                  <a:pt x="71438" y="17859"/>
                </a:cubicBezTo>
                <a:cubicBezTo>
                  <a:pt x="83827" y="17859"/>
                  <a:pt x="95213" y="22045"/>
                  <a:pt x="104282" y="29105"/>
                </a:cubicBezTo>
                <a:lnTo>
                  <a:pt x="91250" y="42137"/>
                </a:lnTo>
                <a:cubicBezTo>
                  <a:pt x="89325" y="44062"/>
                  <a:pt x="88767" y="46937"/>
                  <a:pt x="89799" y="49448"/>
                </a:cubicBezTo>
                <a:cubicBezTo>
                  <a:pt x="90832" y="51960"/>
                  <a:pt x="93287" y="53578"/>
                  <a:pt x="95994" y="53578"/>
                </a:cubicBezTo>
                <a:lnTo>
                  <a:pt x="133973" y="53578"/>
                </a:lnTo>
                <a:close/>
                <a:moveTo>
                  <a:pt x="142177" y="81623"/>
                </a:moveTo>
                <a:cubicBezTo>
                  <a:pt x="142875" y="76740"/>
                  <a:pt x="139471" y="72219"/>
                  <a:pt x="134615" y="71521"/>
                </a:cubicBezTo>
                <a:cubicBezTo>
                  <a:pt x="129760" y="70824"/>
                  <a:pt x="125211" y="74228"/>
                  <a:pt x="124513" y="79084"/>
                </a:cubicBezTo>
                <a:cubicBezTo>
                  <a:pt x="120802" y="105035"/>
                  <a:pt x="98450" y="124988"/>
                  <a:pt x="71465" y="124988"/>
                </a:cubicBezTo>
                <a:cubicBezTo>
                  <a:pt x="59075" y="124988"/>
                  <a:pt x="47690" y="120802"/>
                  <a:pt x="38621" y="113742"/>
                </a:cubicBezTo>
                <a:lnTo>
                  <a:pt x="51625" y="100738"/>
                </a:lnTo>
                <a:cubicBezTo>
                  <a:pt x="53550" y="98813"/>
                  <a:pt x="54108" y="95938"/>
                  <a:pt x="53076" y="93427"/>
                </a:cubicBezTo>
                <a:cubicBezTo>
                  <a:pt x="52043" y="90915"/>
                  <a:pt x="49588" y="89297"/>
                  <a:pt x="46881" y="89297"/>
                </a:cubicBezTo>
                <a:lnTo>
                  <a:pt x="6697" y="89297"/>
                </a:lnTo>
                <a:cubicBezTo>
                  <a:pt x="2986" y="89297"/>
                  <a:pt x="0" y="92283"/>
                  <a:pt x="0" y="95994"/>
                </a:cubicBezTo>
                <a:lnTo>
                  <a:pt x="0" y="136178"/>
                </a:lnTo>
                <a:cubicBezTo>
                  <a:pt x="0" y="138885"/>
                  <a:pt x="1619" y="141340"/>
                  <a:pt x="4130" y="142373"/>
                </a:cubicBezTo>
                <a:cubicBezTo>
                  <a:pt x="6641" y="143405"/>
                  <a:pt x="9516" y="142819"/>
                  <a:pt x="11441" y="140922"/>
                </a:cubicBezTo>
                <a:lnTo>
                  <a:pt x="25896" y="126467"/>
                </a:lnTo>
                <a:cubicBezTo>
                  <a:pt x="38230" y="136708"/>
                  <a:pt x="54136" y="142875"/>
                  <a:pt x="71438" y="142875"/>
                </a:cubicBezTo>
                <a:cubicBezTo>
                  <a:pt x="107435" y="142875"/>
                  <a:pt x="137210" y="116253"/>
                  <a:pt x="142149" y="81623"/>
                </a:cubicBezTo>
                <a:close/>
              </a:path>
            </a:pathLst>
          </a:custGeom>
          <a:solidFill>
            <a:srgbClr val="2B7FFF"/>
          </a:solidFill>
          <a:ln/>
        </p:spPr>
      </p:sp>
      <p:sp>
        <p:nvSpPr>
          <p:cNvPr id="51" name="Text 49"/>
          <p:cNvSpPr/>
          <p:nvPr/>
        </p:nvSpPr>
        <p:spPr>
          <a:xfrm>
            <a:off x="714375" y="4957467"/>
            <a:ext cx="123031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5. Real-time Updates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301625" y="5306717"/>
            <a:ext cx="3706813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6A728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Challenge: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301625" y="5465374"/>
            <a:ext cx="371475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Keeping dashboard synchronized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4086225" y="5306717"/>
            <a:ext cx="3706813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6A728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Solution:</a:t>
            </a:r>
            <a:endParaRPr lang="en-US" sz="1600" dirty="0"/>
          </a:p>
        </p:txBody>
      </p:sp>
      <p:sp>
        <p:nvSpPr>
          <p:cNvPr id="55" name="Text 53"/>
          <p:cNvSpPr/>
          <p:nvPr/>
        </p:nvSpPr>
        <p:spPr>
          <a:xfrm>
            <a:off x="4086225" y="5465374"/>
            <a:ext cx="371475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Efficient API calls and state management</a:t>
            </a:r>
            <a:endParaRPr lang="en-US" sz="1600" dirty="0"/>
          </a:p>
        </p:txBody>
      </p:sp>
      <p:sp>
        <p:nvSpPr>
          <p:cNvPr id="56" name="Text 54"/>
          <p:cNvSpPr/>
          <p:nvPr/>
        </p:nvSpPr>
        <p:spPr>
          <a:xfrm>
            <a:off x="7870825" y="5306717"/>
            <a:ext cx="3706813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Learning:</a:t>
            </a:r>
            <a:endParaRPr lang="en-US" sz="1600" dirty="0"/>
          </a:p>
        </p:txBody>
      </p:sp>
      <p:sp>
        <p:nvSpPr>
          <p:cNvPr id="57" name="Text 55"/>
          <p:cNvSpPr/>
          <p:nvPr/>
        </p:nvSpPr>
        <p:spPr>
          <a:xfrm>
            <a:off x="7870825" y="5465374"/>
            <a:ext cx="371475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Performance optimization</a:t>
            </a:r>
            <a:endParaRPr lang="en-US" sz="1600" dirty="0"/>
          </a:p>
        </p:txBody>
      </p:sp>
      <p:sp>
        <p:nvSpPr>
          <p:cNvPr id="58" name="Shape 56"/>
          <p:cNvSpPr/>
          <p:nvPr/>
        </p:nvSpPr>
        <p:spPr>
          <a:xfrm>
            <a:off x="216534" y="5761932"/>
            <a:ext cx="11547475" cy="666404"/>
          </a:xfrm>
          <a:custGeom>
            <a:avLst/>
            <a:gdLst/>
            <a:ahLst/>
            <a:cxnLst/>
            <a:rect l="l" t="t" r="r" b="b"/>
            <a:pathLst>
              <a:path w="11547475" h="1339850">
                <a:moveTo>
                  <a:pt x="95250" y="0"/>
                </a:moveTo>
                <a:lnTo>
                  <a:pt x="11452225" y="0"/>
                </a:lnTo>
                <a:cubicBezTo>
                  <a:pt x="11504830" y="0"/>
                  <a:pt x="11547475" y="42645"/>
                  <a:pt x="11547475" y="95250"/>
                </a:cubicBezTo>
                <a:lnTo>
                  <a:pt x="11547475" y="1244600"/>
                </a:lnTo>
                <a:cubicBezTo>
                  <a:pt x="11547475" y="1297205"/>
                  <a:pt x="11504830" y="1339850"/>
                  <a:pt x="11452225" y="1339850"/>
                </a:cubicBezTo>
                <a:lnTo>
                  <a:pt x="95250" y="1339850"/>
                </a:lnTo>
                <a:cubicBezTo>
                  <a:pt x="42645" y="1339850"/>
                  <a:pt x="0" y="1297205"/>
                  <a:pt x="0" y="1244600"/>
                </a:cubicBezTo>
                <a:lnTo>
                  <a:pt x="0" y="95250"/>
                </a:lnTo>
                <a:cubicBezTo>
                  <a:pt x="0" y="42680"/>
                  <a:pt x="42680" y="0"/>
                  <a:pt x="95250" y="0"/>
                </a:cubicBezTo>
                <a:close/>
              </a:path>
            </a:pathLst>
          </a:custGeom>
          <a:gradFill flip="none" rotWithShape="1">
            <a:gsLst>
              <a:gs pos="0">
                <a:srgbClr val="6366F1">
                  <a:alpha val="5000"/>
                </a:srgbClr>
              </a:gs>
              <a:gs pos="100000">
                <a:srgbClr val="818CF8">
                  <a:alpha val="5000"/>
                </a:srgbClr>
              </a:gs>
            </a:gsLst>
            <a:lin ang="0" scaled="1"/>
          </a:gradFill>
          <a:ln w="10160">
            <a:solidFill>
              <a:srgbClr val="6366F1">
                <a:alpha val="20000"/>
              </a:srgbClr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269874" y="5914831"/>
            <a:ext cx="112871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Takeaways:</a:t>
            </a:r>
            <a:endParaRPr lang="en-US" sz="1600" dirty="0"/>
          </a:p>
        </p:txBody>
      </p:sp>
      <p:sp>
        <p:nvSpPr>
          <p:cNvPr id="60" name="Shape 58"/>
          <p:cNvSpPr/>
          <p:nvPr/>
        </p:nvSpPr>
        <p:spPr>
          <a:xfrm>
            <a:off x="285749" y="6216456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63500" y="127000"/>
                </a:moveTo>
                <a:cubicBezTo>
                  <a:pt x="98547" y="127000"/>
                  <a:pt x="127000" y="98547"/>
                  <a:pt x="127000" y="63500"/>
                </a:cubicBezTo>
                <a:cubicBezTo>
                  <a:pt x="127000" y="28453"/>
                  <a:pt x="98547" y="0"/>
                  <a:pt x="63500" y="0"/>
                </a:cubicBezTo>
                <a:cubicBezTo>
                  <a:pt x="28453" y="0"/>
                  <a:pt x="0" y="28453"/>
                  <a:pt x="0" y="63500"/>
                </a:cubicBezTo>
                <a:cubicBezTo>
                  <a:pt x="0" y="98547"/>
                  <a:pt x="28453" y="127000"/>
                  <a:pt x="63500" y="127000"/>
                </a:cubicBezTo>
                <a:close/>
                <a:moveTo>
                  <a:pt x="84435" y="52760"/>
                </a:moveTo>
                <a:lnTo>
                  <a:pt x="64591" y="84510"/>
                </a:lnTo>
                <a:cubicBezTo>
                  <a:pt x="63550" y="86171"/>
                  <a:pt x="61764" y="87213"/>
                  <a:pt x="59804" y="87313"/>
                </a:cubicBezTo>
                <a:cubicBezTo>
                  <a:pt x="57845" y="87412"/>
                  <a:pt x="55959" y="86519"/>
                  <a:pt x="54794" y="84931"/>
                </a:cubicBezTo>
                <a:lnTo>
                  <a:pt x="42887" y="69056"/>
                </a:lnTo>
                <a:cubicBezTo>
                  <a:pt x="40903" y="66427"/>
                  <a:pt x="41449" y="62706"/>
                  <a:pt x="44078" y="60722"/>
                </a:cubicBezTo>
                <a:cubicBezTo>
                  <a:pt x="46707" y="58737"/>
                  <a:pt x="50428" y="59283"/>
                  <a:pt x="52412" y="61913"/>
                </a:cubicBezTo>
                <a:lnTo>
                  <a:pt x="59110" y="70842"/>
                </a:lnTo>
                <a:lnTo>
                  <a:pt x="74340" y="46459"/>
                </a:lnTo>
                <a:cubicBezTo>
                  <a:pt x="76076" y="43681"/>
                  <a:pt x="79747" y="42813"/>
                  <a:pt x="82550" y="44574"/>
                </a:cubicBezTo>
                <a:cubicBezTo>
                  <a:pt x="85353" y="46335"/>
                  <a:pt x="86196" y="49981"/>
                  <a:pt x="84435" y="52784"/>
                </a:cubicBezTo>
                <a:close/>
              </a:path>
            </a:pathLst>
          </a:custGeom>
          <a:solidFill>
            <a:srgbClr val="00C950"/>
          </a:solidFill>
          <a:ln/>
        </p:spPr>
      </p:sp>
      <p:sp>
        <p:nvSpPr>
          <p:cNvPr id="61" name="Text 59"/>
          <p:cNvSpPr/>
          <p:nvPr/>
        </p:nvSpPr>
        <p:spPr>
          <a:xfrm>
            <a:off x="492124" y="6200581"/>
            <a:ext cx="147637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Full-stack development skills</a:t>
            </a:r>
            <a:endParaRPr lang="en-US" sz="1600" dirty="0"/>
          </a:p>
        </p:txBody>
      </p:sp>
      <p:sp>
        <p:nvSpPr>
          <p:cNvPr id="62" name="Shape 60"/>
          <p:cNvSpPr/>
          <p:nvPr/>
        </p:nvSpPr>
        <p:spPr>
          <a:xfrm>
            <a:off x="2556469" y="6216456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63500" y="127000"/>
                </a:moveTo>
                <a:cubicBezTo>
                  <a:pt x="98547" y="127000"/>
                  <a:pt x="127000" y="98547"/>
                  <a:pt x="127000" y="63500"/>
                </a:cubicBezTo>
                <a:cubicBezTo>
                  <a:pt x="127000" y="28453"/>
                  <a:pt x="98547" y="0"/>
                  <a:pt x="63500" y="0"/>
                </a:cubicBezTo>
                <a:cubicBezTo>
                  <a:pt x="28453" y="0"/>
                  <a:pt x="0" y="28453"/>
                  <a:pt x="0" y="63500"/>
                </a:cubicBezTo>
                <a:cubicBezTo>
                  <a:pt x="0" y="98547"/>
                  <a:pt x="28453" y="127000"/>
                  <a:pt x="63500" y="127000"/>
                </a:cubicBezTo>
                <a:close/>
                <a:moveTo>
                  <a:pt x="84435" y="52760"/>
                </a:moveTo>
                <a:lnTo>
                  <a:pt x="64591" y="84510"/>
                </a:lnTo>
                <a:cubicBezTo>
                  <a:pt x="63550" y="86171"/>
                  <a:pt x="61764" y="87213"/>
                  <a:pt x="59804" y="87313"/>
                </a:cubicBezTo>
                <a:cubicBezTo>
                  <a:pt x="57845" y="87412"/>
                  <a:pt x="55959" y="86519"/>
                  <a:pt x="54794" y="84931"/>
                </a:cubicBezTo>
                <a:lnTo>
                  <a:pt x="42887" y="69056"/>
                </a:lnTo>
                <a:cubicBezTo>
                  <a:pt x="40903" y="66427"/>
                  <a:pt x="41449" y="62706"/>
                  <a:pt x="44078" y="60722"/>
                </a:cubicBezTo>
                <a:cubicBezTo>
                  <a:pt x="46707" y="58737"/>
                  <a:pt x="50428" y="59283"/>
                  <a:pt x="52412" y="61913"/>
                </a:cubicBezTo>
                <a:lnTo>
                  <a:pt x="59110" y="70842"/>
                </a:lnTo>
                <a:lnTo>
                  <a:pt x="74340" y="46459"/>
                </a:lnTo>
                <a:cubicBezTo>
                  <a:pt x="76076" y="43681"/>
                  <a:pt x="79747" y="42813"/>
                  <a:pt x="82550" y="44574"/>
                </a:cubicBezTo>
                <a:cubicBezTo>
                  <a:pt x="85353" y="46335"/>
                  <a:pt x="86196" y="49981"/>
                  <a:pt x="84435" y="52784"/>
                </a:cubicBezTo>
                <a:close/>
              </a:path>
            </a:pathLst>
          </a:custGeom>
          <a:solidFill>
            <a:srgbClr val="00C950"/>
          </a:solidFill>
          <a:ln/>
        </p:spPr>
      </p:sp>
      <p:sp>
        <p:nvSpPr>
          <p:cNvPr id="63" name="Text 61"/>
          <p:cNvSpPr/>
          <p:nvPr/>
        </p:nvSpPr>
        <p:spPr>
          <a:xfrm>
            <a:off x="2762844" y="6200581"/>
            <a:ext cx="161925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Problem-solving and debugging</a:t>
            </a:r>
            <a:endParaRPr lang="en-US" sz="1600" dirty="0"/>
          </a:p>
        </p:txBody>
      </p:sp>
      <p:sp>
        <p:nvSpPr>
          <p:cNvPr id="64" name="Shape 62"/>
          <p:cNvSpPr/>
          <p:nvPr/>
        </p:nvSpPr>
        <p:spPr>
          <a:xfrm>
            <a:off x="4827190" y="6216456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63500" y="127000"/>
                </a:moveTo>
                <a:cubicBezTo>
                  <a:pt x="98547" y="127000"/>
                  <a:pt x="127000" y="98547"/>
                  <a:pt x="127000" y="63500"/>
                </a:cubicBezTo>
                <a:cubicBezTo>
                  <a:pt x="127000" y="28453"/>
                  <a:pt x="98547" y="0"/>
                  <a:pt x="63500" y="0"/>
                </a:cubicBezTo>
                <a:cubicBezTo>
                  <a:pt x="28453" y="0"/>
                  <a:pt x="0" y="28453"/>
                  <a:pt x="0" y="63500"/>
                </a:cubicBezTo>
                <a:cubicBezTo>
                  <a:pt x="0" y="98547"/>
                  <a:pt x="28453" y="127000"/>
                  <a:pt x="63500" y="127000"/>
                </a:cubicBezTo>
                <a:close/>
                <a:moveTo>
                  <a:pt x="84435" y="52760"/>
                </a:moveTo>
                <a:lnTo>
                  <a:pt x="64591" y="84510"/>
                </a:lnTo>
                <a:cubicBezTo>
                  <a:pt x="63550" y="86171"/>
                  <a:pt x="61764" y="87213"/>
                  <a:pt x="59804" y="87313"/>
                </a:cubicBezTo>
                <a:cubicBezTo>
                  <a:pt x="57845" y="87412"/>
                  <a:pt x="55959" y="86519"/>
                  <a:pt x="54794" y="84931"/>
                </a:cubicBezTo>
                <a:lnTo>
                  <a:pt x="42887" y="69056"/>
                </a:lnTo>
                <a:cubicBezTo>
                  <a:pt x="40903" y="66427"/>
                  <a:pt x="41449" y="62706"/>
                  <a:pt x="44078" y="60722"/>
                </a:cubicBezTo>
                <a:cubicBezTo>
                  <a:pt x="46707" y="58737"/>
                  <a:pt x="50428" y="59283"/>
                  <a:pt x="52412" y="61913"/>
                </a:cubicBezTo>
                <a:lnTo>
                  <a:pt x="59110" y="70842"/>
                </a:lnTo>
                <a:lnTo>
                  <a:pt x="74340" y="46459"/>
                </a:lnTo>
                <a:cubicBezTo>
                  <a:pt x="76076" y="43681"/>
                  <a:pt x="79747" y="42813"/>
                  <a:pt x="82550" y="44574"/>
                </a:cubicBezTo>
                <a:cubicBezTo>
                  <a:pt x="85353" y="46335"/>
                  <a:pt x="86196" y="49981"/>
                  <a:pt x="84435" y="52784"/>
                </a:cubicBezTo>
                <a:close/>
              </a:path>
            </a:pathLst>
          </a:custGeom>
          <a:solidFill>
            <a:srgbClr val="00C950"/>
          </a:solidFill>
          <a:ln/>
        </p:spPr>
      </p:sp>
      <p:sp>
        <p:nvSpPr>
          <p:cNvPr id="65" name="Text 63"/>
          <p:cNvSpPr/>
          <p:nvPr/>
        </p:nvSpPr>
        <p:spPr>
          <a:xfrm>
            <a:off x="5033565" y="6200581"/>
            <a:ext cx="99218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Team collaboration</a:t>
            </a:r>
            <a:endParaRPr lang="en-US" sz="1600" dirty="0"/>
          </a:p>
        </p:txBody>
      </p:sp>
      <p:sp>
        <p:nvSpPr>
          <p:cNvPr id="66" name="Shape 64"/>
          <p:cNvSpPr/>
          <p:nvPr/>
        </p:nvSpPr>
        <p:spPr>
          <a:xfrm>
            <a:off x="7098009" y="6216456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63500" y="127000"/>
                </a:moveTo>
                <a:cubicBezTo>
                  <a:pt x="98547" y="127000"/>
                  <a:pt x="127000" y="98547"/>
                  <a:pt x="127000" y="63500"/>
                </a:cubicBezTo>
                <a:cubicBezTo>
                  <a:pt x="127000" y="28453"/>
                  <a:pt x="98547" y="0"/>
                  <a:pt x="63500" y="0"/>
                </a:cubicBezTo>
                <a:cubicBezTo>
                  <a:pt x="28453" y="0"/>
                  <a:pt x="0" y="28453"/>
                  <a:pt x="0" y="63500"/>
                </a:cubicBezTo>
                <a:cubicBezTo>
                  <a:pt x="0" y="98547"/>
                  <a:pt x="28453" y="127000"/>
                  <a:pt x="63500" y="127000"/>
                </a:cubicBezTo>
                <a:close/>
                <a:moveTo>
                  <a:pt x="84435" y="52760"/>
                </a:moveTo>
                <a:lnTo>
                  <a:pt x="64591" y="84510"/>
                </a:lnTo>
                <a:cubicBezTo>
                  <a:pt x="63550" y="86171"/>
                  <a:pt x="61764" y="87213"/>
                  <a:pt x="59804" y="87313"/>
                </a:cubicBezTo>
                <a:cubicBezTo>
                  <a:pt x="57845" y="87412"/>
                  <a:pt x="55959" y="86519"/>
                  <a:pt x="54794" y="84931"/>
                </a:cubicBezTo>
                <a:lnTo>
                  <a:pt x="42887" y="69056"/>
                </a:lnTo>
                <a:cubicBezTo>
                  <a:pt x="40903" y="66427"/>
                  <a:pt x="41449" y="62706"/>
                  <a:pt x="44078" y="60722"/>
                </a:cubicBezTo>
                <a:cubicBezTo>
                  <a:pt x="46707" y="58737"/>
                  <a:pt x="50428" y="59283"/>
                  <a:pt x="52412" y="61913"/>
                </a:cubicBezTo>
                <a:lnTo>
                  <a:pt x="59110" y="70842"/>
                </a:lnTo>
                <a:lnTo>
                  <a:pt x="74340" y="46459"/>
                </a:lnTo>
                <a:cubicBezTo>
                  <a:pt x="76076" y="43681"/>
                  <a:pt x="79747" y="42813"/>
                  <a:pt x="82550" y="44574"/>
                </a:cubicBezTo>
                <a:cubicBezTo>
                  <a:pt x="85353" y="46335"/>
                  <a:pt x="86196" y="49981"/>
                  <a:pt x="84435" y="52784"/>
                </a:cubicBezTo>
                <a:close/>
              </a:path>
            </a:pathLst>
          </a:custGeom>
          <a:solidFill>
            <a:srgbClr val="00C950"/>
          </a:solidFill>
          <a:ln/>
        </p:spPr>
      </p:sp>
      <p:sp>
        <p:nvSpPr>
          <p:cNvPr id="67" name="Text 65"/>
          <p:cNvSpPr/>
          <p:nvPr/>
        </p:nvSpPr>
        <p:spPr>
          <a:xfrm>
            <a:off x="7304384" y="6200581"/>
            <a:ext cx="15160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Real-world project experience</a:t>
            </a:r>
            <a:endParaRPr lang="en-US" sz="1600" dirty="0"/>
          </a:p>
        </p:txBody>
      </p:sp>
      <p:sp>
        <p:nvSpPr>
          <p:cNvPr id="68" name="Shape 66"/>
          <p:cNvSpPr/>
          <p:nvPr/>
        </p:nvSpPr>
        <p:spPr>
          <a:xfrm>
            <a:off x="9368730" y="6216456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63500" y="127000"/>
                </a:moveTo>
                <a:cubicBezTo>
                  <a:pt x="98547" y="127000"/>
                  <a:pt x="127000" y="98547"/>
                  <a:pt x="127000" y="63500"/>
                </a:cubicBezTo>
                <a:cubicBezTo>
                  <a:pt x="127000" y="28453"/>
                  <a:pt x="98547" y="0"/>
                  <a:pt x="63500" y="0"/>
                </a:cubicBezTo>
                <a:cubicBezTo>
                  <a:pt x="28453" y="0"/>
                  <a:pt x="0" y="28453"/>
                  <a:pt x="0" y="63500"/>
                </a:cubicBezTo>
                <a:cubicBezTo>
                  <a:pt x="0" y="98547"/>
                  <a:pt x="28453" y="127000"/>
                  <a:pt x="63500" y="127000"/>
                </a:cubicBezTo>
                <a:close/>
                <a:moveTo>
                  <a:pt x="84435" y="52760"/>
                </a:moveTo>
                <a:lnTo>
                  <a:pt x="64591" y="84510"/>
                </a:lnTo>
                <a:cubicBezTo>
                  <a:pt x="63550" y="86171"/>
                  <a:pt x="61764" y="87213"/>
                  <a:pt x="59804" y="87313"/>
                </a:cubicBezTo>
                <a:cubicBezTo>
                  <a:pt x="57845" y="87412"/>
                  <a:pt x="55959" y="86519"/>
                  <a:pt x="54794" y="84931"/>
                </a:cubicBezTo>
                <a:lnTo>
                  <a:pt x="42887" y="69056"/>
                </a:lnTo>
                <a:cubicBezTo>
                  <a:pt x="40903" y="66427"/>
                  <a:pt x="41449" y="62706"/>
                  <a:pt x="44078" y="60722"/>
                </a:cubicBezTo>
                <a:cubicBezTo>
                  <a:pt x="46707" y="58737"/>
                  <a:pt x="50428" y="59283"/>
                  <a:pt x="52412" y="61913"/>
                </a:cubicBezTo>
                <a:lnTo>
                  <a:pt x="59110" y="70842"/>
                </a:lnTo>
                <a:lnTo>
                  <a:pt x="74340" y="46459"/>
                </a:lnTo>
                <a:cubicBezTo>
                  <a:pt x="76076" y="43681"/>
                  <a:pt x="79747" y="42813"/>
                  <a:pt x="82550" y="44574"/>
                </a:cubicBezTo>
                <a:cubicBezTo>
                  <a:pt x="85353" y="46335"/>
                  <a:pt x="86196" y="49981"/>
                  <a:pt x="84435" y="52784"/>
                </a:cubicBezTo>
                <a:close/>
              </a:path>
            </a:pathLst>
          </a:custGeom>
          <a:solidFill>
            <a:srgbClr val="00C950"/>
          </a:solidFill>
          <a:ln/>
        </p:spPr>
      </p:sp>
      <p:sp>
        <p:nvSpPr>
          <p:cNvPr id="69" name="Text 67"/>
          <p:cNvSpPr/>
          <p:nvPr/>
        </p:nvSpPr>
        <p:spPr>
          <a:xfrm>
            <a:off x="9575105" y="6200581"/>
            <a:ext cx="15160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Cloud deployment knowledge</a:t>
            </a:r>
            <a:endParaRPr lang="en-US" sz="1600" dirty="0"/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82BDAB94-E547-DBB1-A9D2-2003AB539E6D}"/>
              </a:ext>
            </a:extLst>
          </p:cNvPr>
          <p:cNvSpPr txBox="1"/>
          <p:nvPr/>
        </p:nvSpPr>
        <p:spPr>
          <a:xfrm>
            <a:off x="2665095" y="6555694"/>
            <a:ext cx="6131560" cy="3488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980"/>
              </a:lnSpc>
            </a:pPr>
            <a:r>
              <a:rPr lang="en-US" sz="1800" b="1" dirty="0">
                <a:latin typeface="Calibri (MS)"/>
                <a:ea typeface="Calibri (MS)"/>
                <a:cs typeface="Calibri (MS)"/>
                <a:sym typeface="Calibri (MS)"/>
              </a:rPr>
              <a:t>Department of Computer Science &amp; Engineering ,CSPIT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90A5765-BA67-94DA-5E0A-226F52F9AE18}"/>
              </a:ext>
            </a:extLst>
          </p:cNvPr>
          <p:cNvSpPr/>
          <p:nvPr/>
        </p:nvSpPr>
        <p:spPr>
          <a:xfrm>
            <a:off x="30479" y="66891"/>
            <a:ext cx="12085321" cy="6714790"/>
          </a:xfrm>
          <a:prstGeom prst="rect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4"/>
          <p:cNvSpPr/>
          <p:nvPr/>
        </p:nvSpPr>
        <p:spPr>
          <a:xfrm>
            <a:off x="222250" y="355699"/>
            <a:ext cx="11747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000" b="1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Conclusion &amp; What's Next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222250" y="831949"/>
            <a:ext cx="762000" cy="31750"/>
          </a:xfrm>
          <a:custGeom>
            <a:avLst/>
            <a:gdLst/>
            <a:ahLst/>
            <a:cxnLst/>
            <a:rect l="l" t="t" r="r" b="b"/>
            <a:pathLst>
              <a:path w="762000" h="31750">
                <a:moveTo>
                  <a:pt x="15875" y="0"/>
                </a:moveTo>
                <a:lnTo>
                  <a:pt x="746125" y="0"/>
                </a:lnTo>
                <a:cubicBezTo>
                  <a:pt x="754887" y="0"/>
                  <a:pt x="762000" y="7113"/>
                  <a:pt x="762000" y="15875"/>
                </a:cubicBezTo>
                <a:lnTo>
                  <a:pt x="762000" y="15875"/>
                </a:lnTo>
                <a:cubicBezTo>
                  <a:pt x="762000" y="24637"/>
                  <a:pt x="754887" y="31750"/>
                  <a:pt x="746125" y="31750"/>
                </a:cubicBezTo>
                <a:lnTo>
                  <a:pt x="15875" y="31750"/>
                </a:lnTo>
                <a:cubicBezTo>
                  <a:pt x="7113" y="31750"/>
                  <a:pt x="0" y="24637"/>
                  <a:pt x="0" y="15875"/>
                </a:cubicBezTo>
                <a:lnTo>
                  <a:pt x="0" y="15875"/>
                </a:lnTo>
                <a:cubicBezTo>
                  <a:pt x="0" y="7113"/>
                  <a:pt x="7113" y="0"/>
                  <a:pt x="15875" y="0"/>
                </a:cubicBezTo>
                <a:close/>
              </a:path>
            </a:pathLst>
          </a:custGeom>
          <a:gradFill flip="none" rotWithShape="1">
            <a:gsLst>
              <a:gs pos="0">
                <a:srgbClr val="6366F1"/>
              </a:gs>
              <a:gs pos="100000">
                <a:srgbClr val="818CF8"/>
              </a:gs>
            </a:gsLst>
            <a:lin ang="0" scaled="1"/>
          </a:gradFill>
          <a:ln/>
        </p:spPr>
      </p:sp>
      <p:sp>
        <p:nvSpPr>
          <p:cNvPr id="8" name="Shape 6"/>
          <p:cNvSpPr/>
          <p:nvPr/>
        </p:nvSpPr>
        <p:spPr>
          <a:xfrm>
            <a:off x="238125" y="1054199"/>
            <a:ext cx="11541125" cy="730250"/>
          </a:xfrm>
          <a:custGeom>
            <a:avLst/>
            <a:gdLst/>
            <a:ahLst/>
            <a:cxnLst/>
            <a:rect l="l" t="t" r="r" b="b"/>
            <a:pathLst>
              <a:path w="11541125" h="730250">
                <a:moveTo>
                  <a:pt x="31750" y="0"/>
                </a:moveTo>
                <a:lnTo>
                  <a:pt x="11445878" y="0"/>
                </a:lnTo>
                <a:cubicBezTo>
                  <a:pt x="11498482" y="0"/>
                  <a:pt x="11541125" y="42643"/>
                  <a:pt x="11541125" y="95247"/>
                </a:cubicBezTo>
                <a:lnTo>
                  <a:pt x="11541125" y="635003"/>
                </a:lnTo>
                <a:cubicBezTo>
                  <a:pt x="11541125" y="687607"/>
                  <a:pt x="11498482" y="730250"/>
                  <a:pt x="11445878" y="730250"/>
                </a:cubicBezTo>
                <a:lnTo>
                  <a:pt x="31750" y="730250"/>
                </a:lnTo>
                <a:cubicBezTo>
                  <a:pt x="14227" y="730250"/>
                  <a:pt x="0" y="716023"/>
                  <a:pt x="0" y="6985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gradFill flip="none" rotWithShape="1">
            <a:gsLst>
              <a:gs pos="0">
                <a:srgbClr val="6366F1">
                  <a:alpha val="10000"/>
                </a:srgbClr>
              </a:gs>
              <a:gs pos="100000">
                <a:srgbClr val="818CF8">
                  <a:alpha val="5000"/>
                </a:srgbClr>
              </a:gs>
            </a:gsLst>
            <a:lin ang="0" scaled="1"/>
          </a:gradFill>
          <a:ln/>
        </p:spPr>
      </p:sp>
      <p:sp>
        <p:nvSpPr>
          <p:cNvPr id="9" name="Shape 7"/>
          <p:cNvSpPr/>
          <p:nvPr/>
        </p:nvSpPr>
        <p:spPr>
          <a:xfrm>
            <a:off x="238125" y="1054199"/>
            <a:ext cx="31750" cy="730250"/>
          </a:xfrm>
          <a:custGeom>
            <a:avLst/>
            <a:gdLst/>
            <a:ahLst/>
            <a:cxnLst/>
            <a:rect l="l" t="t" r="r" b="b"/>
            <a:pathLst>
              <a:path w="31750" h="730250">
                <a:moveTo>
                  <a:pt x="31750" y="0"/>
                </a:moveTo>
                <a:lnTo>
                  <a:pt x="31750" y="0"/>
                </a:lnTo>
                <a:lnTo>
                  <a:pt x="31750" y="730250"/>
                </a:lnTo>
                <a:lnTo>
                  <a:pt x="31750" y="730250"/>
                </a:lnTo>
                <a:cubicBezTo>
                  <a:pt x="14227" y="730250"/>
                  <a:pt x="0" y="716023"/>
                  <a:pt x="0" y="6985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10" name="Text 8"/>
          <p:cNvSpPr/>
          <p:nvPr/>
        </p:nvSpPr>
        <p:spPr>
          <a:xfrm>
            <a:off x="412750" y="1212949"/>
            <a:ext cx="11271250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b="1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Summary:</a:t>
            </a:r>
            <a:r>
              <a:rPr lang="en-US" sz="1000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DataXpert successfully bridges the gap between complex analytics tools and simple spreadsheets. We created an </a:t>
            </a:r>
            <a:r>
              <a:rPr lang="en-US" sz="1000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AI-powered platform</a:t>
            </a:r>
            <a:r>
              <a:rPr lang="en-US" sz="1000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that makes data analysis accessible, affordable, and easy for everyone.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225425" y="1978124"/>
            <a:ext cx="5689600" cy="1720850"/>
          </a:xfrm>
          <a:custGeom>
            <a:avLst/>
            <a:gdLst/>
            <a:ahLst/>
            <a:cxnLst/>
            <a:rect l="l" t="t" r="r" b="b"/>
            <a:pathLst>
              <a:path w="5689600" h="1720850">
                <a:moveTo>
                  <a:pt x="95249" y="0"/>
                </a:moveTo>
                <a:lnTo>
                  <a:pt x="5594351" y="0"/>
                </a:lnTo>
                <a:cubicBezTo>
                  <a:pt x="5646956" y="0"/>
                  <a:pt x="5689600" y="42644"/>
                  <a:pt x="5689600" y="95249"/>
                </a:cubicBezTo>
                <a:lnTo>
                  <a:pt x="5689600" y="1625601"/>
                </a:lnTo>
                <a:cubicBezTo>
                  <a:pt x="5689600" y="1678206"/>
                  <a:pt x="5646956" y="1720850"/>
                  <a:pt x="5594351" y="1720850"/>
                </a:cubicBezTo>
                <a:lnTo>
                  <a:pt x="95249" y="1720850"/>
                </a:lnTo>
                <a:cubicBezTo>
                  <a:pt x="42644" y="1720850"/>
                  <a:pt x="0" y="1678206"/>
                  <a:pt x="0" y="1625601"/>
                </a:cubicBezTo>
                <a:lnTo>
                  <a:pt x="0" y="95249"/>
                </a:lnTo>
                <a:cubicBezTo>
                  <a:pt x="0" y="42680"/>
                  <a:pt x="42680" y="0"/>
                  <a:pt x="95249" y="0"/>
                </a:cubicBezTo>
                <a:close/>
              </a:path>
            </a:pathLst>
          </a:custGeom>
          <a:solidFill>
            <a:srgbClr val="FFFFFF"/>
          </a:solidFill>
          <a:ln w="10160">
            <a:solidFill>
              <a:srgbClr val="F3F4F6"/>
            </a:solidFill>
            <a:prstDash val="solid"/>
          </a:ln>
          <a:effectLst>
            <a:outerShdw blurRad="23813" dist="7938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11162" y="2155922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53690" y="0"/>
                </a:moveTo>
                <a:lnTo>
                  <a:pt x="137033" y="0"/>
                </a:lnTo>
                <a:cubicBezTo>
                  <a:pt x="146893" y="0"/>
                  <a:pt x="154930" y="8111"/>
                  <a:pt x="154558" y="17934"/>
                </a:cubicBezTo>
                <a:cubicBezTo>
                  <a:pt x="154484" y="19906"/>
                  <a:pt x="154409" y="21878"/>
                  <a:pt x="154298" y="23812"/>
                </a:cubicBezTo>
                <a:lnTo>
                  <a:pt x="172752" y="23812"/>
                </a:lnTo>
                <a:cubicBezTo>
                  <a:pt x="182463" y="23812"/>
                  <a:pt x="191021" y="31849"/>
                  <a:pt x="190277" y="42342"/>
                </a:cubicBezTo>
                <a:cubicBezTo>
                  <a:pt x="187486" y="80925"/>
                  <a:pt x="167767" y="102133"/>
                  <a:pt x="146372" y="113221"/>
                </a:cubicBezTo>
                <a:cubicBezTo>
                  <a:pt x="140494" y="116272"/>
                  <a:pt x="134503" y="118542"/>
                  <a:pt x="128811" y="120216"/>
                </a:cubicBezTo>
                <a:cubicBezTo>
                  <a:pt x="121295" y="130857"/>
                  <a:pt x="113481" y="136475"/>
                  <a:pt x="107268" y="139489"/>
                </a:cubicBezTo>
                <a:lnTo>
                  <a:pt x="107268" y="166688"/>
                </a:lnTo>
                <a:lnTo>
                  <a:pt x="131080" y="166688"/>
                </a:lnTo>
                <a:cubicBezTo>
                  <a:pt x="137666" y="166688"/>
                  <a:pt x="142987" y="172008"/>
                  <a:pt x="142987" y="178594"/>
                </a:cubicBezTo>
                <a:cubicBezTo>
                  <a:pt x="142987" y="185179"/>
                  <a:pt x="137666" y="190500"/>
                  <a:pt x="131080" y="190500"/>
                </a:cubicBezTo>
                <a:lnTo>
                  <a:pt x="59643" y="190500"/>
                </a:lnTo>
                <a:cubicBezTo>
                  <a:pt x="53057" y="190500"/>
                  <a:pt x="47737" y="185179"/>
                  <a:pt x="47737" y="178594"/>
                </a:cubicBezTo>
                <a:cubicBezTo>
                  <a:pt x="47737" y="172008"/>
                  <a:pt x="53057" y="166688"/>
                  <a:pt x="59643" y="166688"/>
                </a:cubicBezTo>
                <a:lnTo>
                  <a:pt x="83455" y="166688"/>
                </a:lnTo>
                <a:lnTo>
                  <a:pt x="83455" y="139489"/>
                </a:lnTo>
                <a:cubicBezTo>
                  <a:pt x="77502" y="136624"/>
                  <a:pt x="70098" y="131304"/>
                  <a:pt x="62880" y="121518"/>
                </a:cubicBezTo>
                <a:cubicBezTo>
                  <a:pt x="56034" y="119732"/>
                  <a:pt x="48592" y="117016"/>
                  <a:pt x="41337" y="112923"/>
                </a:cubicBezTo>
                <a:cubicBezTo>
                  <a:pt x="21208" y="101650"/>
                  <a:pt x="3051" y="80404"/>
                  <a:pt x="446" y="42267"/>
                </a:cubicBezTo>
                <a:cubicBezTo>
                  <a:pt x="-260" y="31812"/>
                  <a:pt x="8260" y="23775"/>
                  <a:pt x="17971" y="23775"/>
                </a:cubicBezTo>
                <a:lnTo>
                  <a:pt x="36426" y="23775"/>
                </a:lnTo>
                <a:cubicBezTo>
                  <a:pt x="36314" y="21841"/>
                  <a:pt x="36240" y="19906"/>
                  <a:pt x="36165" y="17897"/>
                </a:cubicBezTo>
                <a:cubicBezTo>
                  <a:pt x="35793" y="8037"/>
                  <a:pt x="43830" y="-37"/>
                  <a:pt x="53690" y="-37"/>
                </a:cubicBezTo>
                <a:close/>
                <a:moveTo>
                  <a:pt x="37765" y="41672"/>
                </a:moveTo>
                <a:lnTo>
                  <a:pt x="18269" y="41672"/>
                </a:lnTo>
                <a:cubicBezTo>
                  <a:pt x="20575" y="73186"/>
                  <a:pt x="35049" y="88962"/>
                  <a:pt x="49969" y="97334"/>
                </a:cubicBezTo>
                <a:cubicBezTo>
                  <a:pt x="44611" y="83455"/>
                  <a:pt x="40184" y="65336"/>
                  <a:pt x="37765" y="41672"/>
                </a:cubicBezTo>
                <a:close/>
                <a:moveTo>
                  <a:pt x="141387" y="95548"/>
                </a:moveTo>
                <a:cubicBezTo>
                  <a:pt x="156456" y="86692"/>
                  <a:pt x="170073" y="70954"/>
                  <a:pt x="172380" y="41672"/>
                </a:cubicBezTo>
                <a:lnTo>
                  <a:pt x="152921" y="41672"/>
                </a:lnTo>
                <a:cubicBezTo>
                  <a:pt x="150614" y="64331"/>
                  <a:pt x="146447" y="81930"/>
                  <a:pt x="141387" y="95548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13" name="Text 11"/>
          <p:cNvSpPr/>
          <p:nvPr/>
        </p:nvSpPr>
        <p:spPr>
          <a:xfrm>
            <a:off x="720725" y="2140047"/>
            <a:ext cx="1277938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What We Achieved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03225" y="2505172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63500" y="127000"/>
                </a:moveTo>
                <a:cubicBezTo>
                  <a:pt x="98547" y="127000"/>
                  <a:pt x="127000" y="98547"/>
                  <a:pt x="127000" y="63500"/>
                </a:cubicBezTo>
                <a:cubicBezTo>
                  <a:pt x="127000" y="28453"/>
                  <a:pt x="98547" y="0"/>
                  <a:pt x="63500" y="0"/>
                </a:cubicBezTo>
                <a:cubicBezTo>
                  <a:pt x="28453" y="0"/>
                  <a:pt x="0" y="28453"/>
                  <a:pt x="0" y="63500"/>
                </a:cubicBezTo>
                <a:cubicBezTo>
                  <a:pt x="0" y="98547"/>
                  <a:pt x="28453" y="127000"/>
                  <a:pt x="63500" y="127000"/>
                </a:cubicBezTo>
                <a:close/>
                <a:moveTo>
                  <a:pt x="84435" y="52760"/>
                </a:moveTo>
                <a:lnTo>
                  <a:pt x="64591" y="84510"/>
                </a:lnTo>
                <a:cubicBezTo>
                  <a:pt x="63550" y="86171"/>
                  <a:pt x="61764" y="87213"/>
                  <a:pt x="59804" y="87313"/>
                </a:cubicBezTo>
                <a:cubicBezTo>
                  <a:pt x="57845" y="87412"/>
                  <a:pt x="55959" y="86519"/>
                  <a:pt x="54794" y="84931"/>
                </a:cubicBezTo>
                <a:lnTo>
                  <a:pt x="42887" y="69056"/>
                </a:lnTo>
                <a:cubicBezTo>
                  <a:pt x="40903" y="66427"/>
                  <a:pt x="41449" y="62706"/>
                  <a:pt x="44078" y="60722"/>
                </a:cubicBezTo>
                <a:cubicBezTo>
                  <a:pt x="46707" y="58737"/>
                  <a:pt x="50428" y="59283"/>
                  <a:pt x="52412" y="61913"/>
                </a:cubicBezTo>
                <a:lnTo>
                  <a:pt x="59110" y="70842"/>
                </a:lnTo>
                <a:lnTo>
                  <a:pt x="74340" y="46459"/>
                </a:lnTo>
                <a:cubicBezTo>
                  <a:pt x="76076" y="43681"/>
                  <a:pt x="79747" y="42813"/>
                  <a:pt x="82550" y="44574"/>
                </a:cubicBezTo>
                <a:cubicBezTo>
                  <a:pt x="85353" y="46335"/>
                  <a:pt x="86196" y="49981"/>
                  <a:pt x="84435" y="52784"/>
                </a:cubicBezTo>
                <a:close/>
              </a:path>
            </a:pathLst>
          </a:custGeom>
          <a:solidFill>
            <a:srgbClr val="00C950"/>
          </a:solidFill>
          <a:ln/>
        </p:spPr>
      </p:sp>
      <p:sp>
        <p:nvSpPr>
          <p:cNvPr id="15" name="Text 13"/>
          <p:cNvSpPr/>
          <p:nvPr/>
        </p:nvSpPr>
        <p:spPr>
          <a:xfrm>
            <a:off x="609600" y="2489297"/>
            <a:ext cx="159543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Fully functional web application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03225" y="2727422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63500" y="127000"/>
                </a:moveTo>
                <a:cubicBezTo>
                  <a:pt x="98547" y="127000"/>
                  <a:pt x="127000" y="98547"/>
                  <a:pt x="127000" y="63500"/>
                </a:cubicBezTo>
                <a:cubicBezTo>
                  <a:pt x="127000" y="28453"/>
                  <a:pt x="98547" y="0"/>
                  <a:pt x="63500" y="0"/>
                </a:cubicBezTo>
                <a:cubicBezTo>
                  <a:pt x="28453" y="0"/>
                  <a:pt x="0" y="28453"/>
                  <a:pt x="0" y="63500"/>
                </a:cubicBezTo>
                <a:cubicBezTo>
                  <a:pt x="0" y="98547"/>
                  <a:pt x="28453" y="127000"/>
                  <a:pt x="63500" y="127000"/>
                </a:cubicBezTo>
                <a:close/>
                <a:moveTo>
                  <a:pt x="84435" y="52760"/>
                </a:moveTo>
                <a:lnTo>
                  <a:pt x="64591" y="84510"/>
                </a:lnTo>
                <a:cubicBezTo>
                  <a:pt x="63550" y="86171"/>
                  <a:pt x="61764" y="87213"/>
                  <a:pt x="59804" y="87313"/>
                </a:cubicBezTo>
                <a:cubicBezTo>
                  <a:pt x="57845" y="87412"/>
                  <a:pt x="55959" y="86519"/>
                  <a:pt x="54794" y="84931"/>
                </a:cubicBezTo>
                <a:lnTo>
                  <a:pt x="42887" y="69056"/>
                </a:lnTo>
                <a:cubicBezTo>
                  <a:pt x="40903" y="66427"/>
                  <a:pt x="41449" y="62706"/>
                  <a:pt x="44078" y="60722"/>
                </a:cubicBezTo>
                <a:cubicBezTo>
                  <a:pt x="46707" y="58737"/>
                  <a:pt x="50428" y="59283"/>
                  <a:pt x="52412" y="61913"/>
                </a:cubicBezTo>
                <a:lnTo>
                  <a:pt x="59110" y="70842"/>
                </a:lnTo>
                <a:lnTo>
                  <a:pt x="74340" y="46459"/>
                </a:lnTo>
                <a:cubicBezTo>
                  <a:pt x="76076" y="43681"/>
                  <a:pt x="79747" y="42813"/>
                  <a:pt x="82550" y="44574"/>
                </a:cubicBezTo>
                <a:cubicBezTo>
                  <a:pt x="85353" y="46335"/>
                  <a:pt x="86196" y="49981"/>
                  <a:pt x="84435" y="52784"/>
                </a:cubicBezTo>
                <a:close/>
              </a:path>
            </a:pathLst>
          </a:custGeom>
          <a:solidFill>
            <a:srgbClr val="00C950"/>
          </a:solidFill>
          <a:ln/>
        </p:spPr>
      </p:sp>
      <p:sp>
        <p:nvSpPr>
          <p:cNvPr id="17" name="Text 15"/>
          <p:cNvSpPr/>
          <p:nvPr/>
        </p:nvSpPr>
        <p:spPr>
          <a:xfrm>
            <a:off x="609600" y="2711547"/>
            <a:ext cx="1039812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AI-powered insights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03225" y="2949672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63500" y="127000"/>
                </a:moveTo>
                <a:cubicBezTo>
                  <a:pt x="98547" y="127000"/>
                  <a:pt x="127000" y="98547"/>
                  <a:pt x="127000" y="63500"/>
                </a:cubicBezTo>
                <a:cubicBezTo>
                  <a:pt x="127000" y="28453"/>
                  <a:pt x="98547" y="0"/>
                  <a:pt x="63500" y="0"/>
                </a:cubicBezTo>
                <a:cubicBezTo>
                  <a:pt x="28453" y="0"/>
                  <a:pt x="0" y="28453"/>
                  <a:pt x="0" y="63500"/>
                </a:cubicBezTo>
                <a:cubicBezTo>
                  <a:pt x="0" y="98547"/>
                  <a:pt x="28453" y="127000"/>
                  <a:pt x="63500" y="127000"/>
                </a:cubicBezTo>
                <a:close/>
                <a:moveTo>
                  <a:pt x="84435" y="52760"/>
                </a:moveTo>
                <a:lnTo>
                  <a:pt x="64591" y="84510"/>
                </a:lnTo>
                <a:cubicBezTo>
                  <a:pt x="63550" y="86171"/>
                  <a:pt x="61764" y="87213"/>
                  <a:pt x="59804" y="87313"/>
                </a:cubicBezTo>
                <a:cubicBezTo>
                  <a:pt x="57845" y="87412"/>
                  <a:pt x="55959" y="86519"/>
                  <a:pt x="54794" y="84931"/>
                </a:cubicBezTo>
                <a:lnTo>
                  <a:pt x="42887" y="69056"/>
                </a:lnTo>
                <a:cubicBezTo>
                  <a:pt x="40903" y="66427"/>
                  <a:pt x="41449" y="62706"/>
                  <a:pt x="44078" y="60722"/>
                </a:cubicBezTo>
                <a:cubicBezTo>
                  <a:pt x="46707" y="58737"/>
                  <a:pt x="50428" y="59283"/>
                  <a:pt x="52412" y="61913"/>
                </a:cubicBezTo>
                <a:lnTo>
                  <a:pt x="59110" y="70842"/>
                </a:lnTo>
                <a:lnTo>
                  <a:pt x="74340" y="46459"/>
                </a:lnTo>
                <a:cubicBezTo>
                  <a:pt x="76076" y="43681"/>
                  <a:pt x="79747" y="42813"/>
                  <a:pt x="82550" y="44574"/>
                </a:cubicBezTo>
                <a:cubicBezTo>
                  <a:pt x="85353" y="46335"/>
                  <a:pt x="86196" y="49981"/>
                  <a:pt x="84435" y="52784"/>
                </a:cubicBezTo>
                <a:close/>
              </a:path>
            </a:pathLst>
          </a:custGeom>
          <a:solidFill>
            <a:srgbClr val="00C950"/>
          </a:solidFill>
          <a:ln/>
        </p:spPr>
      </p:sp>
      <p:sp>
        <p:nvSpPr>
          <p:cNvPr id="19" name="Text 17"/>
          <p:cNvSpPr/>
          <p:nvPr/>
        </p:nvSpPr>
        <p:spPr>
          <a:xfrm>
            <a:off x="609600" y="2933797"/>
            <a:ext cx="16430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Secure and scalable architecture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403225" y="3171922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63500" y="127000"/>
                </a:moveTo>
                <a:cubicBezTo>
                  <a:pt x="98547" y="127000"/>
                  <a:pt x="127000" y="98547"/>
                  <a:pt x="127000" y="63500"/>
                </a:cubicBezTo>
                <a:cubicBezTo>
                  <a:pt x="127000" y="28453"/>
                  <a:pt x="98547" y="0"/>
                  <a:pt x="63500" y="0"/>
                </a:cubicBezTo>
                <a:cubicBezTo>
                  <a:pt x="28453" y="0"/>
                  <a:pt x="0" y="28453"/>
                  <a:pt x="0" y="63500"/>
                </a:cubicBezTo>
                <a:cubicBezTo>
                  <a:pt x="0" y="98547"/>
                  <a:pt x="28453" y="127000"/>
                  <a:pt x="63500" y="127000"/>
                </a:cubicBezTo>
                <a:close/>
                <a:moveTo>
                  <a:pt x="84435" y="52760"/>
                </a:moveTo>
                <a:lnTo>
                  <a:pt x="64591" y="84510"/>
                </a:lnTo>
                <a:cubicBezTo>
                  <a:pt x="63550" y="86171"/>
                  <a:pt x="61764" y="87213"/>
                  <a:pt x="59804" y="87313"/>
                </a:cubicBezTo>
                <a:cubicBezTo>
                  <a:pt x="57845" y="87412"/>
                  <a:pt x="55959" y="86519"/>
                  <a:pt x="54794" y="84931"/>
                </a:cubicBezTo>
                <a:lnTo>
                  <a:pt x="42887" y="69056"/>
                </a:lnTo>
                <a:cubicBezTo>
                  <a:pt x="40903" y="66427"/>
                  <a:pt x="41449" y="62706"/>
                  <a:pt x="44078" y="60722"/>
                </a:cubicBezTo>
                <a:cubicBezTo>
                  <a:pt x="46707" y="58737"/>
                  <a:pt x="50428" y="59283"/>
                  <a:pt x="52412" y="61913"/>
                </a:cubicBezTo>
                <a:lnTo>
                  <a:pt x="59110" y="70842"/>
                </a:lnTo>
                <a:lnTo>
                  <a:pt x="74340" y="46459"/>
                </a:lnTo>
                <a:cubicBezTo>
                  <a:pt x="76076" y="43681"/>
                  <a:pt x="79747" y="42813"/>
                  <a:pt x="82550" y="44574"/>
                </a:cubicBezTo>
                <a:cubicBezTo>
                  <a:pt x="85353" y="46335"/>
                  <a:pt x="86196" y="49981"/>
                  <a:pt x="84435" y="52784"/>
                </a:cubicBezTo>
                <a:close/>
              </a:path>
            </a:pathLst>
          </a:custGeom>
          <a:solidFill>
            <a:srgbClr val="00C950"/>
          </a:solidFill>
          <a:ln/>
        </p:spPr>
      </p:sp>
      <p:sp>
        <p:nvSpPr>
          <p:cNvPr id="21" name="Text 19"/>
          <p:cNvSpPr/>
          <p:nvPr/>
        </p:nvSpPr>
        <p:spPr>
          <a:xfrm>
            <a:off x="609600" y="3156047"/>
            <a:ext cx="138112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Cloud-deployed worldwide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403225" y="3394172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63500" y="127000"/>
                </a:moveTo>
                <a:cubicBezTo>
                  <a:pt x="98547" y="127000"/>
                  <a:pt x="127000" y="98547"/>
                  <a:pt x="127000" y="63500"/>
                </a:cubicBezTo>
                <a:cubicBezTo>
                  <a:pt x="127000" y="28453"/>
                  <a:pt x="98547" y="0"/>
                  <a:pt x="63500" y="0"/>
                </a:cubicBezTo>
                <a:cubicBezTo>
                  <a:pt x="28453" y="0"/>
                  <a:pt x="0" y="28453"/>
                  <a:pt x="0" y="63500"/>
                </a:cubicBezTo>
                <a:cubicBezTo>
                  <a:pt x="0" y="98547"/>
                  <a:pt x="28453" y="127000"/>
                  <a:pt x="63500" y="127000"/>
                </a:cubicBezTo>
                <a:close/>
                <a:moveTo>
                  <a:pt x="84435" y="52760"/>
                </a:moveTo>
                <a:lnTo>
                  <a:pt x="64591" y="84510"/>
                </a:lnTo>
                <a:cubicBezTo>
                  <a:pt x="63550" y="86171"/>
                  <a:pt x="61764" y="87213"/>
                  <a:pt x="59804" y="87313"/>
                </a:cubicBezTo>
                <a:cubicBezTo>
                  <a:pt x="57845" y="87412"/>
                  <a:pt x="55959" y="86519"/>
                  <a:pt x="54794" y="84931"/>
                </a:cubicBezTo>
                <a:lnTo>
                  <a:pt x="42887" y="69056"/>
                </a:lnTo>
                <a:cubicBezTo>
                  <a:pt x="40903" y="66427"/>
                  <a:pt x="41449" y="62706"/>
                  <a:pt x="44078" y="60722"/>
                </a:cubicBezTo>
                <a:cubicBezTo>
                  <a:pt x="46707" y="58737"/>
                  <a:pt x="50428" y="59283"/>
                  <a:pt x="52412" y="61913"/>
                </a:cubicBezTo>
                <a:lnTo>
                  <a:pt x="59110" y="70842"/>
                </a:lnTo>
                <a:lnTo>
                  <a:pt x="74340" y="46459"/>
                </a:lnTo>
                <a:cubicBezTo>
                  <a:pt x="76076" y="43681"/>
                  <a:pt x="79747" y="42813"/>
                  <a:pt x="82550" y="44574"/>
                </a:cubicBezTo>
                <a:cubicBezTo>
                  <a:pt x="85353" y="46335"/>
                  <a:pt x="86196" y="49981"/>
                  <a:pt x="84435" y="52784"/>
                </a:cubicBezTo>
                <a:close/>
              </a:path>
            </a:pathLst>
          </a:custGeom>
          <a:solidFill>
            <a:srgbClr val="00C950"/>
          </a:solidFill>
          <a:ln/>
        </p:spPr>
      </p:sp>
      <p:sp>
        <p:nvSpPr>
          <p:cNvPr id="23" name="Text 21"/>
          <p:cNvSpPr/>
          <p:nvPr/>
        </p:nvSpPr>
        <p:spPr>
          <a:xfrm>
            <a:off x="609600" y="3378297"/>
            <a:ext cx="17700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Complete technical documentation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083300" y="1978124"/>
            <a:ext cx="5689600" cy="1720850"/>
          </a:xfrm>
          <a:custGeom>
            <a:avLst/>
            <a:gdLst/>
            <a:ahLst/>
            <a:cxnLst/>
            <a:rect l="l" t="t" r="r" b="b"/>
            <a:pathLst>
              <a:path w="5689600" h="1720850">
                <a:moveTo>
                  <a:pt x="95249" y="0"/>
                </a:moveTo>
                <a:lnTo>
                  <a:pt x="5594351" y="0"/>
                </a:lnTo>
                <a:cubicBezTo>
                  <a:pt x="5646956" y="0"/>
                  <a:pt x="5689600" y="42644"/>
                  <a:pt x="5689600" y="95249"/>
                </a:cubicBezTo>
                <a:lnTo>
                  <a:pt x="5689600" y="1625601"/>
                </a:lnTo>
                <a:cubicBezTo>
                  <a:pt x="5689600" y="1678206"/>
                  <a:pt x="5646956" y="1720850"/>
                  <a:pt x="5594351" y="1720850"/>
                </a:cubicBezTo>
                <a:lnTo>
                  <a:pt x="95249" y="1720850"/>
                </a:lnTo>
                <a:cubicBezTo>
                  <a:pt x="42644" y="1720850"/>
                  <a:pt x="0" y="1678206"/>
                  <a:pt x="0" y="1625601"/>
                </a:cubicBezTo>
                <a:lnTo>
                  <a:pt x="0" y="95249"/>
                </a:lnTo>
                <a:cubicBezTo>
                  <a:pt x="0" y="42680"/>
                  <a:pt x="42680" y="0"/>
                  <a:pt x="95249" y="0"/>
                </a:cubicBezTo>
                <a:close/>
              </a:path>
            </a:pathLst>
          </a:custGeom>
          <a:solidFill>
            <a:srgbClr val="FFFFFF"/>
          </a:solidFill>
          <a:ln w="10160">
            <a:solidFill>
              <a:srgbClr val="F3F4F6"/>
            </a:solidFill>
            <a:prstDash val="solid"/>
          </a:ln>
          <a:effectLst>
            <a:outerShdw blurRad="23813" dist="7938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269037" y="2155922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47625" y="119063"/>
                </a:moveTo>
                <a:lnTo>
                  <a:pt x="9116" y="119063"/>
                </a:lnTo>
                <a:cubicBezTo>
                  <a:pt x="-149" y="119063"/>
                  <a:pt x="-5842" y="108979"/>
                  <a:pt x="-1079" y="101017"/>
                </a:cubicBezTo>
                <a:lnTo>
                  <a:pt x="18604" y="68200"/>
                </a:lnTo>
                <a:cubicBezTo>
                  <a:pt x="21841" y="62805"/>
                  <a:pt x="27645" y="59531"/>
                  <a:pt x="33933" y="59531"/>
                </a:cubicBezTo>
                <a:lnTo>
                  <a:pt x="69279" y="59531"/>
                </a:lnTo>
                <a:cubicBezTo>
                  <a:pt x="97594" y="11571"/>
                  <a:pt x="139824" y="9153"/>
                  <a:pt x="168064" y="13283"/>
                </a:cubicBezTo>
                <a:cubicBezTo>
                  <a:pt x="172827" y="13990"/>
                  <a:pt x="176547" y="17711"/>
                  <a:pt x="177217" y="22436"/>
                </a:cubicBezTo>
                <a:cubicBezTo>
                  <a:pt x="181347" y="50676"/>
                  <a:pt x="178929" y="92906"/>
                  <a:pt x="130969" y="121221"/>
                </a:cubicBezTo>
                <a:lnTo>
                  <a:pt x="130969" y="156567"/>
                </a:lnTo>
                <a:cubicBezTo>
                  <a:pt x="130969" y="162855"/>
                  <a:pt x="127695" y="168659"/>
                  <a:pt x="122300" y="171896"/>
                </a:cubicBezTo>
                <a:lnTo>
                  <a:pt x="89483" y="191579"/>
                </a:lnTo>
                <a:cubicBezTo>
                  <a:pt x="81558" y="196342"/>
                  <a:pt x="71438" y="190612"/>
                  <a:pt x="71438" y="181384"/>
                </a:cubicBezTo>
                <a:lnTo>
                  <a:pt x="71438" y="142875"/>
                </a:lnTo>
                <a:cubicBezTo>
                  <a:pt x="71438" y="129741"/>
                  <a:pt x="60759" y="119063"/>
                  <a:pt x="47625" y="119063"/>
                </a:cubicBezTo>
                <a:lnTo>
                  <a:pt x="47588" y="119063"/>
                </a:lnTo>
                <a:close/>
                <a:moveTo>
                  <a:pt x="148828" y="59531"/>
                </a:moveTo>
                <a:cubicBezTo>
                  <a:pt x="148828" y="49674"/>
                  <a:pt x="140826" y="41672"/>
                  <a:pt x="130969" y="41672"/>
                </a:cubicBezTo>
                <a:cubicBezTo>
                  <a:pt x="121112" y="41672"/>
                  <a:pt x="113109" y="49674"/>
                  <a:pt x="113109" y="59531"/>
                </a:cubicBezTo>
                <a:cubicBezTo>
                  <a:pt x="113109" y="69388"/>
                  <a:pt x="121112" y="77391"/>
                  <a:pt x="130969" y="77391"/>
                </a:cubicBezTo>
                <a:cubicBezTo>
                  <a:pt x="140826" y="77391"/>
                  <a:pt x="148828" y="69388"/>
                  <a:pt x="148828" y="59531"/>
                </a:cubicBezTo>
                <a:close/>
              </a:path>
            </a:pathLst>
          </a:custGeom>
          <a:solidFill>
            <a:srgbClr val="818CF8"/>
          </a:solidFill>
          <a:ln/>
        </p:spPr>
      </p:sp>
      <p:sp>
        <p:nvSpPr>
          <p:cNvPr id="26" name="Text 24"/>
          <p:cNvSpPr/>
          <p:nvPr/>
        </p:nvSpPr>
        <p:spPr>
          <a:xfrm>
            <a:off x="6578600" y="2140047"/>
            <a:ext cx="50800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Impact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6261100" y="2505172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63500" y="0"/>
                </a:moveTo>
                <a:cubicBezTo>
                  <a:pt x="98547" y="0"/>
                  <a:pt x="127000" y="28453"/>
                  <a:pt x="127000" y="63500"/>
                </a:cubicBezTo>
                <a:cubicBezTo>
                  <a:pt x="127000" y="98547"/>
                  <a:pt x="98547" y="127000"/>
                  <a:pt x="63500" y="127000"/>
                </a:cubicBezTo>
                <a:cubicBezTo>
                  <a:pt x="28453" y="127000"/>
                  <a:pt x="0" y="98547"/>
                  <a:pt x="0" y="63500"/>
                </a:cubicBezTo>
                <a:cubicBezTo>
                  <a:pt x="0" y="28453"/>
                  <a:pt x="28453" y="0"/>
                  <a:pt x="63500" y="0"/>
                </a:cubicBezTo>
                <a:close/>
                <a:moveTo>
                  <a:pt x="57547" y="29766"/>
                </a:moveTo>
                <a:lnTo>
                  <a:pt x="57547" y="63500"/>
                </a:lnTo>
                <a:cubicBezTo>
                  <a:pt x="57547" y="65484"/>
                  <a:pt x="58539" y="67345"/>
                  <a:pt x="60201" y="68461"/>
                </a:cubicBezTo>
                <a:lnTo>
                  <a:pt x="84013" y="84336"/>
                </a:lnTo>
                <a:cubicBezTo>
                  <a:pt x="86742" y="86171"/>
                  <a:pt x="90438" y="85427"/>
                  <a:pt x="92273" y="82674"/>
                </a:cubicBezTo>
                <a:cubicBezTo>
                  <a:pt x="94109" y="79921"/>
                  <a:pt x="93365" y="76250"/>
                  <a:pt x="90612" y="74414"/>
                </a:cubicBezTo>
                <a:lnTo>
                  <a:pt x="69453" y="60325"/>
                </a:lnTo>
                <a:lnTo>
                  <a:pt x="69453" y="29766"/>
                </a:lnTo>
                <a:cubicBezTo>
                  <a:pt x="69453" y="26467"/>
                  <a:pt x="66799" y="23812"/>
                  <a:pt x="63500" y="23812"/>
                </a:cubicBezTo>
                <a:cubicBezTo>
                  <a:pt x="60201" y="23812"/>
                  <a:pt x="57547" y="26467"/>
                  <a:pt x="57547" y="29766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28" name="Text 26"/>
          <p:cNvSpPr/>
          <p:nvPr/>
        </p:nvSpPr>
        <p:spPr>
          <a:xfrm>
            <a:off x="6467475" y="2489297"/>
            <a:ext cx="180975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Saves hours of manual analysis time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6245225" y="2727422"/>
            <a:ext cx="158750" cy="127000"/>
          </a:xfrm>
          <a:custGeom>
            <a:avLst/>
            <a:gdLst/>
            <a:ahLst/>
            <a:cxnLst/>
            <a:rect l="l" t="t" r="r" b="b"/>
            <a:pathLst>
              <a:path w="158750" h="127000">
                <a:moveTo>
                  <a:pt x="79375" y="3969"/>
                </a:moveTo>
                <a:cubicBezTo>
                  <a:pt x="93613" y="3969"/>
                  <a:pt x="105172" y="15528"/>
                  <a:pt x="105172" y="29766"/>
                </a:cubicBezTo>
                <a:cubicBezTo>
                  <a:pt x="105172" y="44003"/>
                  <a:pt x="93613" y="55563"/>
                  <a:pt x="79375" y="55563"/>
                </a:cubicBezTo>
                <a:cubicBezTo>
                  <a:pt x="65137" y="55563"/>
                  <a:pt x="53578" y="44003"/>
                  <a:pt x="53578" y="29766"/>
                </a:cubicBezTo>
                <a:cubicBezTo>
                  <a:pt x="53578" y="15528"/>
                  <a:pt x="65137" y="3969"/>
                  <a:pt x="79375" y="3969"/>
                </a:cubicBezTo>
                <a:close/>
                <a:moveTo>
                  <a:pt x="23812" y="21828"/>
                </a:moveTo>
                <a:cubicBezTo>
                  <a:pt x="33669" y="21828"/>
                  <a:pt x="41672" y="29831"/>
                  <a:pt x="41672" y="39688"/>
                </a:cubicBezTo>
                <a:cubicBezTo>
                  <a:pt x="41672" y="49544"/>
                  <a:pt x="33669" y="57547"/>
                  <a:pt x="23812" y="57547"/>
                </a:cubicBezTo>
                <a:cubicBezTo>
                  <a:pt x="13956" y="57547"/>
                  <a:pt x="5953" y="49544"/>
                  <a:pt x="5953" y="39688"/>
                </a:cubicBezTo>
                <a:cubicBezTo>
                  <a:pt x="5953" y="29831"/>
                  <a:pt x="13956" y="21828"/>
                  <a:pt x="23812" y="21828"/>
                </a:cubicBezTo>
                <a:close/>
                <a:moveTo>
                  <a:pt x="0" y="103188"/>
                </a:moveTo>
                <a:cubicBezTo>
                  <a:pt x="0" y="85651"/>
                  <a:pt x="14213" y="71438"/>
                  <a:pt x="31750" y="71438"/>
                </a:cubicBezTo>
                <a:cubicBezTo>
                  <a:pt x="34925" y="71438"/>
                  <a:pt x="38001" y="71909"/>
                  <a:pt x="40903" y="72777"/>
                </a:cubicBezTo>
                <a:cubicBezTo>
                  <a:pt x="32742" y="81905"/>
                  <a:pt x="27781" y="93960"/>
                  <a:pt x="27781" y="107156"/>
                </a:cubicBezTo>
                <a:lnTo>
                  <a:pt x="27781" y="111125"/>
                </a:lnTo>
                <a:cubicBezTo>
                  <a:pt x="27781" y="113953"/>
                  <a:pt x="28377" y="116632"/>
                  <a:pt x="29443" y="119063"/>
                </a:cubicBezTo>
                <a:lnTo>
                  <a:pt x="7938" y="119063"/>
                </a:lnTo>
                <a:cubicBezTo>
                  <a:pt x="3547" y="119063"/>
                  <a:pt x="0" y="115515"/>
                  <a:pt x="0" y="111125"/>
                </a:cubicBezTo>
                <a:lnTo>
                  <a:pt x="0" y="103188"/>
                </a:lnTo>
                <a:close/>
                <a:moveTo>
                  <a:pt x="129307" y="119063"/>
                </a:moveTo>
                <a:cubicBezTo>
                  <a:pt x="130373" y="116632"/>
                  <a:pt x="130969" y="113953"/>
                  <a:pt x="130969" y="111125"/>
                </a:cubicBezTo>
                <a:lnTo>
                  <a:pt x="130969" y="107156"/>
                </a:lnTo>
                <a:cubicBezTo>
                  <a:pt x="130969" y="93960"/>
                  <a:pt x="126008" y="81905"/>
                  <a:pt x="117847" y="72777"/>
                </a:cubicBezTo>
                <a:cubicBezTo>
                  <a:pt x="120749" y="71909"/>
                  <a:pt x="123825" y="71438"/>
                  <a:pt x="127000" y="71438"/>
                </a:cubicBezTo>
                <a:cubicBezTo>
                  <a:pt x="144537" y="71438"/>
                  <a:pt x="158750" y="85651"/>
                  <a:pt x="158750" y="103188"/>
                </a:cubicBezTo>
                <a:lnTo>
                  <a:pt x="158750" y="111125"/>
                </a:lnTo>
                <a:cubicBezTo>
                  <a:pt x="158750" y="115515"/>
                  <a:pt x="155203" y="119063"/>
                  <a:pt x="150813" y="119063"/>
                </a:cubicBezTo>
                <a:lnTo>
                  <a:pt x="129307" y="119063"/>
                </a:lnTo>
                <a:close/>
                <a:moveTo>
                  <a:pt x="117078" y="39688"/>
                </a:moveTo>
                <a:cubicBezTo>
                  <a:pt x="117078" y="29831"/>
                  <a:pt x="125081" y="21828"/>
                  <a:pt x="134938" y="21828"/>
                </a:cubicBezTo>
                <a:cubicBezTo>
                  <a:pt x="144794" y="21828"/>
                  <a:pt x="152797" y="29831"/>
                  <a:pt x="152797" y="39687"/>
                </a:cubicBezTo>
                <a:cubicBezTo>
                  <a:pt x="152797" y="49544"/>
                  <a:pt x="144794" y="57547"/>
                  <a:pt x="134938" y="57547"/>
                </a:cubicBezTo>
                <a:cubicBezTo>
                  <a:pt x="125081" y="57547"/>
                  <a:pt x="117078" y="49544"/>
                  <a:pt x="117078" y="39688"/>
                </a:cubicBezTo>
                <a:close/>
                <a:moveTo>
                  <a:pt x="39688" y="107156"/>
                </a:moveTo>
                <a:cubicBezTo>
                  <a:pt x="39688" y="85229"/>
                  <a:pt x="57448" y="67469"/>
                  <a:pt x="79375" y="67469"/>
                </a:cubicBezTo>
                <a:cubicBezTo>
                  <a:pt x="101302" y="67469"/>
                  <a:pt x="119063" y="85229"/>
                  <a:pt x="119063" y="107156"/>
                </a:cubicBezTo>
                <a:lnTo>
                  <a:pt x="119063" y="111125"/>
                </a:lnTo>
                <a:cubicBezTo>
                  <a:pt x="119063" y="115515"/>
                  <a:pt x="115515" y="119063"/>
                  <a:pt x="111125" y="119063"/>
                </a:cubicBezTo>
                <a:lnTo>
                  <a:pt x="47625" y="119063"/>
                </a:lnTo>
                <a:cubicBezTo>
                  <a:pt x="43235" y="119063"/>
                  <a:pt x="39688" y="115515"/>
                  <a:pt x="39688" y="111125"/>
                </a:cubicBezTo>
                <a:lnTo>
                  <a:pt x="39688" y="107156"/>
                </a:ln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30" name="Text 28"/>
          <p:cNvSpPr/>
          <p:nvPr/>
        </p:nvSpPr>
        <p:spPr>
          <a:xfrm>
            <a:off x="6467475" y="2711547"/>
            <a:ext cx="192087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Empowers non-technical users with AI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284912" y="2949672"/>
            <a:ext cx="79375" cy="127000"/>
          </a:xfrm>
          <a:custGeom>
            <a:avLst/>
            <a:gdLst/>
            <a:ahLst/>
            <a:cxnLst/>
            <a:rect l="l" t="t" r="r" b="b"/>
            <a:pathLst>
              <a:path w="79375" h="127000">
                <a:moveTo>
                  <a:pt x="33734" y="5953"/>
                </a:moveTo>
                <a:cubicBezTo>
                  <a:pt x="33734" y="2654"/>
                  <a:pt x="36388" y="0"/>
                  <a:pt x="39688" y="0"/>
                </a:cubicBezTo>
                <a:cubicBezTo>
                  <a:pt x="42987" y="0"/>
                  <a:pt x="45641" y="2654"/>
                  <a:pt x="45641" y="5953"/>
                </a:cubicBezTo>
                <a:lnTo>
                  <a:pt x="45641" y="15875"/>
                </a:lnTo>
                <a:lnTo>
                  <a:pt x="59531" y="15875"/>
                </a:lnTo>
                <a:cubicBezTo>
                  <a:pt x="63922" y="15875"/>
                  <a:pt x="67469" y="19422"/>
                  <a:pt x="67469" y="23812"/>
                </a:cubicBezTo>
                <a:cubicBezTo>
                  <a:pt x="67469" y="28203"/>
                  <a:pt x="63922" y="31750"/>
                  <a:pt x="59531" y="31750"/>
                </a:cubicBezTo>
                <a:lnTo>
                  <a:pt x="31031" y="31750"/>
                </a:lnTo>
                <a:cubicBezTo>
                  <a:pt x="24854" y="31750"/>
                  <a:pt x="19844" y="36761"/>
                  <a:pt x="19844" y="42937"/>
                </a:cubicBezTo>
                <a:cubicBezTo>
                  <a:pt x="19844" y="48518"/>
                  <a:pt x="23937" y="53231"/>
                  <a:pt x="29443" y="54025"/>
                </a:cubicBezTo>
                <a:lnTo>
                  <a:pt x="52164" y="57274"/>
                </a:lnTo>
                <a:cubicBezTo>
                  <a:pt x="65509" y="59184"/>
                  <a:pt x="75406" y="70594"/>
                  <a:pt x="75406" y="84063"/>
                </a:cubicBezTo>
                <a:cubicBezTo>
                  <a:pt x="75406" y="99020"/>
                  <a:pt x="63277" y="111125"/>
                  <a:pt x="48344" y="111125"/>
                </a:cubicBezTo>
                <a:lnTo>
                  <a:pt x="45641" y="111125"/>
                </a:lnTo>
                <a:lnTo>
                  <a:pt x="45641" y="121047"/>
                </a:lnTo>
                <a:cubicBezTo>
                  <a:pt x="45641" y="124346"/>
                  <a:pt x="42987" y="127000"/>
                  <a:pt x="39688" y="127000"/>
                </a:cubicBezTo>
                <a:cubicBezTo>
                  <a:pt x="36388" y="127000"/>
                  <a:pt x="33734" y="124346"/>
                  <a:pt x="33734" y="121047"/>
                </a:cubicBezTo>
                <a:lnTo>
                  <a:pt x="33734" y="111125"/>
                </a:lnTo>
                <a:lnTo>
                  <a:pt x="15875" y="111125"/>
                </a:lnTo>
                <a:cubicBezTo>
                  <a:pt x="11485" y="111125"/>
                  <a:pt x="7938" y="107578"/>
                  <a:pt x="7938" y="103188"/>
                </a:cubicBezTo>
                <a:cubicBezTo>
                  <a:pt x="7938" y="98797"/>
                  <a:pt x="11485" y="95250"/>
                  <a:pt x="15875" y="95250"/>
                </a:cubicBezTo>
                <a:lnTo>
                  <a:pt x="48344" y="95250"/>
                </a:lnTo>
                <a:cubicBezTo>
                  <a:pt x="54521" y="95250"/>
                  <a:pt x="59531" y="90239"/>
                  <a:pt x="59531" y="84063"/>
                </a:cubicBezTo>
                <a:cubicBezTo>
                  <a:pt x="59531" y="78482"/>
                  <a:pt x="55438" y="73769"/>
                  <a:pt x="49932" y="72975"/>
                </a:cubicBezTo>
                <a:lnTo>
                  <a:pt x="27211" y="69726"/>
                </a:lnTo>
                <a:cubicBezTo>
                  <a:pt x="13866" y="67841"/>
                  <a:pt x="3969" y="56406"/>
                  <a:pt x="3969" y="42937"/>
                </a:cubicBezTo>
                <a:cubicBezTo>
                  <a:pt x="3969" y="28004"/>
                  <a:pt x="16098" y="15875"/>
                  <a:pt x="31031" y="15875"/>
                </a:cubicBezTo>
                <a:lnTo>
                  <a:pt x="33734" y="15875"/>
                </a:lnTo>
                <a:lnTo>
                  <a:pt x="33734" y="5953"/>
                </a:ln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32" name="Text 30"/>
          <p:cNvSpPr/>
          <p:nvPr/>
        </p:nvSpPr>
        <p:spPr>
          <a:xfrm>
            <a:off x="6467475" y="2933797"/>
            <a:ext cx="1881187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Provides affordable analytics solution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6261100" y="3171922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29766" y="13891"/>
                </a:moveTo>
                <a:cubicBezTo>
                  <a:pt x="29766" y="6226"/>
                  <a:pt x="35992" y="0"/>
                  <a:pt x="43656" y="0"/>
                </a:cubicBezTo>
                <a:lnTo>
                  <a:pt x="49609" y="0"/>
                </a:lnTo>
                <a:cubicBezTo>
                  <a:pt x="54000" y="0"/>
                  <a:pt x="57547" y="3547"/>
                  <a:pt x="57547" y="7938"/>
                </a:cubicBezTo>
                <a:lnTo>
                  <a:pt x="57547" y="119063"/>
                </a:lnTo>
                <a:cubicBezTo>
                  <a:pt x="57547" y="123453"/>
                  <a:pt x="54000" y="127000"/>
                  <a:pt x="49609" y="127000"/>
                </a:cubicBezTo>
                <a:lnTo>
                  <a:pt x="41672" y="127000"/>
                </a:lnTo>
                <a:cubicBezTo>
                  <a:pt x="34280" y="127000"/>
                  <a:pt x="28054" y="121940"/>
                  <a:pt x="26293" y="115094"/>
                </a:cubicBezTo>
                <a:cubicBezTo>
                  <a:pt x="26119" y="115094"/>
                  <a:pt x="25971" y="115094"/>
                  <a:pt x="25797" y="115094"/>
                </a:cubicBezTo>
                <a:cubicBezTo>
                  <a:pt x="14833" y="115094"/>
                  <a:pt x="5953" y="106214"/>
                  <a:pt x="5953" y="95250"/>
                </a:cubicBezTo>
                <a:cubicBezTo>
                  <a:pt x="5953" y="90785"/>
                  <a:pt x="7441" y="86668"/>
                  <a:pt x="9922" y="83344"/>
                </a:cubicBezTo>
                <a:cubicBezTo>
                  <a:pt x="5110" y="79722"/>
                  <a:pt x="1984" y="73968"/>
                  <a:pt x="1984" y="67469"/>
                </a:cubicBezTo>
                <a:cubicBezTo>
                  <a:pt x="1984" y="59804"/>
                  <a:pt x="6350" y="53132"/>
                  <a:pt x="12700" y="49833"/>
                </a:cubicBezTo>
                <a:cubicBezTo>
                  <a:pt x="10939" y="46856"/>
                  <a:pt x="9922" y="43383"/>
                  <a:pt x="9922" y="39688"/>
                </a:cubicBezTo>
                <a:cubicBezTo>
                  <a:pt x="9922" y="28724"/>
                  <a:pt x="18802" y="19844"/>
                  <a:pt x="29766" y="19844"/>
                </a:cubicBezTo>
                <a:lnTo>
                  <a:pt x="29766" y="13891"/>
                </a:lnTo>
                <a:close/>
                <a:moveTo>
                  <a:pt x="97234" y="13891"/>
                </a:moveTo>
                <a:lnTo>
                  <a:pt x="97234" y="19844"/>
                </a:lnTo>
                <a:cubicBezTo>
                  <a:pt x="108198" y="19844"/>
                  <a:pt x="117078" y="28724"/>
                  <a:pt x="117078" y="39688"/>
                </a:cubicBezTo>
                <a:cubicBezTo>
                  <a:pt x="117078" y="43408"/>
                  <a:pt x="116061" y="46881"/>
                  <a:pt x="114300" y="49833"/>
                </a:cubicBezTo>
                <a:cubicBezTo>
                  <a:pt x="120675" y="53132"/>
                  <a:pt x="125016" y="59779"/>
                  <a:pt x="125016" y="67469"/>
                </a:cubicBezTo>
                <a:cubicBezTo>
                  <a:pt x="125016" y="73968"/>
                  <a:pt x="121890" y="79722"/>
                  <a:pt x="117078" y="83344"/>
                </a:cubicBezTo>
                <a:cubicBezTo>
                  <a:pt x="119559" y="86668"/>
                  <a:pt x="121047" y="90785"/>
                  <a:pt x="121047" y="95250"/>
                </a:cubicBezTo>
                <a:cubicBezTo>
                  <a:pt x="121047" y="106214"/>
                  <a:pt x="112167" y="115094"/>
                  <a:pt x="101203" y="115094"/>
                </a:cubicBezTo>
                <a:cubicBezTo>
                  <a:pt x="101029" y="115094"/>
                  <a:pt x="100881" y="115094"/>
                  <a:pt x="100707" y="115094"/>
                </a:cubicBezTo>
                <a:cubicBezTo>
                  <a:pt x="98946" y="121940"/>
                  <a:pt x="92720" y="127000"/>
                  <a:pt x="85328" y="127000"/>
                </a:cubicBezTo>
                <a:lnTo>
                  <a:pt x="77391" y="127000"/>
                </a:lnTo>
                <a:cubicBezTo>
                  <a:pt x="73000" y="127000"/>
                  <a:pt x="69453" y="123453"/>
                  <a:pt x="69453" y="119063"/>
                </a:cubicBezTo>
                <a:lnTo>
                  <a:pt x="69453" y="7938"/>
                </a:lnTo>
                <a:cubicBezTo>
                  <a:pt x="69453" y="3547"/>
                  <a:pt x="73000" y="0"/>
                  <a:pt x="77391" y="0"/>
                </a:cubicBezTo>
                <a:lnTo>
                  <a:pt x="83344" y="0"/>
                </a:lnTo>
                <a:cubicBezTo>
                  <a:pt x="91008" y="0"/>
                  <a:pt x="97234" y="6226"/>
                  <a:pt x="97234" y="13891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34" name="Text 32"/>
          <p:cNvSpPr/>
          <p:nvPr/>
        </p:nvSpPr>
        <p:spPr>
          <a:xfrm>
            <a:off x="6467475" y="3156047"/>
            <a:ext cx="207962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Demonstrates practical AI/ML application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225425" y="3895829"/>
            <a:ext cx="5689600" cy="1593850"/>
          </a:xfrm>
          <a:custGeom>
            <a:avLst/>
            <a:gdLst/>
            <a:ahLst/>
            <a:cxnLst/>
            <a:rect l="l" t="t" r="r" b="b"/>
            <a:pathLst>
              <a:path w="5689600" h="1593850">
                <a:moveTo>
                  <a:pt x="95248" y="0"/>
                </a:moveTo>
                <a:lnTo>
                  <a:pt x="5594352" y="0"/>
                </a:lnTo>
                <a:cubicBezTo>
                  <a:pt x="5646956" y="0"/>
                  <a:pt x="5689600" y="42644"/>
                  <a:pt x="5689600" y="95248"/>
                </a:cubicBezTo>
                <a:lnTo>
                  <a:pt x="5689600" y="1498602"/>
                </a:lnTo>
                <a:cubicBezTo>
                  <a:pt x="5689600" y="1551206"/>
                  <a:pt x="5646956" y="1593850"/>
                  <a:pt x="5594352" y="1593850"/>
                </a:cubicBezTo>
                <a:lnTo>
                  <a:pt x="95248" y="1593850"/>
                </a:lnTo>
                <a:cubicBezTo>
                  <a:pt x="42644" y="1593850"/>
                  <a:pt x="0" y="1551206"/>
                  <a:pt x="0" y="1498602"/>
                </a:cubicBezTo>
                <a:lnTo>
                  <a:pt x="0" y="95248"/>
                </a:lnTo>
                <a:cubicBezTo>
                  <a:pt x="0" y="42679"/>
                  <a:pt x="42679" y="0"/>
                  <a:pt x="95248" y="0"/>
                </a:cubicBezTo>
                <a:close/>
              </a:path>
            </a:pathLst>
          </a:custGeom>
          <a:solidFill>
            <a:srgbClr val="FFFFFF"/>
          </a:solidFill>
          <a:ln w="10160">
            <a:solidFill>
              <a:srgbClr val="F3F4F6"/>
            </a:solidFill>
            <a:prstDash val="solid"/>
          </a:ln>
          <a:effectLst>
            <a:outerShdw blurRad="23813" dist="7938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387350" y="4057752"/>
            <a:ext cx="317500" cy="317500"/>
          </a:xfrm>
          <a:custGeom>
            <a:avLst/>
            <a:gdLst/>
            <a:ahLst/>
            <a:cxnLst/>
            <a:rect l="l" t="t" r="r" b="b"/>
            <a:pathLst>
              <a:path w="317500" h="317500">
                <a:moveTo>
                  <a:pt x="63500" y="0"/>
                </a:moveTo>
                <a:lnTo>
                  <a:pt x="254000" y="0"/>
                </a:lnTo>
                <a:cubicBezTo>
                  <a:pt x="289047" y="0"/>
                  <a:pt x="317500" y="28453"/>
                  <a:pt x="317500" y="63500"/>
                </a:cubicBezTo>
                <a:lnTo>
                  <a:pt x="317500" y="254000"/>
                </a:lnTo>
                <a:cubicBezTo>
                  <a:pt x="317500" y="289047"/>
                  <a:pt x="289047" y="317500"/>
                  <a:pt x="254000" y="317500"/>
                </a:cubicBezTo>
                <a:lnTo>
                  <a:pt x="63500" y="317500"/>
                </a:lnTo>
                <a:cubicBezTo>
                  <a:pt x="28453" y="317500"/>
                  <a:pt x="0" y="289047"/>
                  <a:pt x="0" y="254000"/>
                </a:cubicBezTo>
                <a:lnTo>
                  <a:pt x="0" y="63500"/>
                </a:lnTo>
                <a:cubicBezTo>
                  <a:pt x="0" y="28453"/>
                  <a:pt x="28453" y="0"/>
                  <a:pt x="63500" y="0"/>
                </a:cubicBezTo>
                <a:close/>
              </a:path>
            </a:pathLst>
          </a:custGeom>
          <a:solidFill>
            <a:srgbClr val="00C950">
              <a:alpha val="10196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485577" y="4145065"/>
            <a:ext cx="125016" cy="142875"/>
          </a:xfrm>
          <a:custGeom>
            <a:avLst/>
            <a:gdLst/>
            <a:ahLst/>
            <a:cxnLst/>
            <a:rect l="l" t="t" r="r" b="b"/>
            <a:pathLst>
              <a:path w="125016" h="142875">
                <a:moveTo>
                  <a:pt x="35719" y="0"/>
                </a:moveTo>
                <a:cubicBezTo>
                  <a:pt x="40658" y="0"/>
                  <a:pt x="44648" y="3990"/>
                  <a:pt x="44648" y="8930"/>
                </a:cubicBezTo>
                <a:lnTo>
                  <a:pt x="44648" y="17859"/>
                </a:lnTo>
                <a:lnTo>
                  <a:pt x="80367" y="17859"/>
                </a:lnTo>
                <a:lnTo>
                  <a:pt x="80367" y="8930"/>
                </a:lnTo>
                <a:cubicBezTo>
                  <a:pt x="80367" y="3990"/>
                  <a:pt x="84358" y="0"/>
                  <a:pt x="89297" y="0"/>
                </a:cubicBezTo>
                <a:cubicBezTo>
                  <a:pt x="94236" y="0"/>
                  <a:pt x="98227" y="3990"/>
                  <a:pt x="98227" y="8930"/>
                </a:cubicBezTo>
                <a:lnTo>
                  <a:pt x="98227" y="17859"/>
                </a:lnTo>
                <a:lnTo>
                  <a:pt x="107156" y="17859"/>
                </a:lnTo>
                <a:cubicBezTo>
                  <a:pt x="117007" y="17859"/>
                  <a:pt x="125016" y="25868"/>
                  <a:pt x="125016" y="35719"/>
                </a:cubicBezTo>
                <a:lnTo>
                  <a:pt x="125016" y="116086"/>
                </a:lnTo>
                <a:cubicBezTo>
                  <a:pt x="125016" y="125936"/>
                  <a:pt x="117007" y="133945"/>
                  <a:pt x="107156" y="133945"/>
                </a:cubicBezTo>
                <a:lnTo>
                  <a:pt x="17859" y="133945"/>
                </a:lnTo>
                <a:cubicBezTo>
                  <a:pt x="8009" y="133945"/>
                  <a:pt x="0" y="125936"/>
                  <a:pt x="0" y="116086"/>
                </a:cubicBezTo>
                <a:lnTo>
                  <a:pt x="0" y="35719"/>
                </a:lnTo>
                <a:cubicBezTo>
                  <a:pt x="0" y="25868"/>
                  <a:pt x="8009" y="17859"/>
                  <a:pt x="17859" y="17859"/>
                </a:cubicBezTo>
                <a:lnTo>
                  <a:pt x="26789" y="17859"/>
                </a:lnTo>
                <a:lnTo>
                  <a:pt x="26789" y="8930"/>
                </a:lnTo>
                <a:cubicBezTo>
                  <a:pt x="26789" y="3990"/>
                  <a:pt x="30780" y="0"/>
                  <a:pt x="35719" y="0"/>
                </a:cubicBezTo>
                <a:close/>
                <a:moveTo>
                  <a:pt x="35719" y="71438"/>
                </a:moveTo>
                <a:cubicBezTo>
                  <a:pt x="30780" y="71438"/>
                  <a:pt x="26789" y="75428"/>
                  <a:pt x="26789" y="80367"/>
                </a:cubicBezTo>
                <a:lnTo>
                  <a:pt x="26789" y="98227"/>
                </a:lnTo>
                <a:cubicBezTo>
                  <a:pt x="26789" y="103166"/>
                  <a:pt x="30780" y="107156"/>
                  <a:pt x="35719" y="107156"/>
                </a:cubicBezTo>
                <a:lnTo>
                  <a:pt x="89297" y="107156"/>
                </a:lnTo>
                <a:cubicBezTo>
                  <a:pt x="94236" y="107156"/>
                  <a:pt x="98227" y="103166"/>
                  <a:pt x="98227" y="98227"/>
                </a:cubicBezTo>
                <a:lnTo>
                  <a:pt x="98227" y="80367"/>
                </a:lnTo>
                <a:cubicBezTo>
                  <a:pt x="98227" y="75428"/>
                  <a:pt x="94236" y="71438"/>
                  <a:pt x="89297" y="71438"/>
                </a:cubicBezTo>
                <a:lnTo>
                  <a:pt x="35719" y="71438"/>
                </a:lnTo>
                <a:close/>
              </a:path>
            </a:pathLst>
          </a:custGeom>
          <a:solidFill>
            <a:srgbClr val="00C950"/>
          </a:solidFill>
          <a:ln/>
        </p:spPr>
      </p:sp>
      <p:sp>
        <p:nvSpPr>
          <p:cNvPr id="38" name="Text 36"/>
          <p:cNvSpPr/>
          <p:nvPr/>
        </p:nvSpPr>
        <p:spPr>
          <a:xfrm>
            <a:off x="800100" y="4121252"/>
            <a:ext cx="145256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Short-term (3-6 months)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417116" y="4526065"/>
            <a:ext cx="83344" cy="111125"/>
          </a:xfrm>
          <a:custGeom>
            <a:avLst/>
            <a:gdLst/>
            <a:ahLst/>
            <a:cxnLst/>
            <a:rect l="l" t="t" r="r" b="b"/>
            <a:pathLst>
              <a:path w="83344" h="111125">
                <a:moveTo>
                  <a:pt x="3473" y="13891"/>
                </a:moveTo>
                <a:cubicBezTo>
                  <a:pt x="3473" y="6229"/>
                  <a:pt x="9702" y="0"/>
                  <a:pt x="17363" y="0"/>
                </a:cubicBezTo>
                <a:lnTo>
                  <a:pt x="65980" y="0"/>
                </a:lnTo>
                <a:cubicBezTo>
                  <a:pt x="73642" y="0"/>
                  <a:pt x="79871" y="6229"/>
                  <a:pt x="79871" y="13891"/>
                </a:cubicBezTo>
                <a:lnTo>
                  <a:pt x="79871" y="97234"/>
                </a:lnTo>
                <a:cubicBezTo>
                  <a:pt x="79871" y="104896"/>
                  <a:pt x="73642" y="111125"/>
                  <a:pt x="65980" y="111125"/>
                </a:cubicBezTo>
                <a:lnTo>
                  <a:pt x="17363" y="111125"/>
                </a:lnTo>
                <a:cubicBezTo>
                  <a:pt x="9702" y="111125"/>
                  <a:pt x="3473" y="104896"/>
                  <a:pt x="3473" y="97234"/>
                </a:cubicBezTo>
                <a:lnTo>
                  <a:pt x="3473" y="13891"/>
                </a:lnTo>
                <a:close/>
                <a:moveTo>
                  <a:pt x="17363" y="13891"/>
                </a:moveTo>
                <a:lnTo>
                  <a:pt x="17363" y="79871"/>
                </a:lnTo>
                <a:lnTo>
                  <a:pt x="65980" y="79871"/>
                </a:lnTo>
                <a:lnTo>
                  <a:pt x="65980" y="13891"/>
                </a:lnTo>
                <a:lnTo>
                  <a:pt x="17363" y="13891"/>
                </a:lnTo>
                <a:close/>
                <a:moveTo>
                  <a:pt x="41672" y="102443"/>
                </a:moveTo>
                <a:cubicBezTo>
                  <a:pt x="45514" y="102443"/>
                  <a:pt x="48617" y="99340"/>
                  <a:pt x="48617" y="95498"/>
                </a:cubicBezTo>
                <a:cubicBezTo>
                  <a:pt x="48617" y="91656"/>
                  <a:pt x="45514" y="88553"/>
                  <a:pt x="41672" y="88553"/>
                </a:cubicBezTo>
                <a:cubicBezTo>
                  <a:pt x="37830" y="88553"/>
                  <a:pt x="34727" y="91656"/>
                  <a:pt x="34727" y="95498"/>
                </a:cubicBezTo>
                <a:cubicBezTo>
                  <a:pt x="34727" y="99340"/>
                  <a:pt x="37830" y="102443"/>
                  <a:pt x="41672" y="102443"/>
                </a:cubicBezTo>
                <a:close/>
              </a:path>
            </a:pathLst>
          </a:custGeom>
          <a:solidFill>
            <a:srgbClr val="00C950"/>
          </a:solidFill>
          <a:ln/>
        </p:spPr>
      </p:sp>
      <p:sp>
        <p:nvSpPr>
          <p:cNvPr id="40" name="Text 38"/>
          <p:cNvSpPr/>
          <p:nvPr/>
        </p:nvSpPr>
        <p:spPr>
          <a:xfrm>
            <a:off x="589756" y="4502252"/>
            <a:ext cx="139700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Mobile app (iOS &amp; Android)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389334" y="4748315"/>
            <a:ext cx="138906" cy="111125"/>
          </a:xfrm>
          <a:custGeom>
            <a:avLst/>
            <a:gdLst/>
            <a:ahLst/>
            <a:cxnLst/>
            <a:rect l="l" t="t" r="r" b="b"/>
            <a:pathLst>
              <a:path w="138906" h="111125">
                <a:moveTo>
                  <a:pt x="69453" y="3473"/>
                </a:moveTo>
                <a:cubicBezTo>
                  <a:pt x="81911" y="3473"/>
                  <a:pt x="92025" y="13587"/>
                  <a:pt x="92025" y="26045"/>
                </a:cubicBezTo>
                <a:cubicBezTo>
                  <a:pt x="92025" y="38503"/>
                  <a:pt x="81911" y="48617"/>
                  <a:pt x="69453" y="48617"/>
                </a:cubicBezTo>
                <a:cubicBezTo>
                  <a:pt x="56995" y="48617"/>
                  <a:pt x="46881" y="38503"/>
                  <a:pt x="46881" y="26045"/>
                </a:cubicBezTo>
                <a:cubicBezTo>
                  <a:pt x="46881" y="13587"/>
                  <a:pt x="56995" y="3473"/>
                  <a:pt x="69453" y="3473"/>
                </a:cubicBezTo>
                <a:close/>
                <a:moveTo>
                  <a:pt x="20836" y="19100"/>
                </a:moveTo>
                <a:cubicBezTo>
                  <a:pt x="29461" y="19100"/>
                  <a:pt x="36463" y="26102"/>
                  <a:pt x="36463" y="34727"/>
                </a:cubicBezTo>
                <a:cubicBezTo>
                  <a:pt x="36463" y="43351"/>
                  <a:pt x="29461" y="50354"/>
                  <a:pt x="20836" y="50354"/>
                </a:cubicBezTo>
                <a:cubicBezTo>
                  <a:pt x="12211" y="50354"/>
                  <a:pt x="5209" y="43351"/>
                  <a:pt x="5209" y="34727"/>
                </a:cubicBezTo>
                <a:cubicBezTo>
                  <a:pt x="5209" y="26102"/>
                  <a:pt x="12211" y="19100"/>
                  <a:pt x="20836" y="19100"/>
                </a:cubicBezTo>
                <a:close/>
                <a:moveTo>
                  <a:pt x="0" y="90289"/>
                </a:moveTo>
                <a:cubicBezTo>
                  <a:pt x="0" y="74944"/>
                  <a:pt x="12436" y="62508"/>
                  <a:pt x="27781" y="62508"/>
                </a:cubicBezTo>
                <a:cubicBezTo>
                  <a:pt x="30559" y="62508"/>
                  <a:pt x="33251" y="62920"/>
                  <a:pt x="35790" y="63680"/>
                </a:cubicBezTo>
                <a:cubicBezTo>
                  <a:pt x="28649" y="71667"/>
                  <a:pt x="24309" y="82215"/>
                  <a:pt x="24309" y="93762"/>
                </a:cubicBezTo>
                <a:lnTo>
                  <a:pt x="24309" y="97234"/>
                </a:lnTo>
                <a:cubicBezTo>
                  <a:pt x="24309" y="99709"/>
                  <a:pt x="24829" y="102053"/>
                  <a:pt x="25763" y="104180"/>
                </a:cubicBezTo>
                <a:lnTo>
                  <a:pt x="6945" y="104180"/>
                </a:lnTo>
                <a:cubicBezTo>
                  <a:pt x="3104" y="104180"/>
                  <a:pt x="0" y="101076"/>
                  <a:pt x="0" y="97234"/>
                </a:cubicBezTo>
                <a:lnTo>
                  <a:pt x="0" y="90289"/>
                </a:lnTo>
                <a:close/>
                <a:moveTo>
                  <a:pt x="113143" y="104180"/>
                </a:moveTo>
                <a:cubicBezTo>
                  <a:pt x="114077" y="102053"/>
                  <a:pt x="114598" y="99709"/>
                  <a:pt x="114598" y="97234"/>
                </a:cubicBezTo>
                <a:lnTo>
                  <a:pt x="114598" y="93762"/>
                </a:lnTo>
                <a:cubicBezTo>
                  <a:pt x="114598" y="82215"/>
                  <a:pt x="110257" y="71667"/>
                  <a:pt x="103116" y="63680"/>
                </a:cubicBezTo>
                <a:cubicBezTo>
                  <a:pt x="105656" y="62920"/>
                  <a:pt x="108347" y="62508"/>
                  <a:pt x="111125" y="62508"/>
                </a:cubicBezTo>
                <a:cubicBezTo>
                  <a:pt x="126470" y="62508"/>
                  <a:pt x="138906" y="74944"/>
                  <a:pt x="138906" y="90289"/>
                </a:cubicBezTo>
                <a:lnTo>
                  <a:pt x="138906" y="97234"/>
                </a:lnTo>
                <a:cubicBezTo>
                  <a:pt x="138906" y="101076"/>
                  <a:pt x="135803" y="104180"/>
                  <a:pt x="131961" y="104180"/>
                </a:cubicBezTo>
                <a:lnTo>
                  <a:pt x="113143" y="104180"/>
                </a:lnTo>
                <a:close/>
                <a:moveTo>
                  <a:pt x="102443" y="34727"/>
                </a:moveTo>
                <a:cubicBezTo>
                  <a:pt x="102443" y="26102"/>
                  <a:pt x="109446" y="19100"/>
                  <a:pt x="118070" y="19100"/>
                </a:cubicBezTo>
                <a:cubicBezTo>
                  <a:pt x="126695" y="19100"/>
                  <a:pt x="133697" y="26102"/>
                  <a:pt x="133697" y="34727"/>
                </a:cubicBezTo>
                <a:cubicBezTo>
                  <a:pt x="133697" y="43351"/>
                  <a:pt x="126695" y="50354"/>
                  <a:pt x="118070" y="50354"/>
                </a:cubicBezTo>
                <a:cubicBezTo>
                  <a:pt x="109446" y="50354"/>
                  <a:pt x="102443" y="43351"/>
                  <a:pt x="102443" y="34727"/>
                </a:cubicBezTo>
                <a:close/>
                <a:moveTo>
                  <a:pt x="34727" y="93762"/>
                </a:moveTo>
                <a:cubicBezTo>
                  <a:pt x="34727" y="74575"/>
                  <a:pt x="50267" y="59035"/>
                  <a:pt x="69453" y="59035"/>
                </a:cubicBezTo>
                <a:cubicBezTo>
                  <a:pt x="88640" y="59035"/>
                  <a:pt x="104180" y="74575"/>
                  <a:pt x="104180" y="93762"/>
                </a:cubicBezTo>
                <a:lnTo>
                  <a:pt x="104180" y="97234"/>
                </a:lnTo>
                <a:cubicBezTo>
                  <a:pt x="104180" y="101076"/>
                  <a:pt x="101076" y="104180"/>
                  <a:pt x="97234" y="104180"/>
                </a:cubicBezTo>
                <a:lnTo>
                  <a:pt x="41672" y="104180"/>
                </a:lnTo>
                <a:cubicBezTo>
                  <a:pt x="37830" y="104180"/>
                  <a:pt x="34727" y="101076"/>
                  <a:pt x="34727" y="97234"/>
                </a:cubicBezTo>
                <a:lnTo>
                  <a:pt x="34727" y="93762"/>
                </a:lnTo>
                <a:close/>
              </a:path>
            </a:pathLst>
          </a:custGeom>
          <a:solidFill>
            <a:srgbClr val="00C950"/>
          </a:solidFill>
          <a:ln/>
        </p:spPr>
      </p:sp>
      <p:sp>
        <p:nvSpPr>
          <p:cNvPr id="42" name="Text 40"/>
          <p:cNvSpPr/>
          <p:nvPr/>
        </p:nvSpPr>
        <p:spPr>
          <a:xfrm>
            <a:off x="589756" y="4724502"/>
            <a:ext cx="142081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Team collaboration features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396280" y="4970565"/>
            <a:ext cx="125016" cy="111125"/>
          </a:xfrm>
          <a:custGeom>
            <a:avLst/>
            <a:gdLst/>
            <a:ahLst/>
            <a:cxnLst/>
            <a:rect l="l" t="t" r="r" b="b"/>
            <a:pathLst>
              <a:path w="125016" h="111125">
                <a:moveTo>
                  <a:pt x="111212" y="52090"/>
                </a:moveTo>
                <a:lnTo>
                  <a:pt x="73013" y="52090"/>
                </a:lnTo>
                <a:cubicBezTo>
                  <a:pt x="69171" y="52090"/>
                  <a:pt x="66067" y="48986"/>
                  <a:pt x="66067" y="45145"/>
                </a:cubicBezTo>
                <a:lnTo>
                  <a:pt x="66067" y="6945"/>
                </a:lnTo>
                <a:cubicBezTo>
                  <a:pt x="66067" y="3104"/>
                  <a:pt x="69193" y="-43"/>
                  <a:pt x="72991" y="456"/>
                </a:cubicBezTo>
                <a:cubicBezTo>
                  <a:pt x="96214" y="3538"/>
                  <a:pt x="114619" y="21943"/>
                  <a:pt x="117701" y="45166"/>
                </a:cubicBezTo>
                <a:cubicBezTo>
                  <a:pt x="118201" y="48964"/>
                  <a:pt x="115053" y="52090"/>
                  <a:pt x="111212" y="52090"/>
                </a:cubicBezTo>
                <a:close/>
                <a:moveTo>
                  <a:pt x="48313" y="8074"/>
                </a:moveTo>
                <a:cubicBezTo>
                  <a:pt x="52242" y="7249"/>
                  <a:pt x="55649" y="10461"/>
                  <a:pt x="55649" y="14477"/>
                </a:cubicBezTo>
                <a:lnTo>
                  <a:pt x="55649" y="57299"/>
                </a:lnTo>
                <a:cubicBezTo>
                  <a:pt x="55649" y="58514"/>
                  <a:pt x="56083" y="59686"/>
                  <a:pt x="56843" y="60620"/>
                </a:cubicBezTo>
                <a:lnTo>
                  <a:pt x="85514" y="95216"/>
                </a:lnTo>
                <a:cubicBezTo>
                  <a:pt x="88054" y="98276"/>
                  <a:pt x="87511" y="102899"/>
                  <a:pt x="84017" y="104787"/>
                </a:cubicBezTo>
                <a:cubicBezTo>
                  <a:pt x="76615" y="108824"/>
                  <a:pt x="68129" y="111125"/>
                  <a:pt x="59122" y="111125"/>
                </a:cubicBezTo>
                <a:cubicBezTo>
                  <a:pt x="30364" y="111125"/>
                  <a:pt x="7032" y="87793"/>
                  <a:pt x="7032" y="59035"/>
                </a:cubicBezTo>
                <a:cubicBezTo>
                  <a:pt x="7032" y="33967"/>
                  <a:pt x="24721" y="13044"/>
                  <a:pt x="48313" y="8074"/>
                </a:cubicBezTo>
                <a:close/>
                <a:moveTo>
                  <a:pt x="103702" y="62508"/>
                </a:moveTo>
                <a:lnTo>
                  <a:pt x="117593" y="62508"/>
                </a:lnTo>
                <a:cubicBezTo>
                  <a:pt x="121608" y="62508"/>
                  <a:pt x="124820" y="65915"/>
                  <a:pt x="123996" y="69844"/>
                </a:cubicBezTo>
                <a:cubicBezTo>
                  <a:pt x="121782" y="80349"/>
                  <a:pt x="116399" y="89681"/>
                  <a:pt x="108889" y="96800"/>
                </a:cubicBezTo>
                <a:cubicBezTo>
                  <a:pt x="106220" y="99340"/>
                  <a:pt x="102031" y="98797"/>
                  <a:pt x="99687" y="95954"/>
                </a:cubicBezTo>
                <a:lnTo>
                  <a:pt x="81369" y="73881"/>
                </a:lnTo>
                <a:cubicBezTo>
                  <a:pt x="77614" y="69345"/>
                  <a:pt x="80848" y="62508"/>
                  <a:pt x="86708" y="62508"/>
                </a:cubicBezTo>
                <a:lnTo>
                  <a:pt x="103680" y="62508"/>
                </a:lnTo>
                <a:close/>
              </a:path>
            </a:pathLst>
          </a:custGeom>
          <a:solidFill>
            <a:srgbClr val="00C950"/>
          </a:solidFill>
          <a:ln/>
        </p:spPr>
      </p:sp>
      <p:sp>
        <p:nvSpPr>
          <p:cNvPr id="44" name="Text 42"/>
          <p:cNvSpPr/>
          <p:nvPr/>
        </p:nvSpPr>
        <p:spPr>
          <a:xfrm>
            <a:off x="589756" y="4946752"/>
            <a:ext cx="17700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More chart types and visualizations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403225" y="5192815"/>
            <a:ext cx="111125" cy="111125"/>
          </a:xfrm>
          <a:custGeom>
            <a:avLst/>
            <a:gdLst/>
            <a:ahLst/>
            <a:cxnLst/>
            <a:rect l="l" t="t" r="r" b="b"/>
            <a:pathLst>
              <a:path w="111125" h="111125">
                <a:moveTo>
                  <a:pt x="10418" y="13891"/>
                </a:moveTo>
                <a:cubicBezTo>
                  <a:pt x="4666" y="13891"/>
                  <a:pt x="0" y="18557"/>
                  <a:pt x="0" y="24309"/>
                </a:cubicBezTo>
                <a:cubicBezTo>
                  <a:pt x="0" y="27586"/>
                  <a:pt x="1541" y="30668"/>
                  <a:pt x="4167" y="32643"/>
                </a:cubicBezTo>
                <a:lnTo>
                  <a:pt x="49312" y="66501"/>
                </a:lnTo>
                <a:cubicBezTo>
                  <a:pt x="53023" y="69279"/>
                  <a:pt x="58102" y="69279"/>
                  <a:pt x="61813" y="66501"/>
                </a:cubicBezTo>
                <a:lnTo>
                  <a:pt x="106958" y="32643"/>
                </a:lnTo>
                <a:cubicBezTo>
                  <a:pt x="109584" y="30668"/>
                  <a:pt x="111125" y="27586"/>
                  <a:pt x="111125" y="24309"/>
                </a:cubicBezTo>
                <a:cubicBezTo>
                  <a:pt x="111125" y="18557"/>
                  <a:pt x="106459" y="13891"/>
                  <a:pt x="100707" y="13891"/>
                </a:cubicBezTo>
                <a:lnTo>
                  <a:pt x="10418" y="13891"/>
                </a:lnTo>
                <a:close/>
                <a:moveTo>
                  <a:pt x="0" y="42540"/>
                </a:moveTo>
                <a:lnTo>
                  <a:pt x="0" y="83344"/>
                </a:lnTo>
                <a:cubicBezTo>
                  <a:pt x="0" y="91005"/>
                  <a:pt x="6229" y="97234"/>
                  <a:pt x="13891" y="97234"/>
                </a:cubicBezTo>
                <a:lnTo>
                  <a:pt x="97234" y="97234"/>
                </a:lnTo>
                <a:cubicBezTo>
                  <a:pt x="104896" y="97234"/>
                  <a:pt x="111125" y="91005"/>
                  <a:pt x="111125" y="83344"/>
                </a:cubicBezTo>
                <a:lnTo>
                  <a:pt x="111125" y="42540"/>
                </a:lnTo>
                <a:lnTo>
                  <a:pt x="68064" y="74836"/>
                </a:lnTo>
                <a:cubicBezTo>
                  <a:pt x="60663" y="80392"/>
                  <a:pt x="50462" y="80392"/>
                  <a:pt x="43061" y="74836"/>
                </a:cubicBezTo>
                <a:lnTo>
                  <a:pt x="0" y="42540"/>
                </a:lnTo>
                <a:close/>
              </a:path>
            </a:pathLst>
          </a:custGeom>
          <a:solidFill>
            <a:srgbClr val="00C950"/>
          </a:solidFill>
          <a:ln/>
        </p:spPr>
      </p:sp>
      <p:sp>
        <p:nvSpPr>
          <p:cNvPr id="46" name="Text 44"/>
          <p:cNvSpPr/>
          <p:nvPr/>
        </p:nvSpPr>
        <p:spPr>
          <a:xfrm>
            <a:off x="589756" y="5169002"/>
            <a:ext cx="11985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Email notification alerts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6083300" y="3895829"/>
            <a:ext cx="5689600" cy="1593850"/>
          </a:xfrm>
          <a:custGeom>
            <a:avLst/>
            <a:gdLst/>
            <a:ahLst/>
            <a:cxnLst/>
            <a:rect l="l" t="t" r="r" b="b"/>
            <a:pathLst>
              <a:path w="5689600" h="1593850">
                <a:moveTo>
                  <a:pt x="95248" y="0"/>
                </a:moveTo>
                <a:lnTo>
                  <a:pt x="5594352" y="0"/>
                </a:lnTo>
                <a:cubicBezTo>
                  <a:pt x="5646956" y="0"/>
                  <a:pt x="5689600" y="42644"/>
                  <a:pt x="5689600" y="95248"/>
                </a:cubicBezTo>
                <a:lnTo>
                  <a:pt x="5689600" y="1498602"/>
                </a:lnTo>
                <a:cubicBezTo>
                  <a:pt x="5689600" y="1551206"/>
                  <a:pt x="5646956" y="1593850"/>
                  <a:pt x="5594352" y="1593850"/>
                </a:cubicBezTo>
                <a:lnTo>
                  <a:pt x="95248" y="1593850"/>
                </a:lnTo>
                <a:cubicBezTo>
                  <a:pt x="42644" y="1593850"/>
                  <a:pt x="0" y="1551206"/>
                  <a:pt x="0" y="1498602"/>
                </a:cubicBezTo>
                <a:lnTo>
                  <a:pt x="0" y="95248"/>
                </a:lnTo>
                <a:cubicBezTo>
                  <a:pt x="0" y="42679"/>
                  <a:pt x="42679" y="0"/>
                  <a:pt x="95248" y="0"/>
                </a:cubicBezTo>
                <a:close/>
              </a:path>
            </a:pathLst>
          </a:custGeom>
          <a:solidFill>
            <a:srgbClr val="FFFFFF"/>
          </a:solidFill>
          <a:ln w="10160">
            <a:solidFill>
              <a:srgbClr val="F3F4F6"/>
            </a:solidFill>
            <a:prstDash val="solid"/>
          </a:ln>
          <a:effectLst>
            <a:outerShdw blurRad="23813" dist="7938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6245225" y="4057752"/>
            <a:ext cx="317500" cy="317500"/>
          </a:xfrm>
          <a:custGeom>
            <a:avLst/>
            <a:gdLst/>
            <a:ahLst/>
            <a:cxnLst/>
            <a:rect l="l" t="t" r="r" b="b"/>
            <a:pathLst>
              <a:path w="317500" h="317500">
                <a:moveTo>
                  <a:pt x="63500" y="0"/>
                </a:moveTo>
                <a:lnTo>
                  <a:pt x="254000" y="0"/>
                </a:lnTo>
                <a:cubicBezTo>
                  <a:pt x="289047" y="0"/>
                  <a:pt x="317500" y="28453"/>
                  <a:pt x="317500" y="63500"/>
                </a:cubicBezTo>
                <a:lnTo>
                  <a:pt x="317500" y="254000"/>
                </a:lnTo>
                <a:cubicBezTo>
                  <a:pt x="317500" y="289047"/>
                  <a:pt x="289047" y="317500"/>
                  <a:pt x="254000" y="317500"/>
                </a:cubicBezTo>
                <a:lnTo>
                  <a:pt x="63500" y="317500"/>
                </a:lnTo>
                <a:cubicBezTo>
                  <a:pt x="28453" y="317500"/>
                  <a:pt x="0" y="289047"/>
                  <a:pt x="0" y="254000"/>
                </a:cubicBezTo>
                <a:lnTo>
                  <a:pt x="0" y="63500"/>
                </a:lnTo>
                <a:cubicBezTo>
                  <a:pt x="0" y="28453"/>
                  <a:pt x="28453" y="0"/>
                  <a:pt x="63500" y="0"/>
                </a:cubicBezTo>
                <a:close/>
              </a:path>
            </a:pathLst>
          </a:custGeom>
          <a:solidFill>
            <a:srgbClr val="AD46FF">
              <a:alpha val="10196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6343451" y="4145065"/>
            <a:ext cx="125016" cy="142875"/>
          </a:xfrm>
          <a:custGeom>
            <a:avLst/>
            <a:gdLst/>
            <a:ahLst/>
            <a:cxnLst/>
            <a:rect l="l" t="t" r="r" b="b"/>
            <a:pathLst>
              <a:path w="125016" h="142875">
                <a:moveTo>
                  <a:pt x="35719" y="0"/>
                </a:moveTo>
                <a:cubicBezTo>
                  <a:pt x="40658" y="0"/>
                  <a:pt x="44648" y="3990"/>
                  <a:pt x="44648" y="8930"/>
                </a:cubicBezTo>
                <a:lnTo>
                  <a:pt x="44648" y="17859"/>
                </a:lnTo>
                <a:lnTo>
                  <a:pt x="80367" y="17859"/>
                </a:lnTo>
                <a:lnTo>
                  <a:pt x="80367" y="8930"/>
                </a:lnTo>
                <a:cubicBezTo>
                  <a:pt x="80367" y="3990"/>
                  <a:pt x="84358" y="0"/>
                  <a:pt x="89297" y="0"/>
                </a:cubicBezTo>
                <a:cubicBezTo>
                  <a:pt x="94236" y="0"/>
                  <a:pt x="98227" y="3990"/>
                  <a:pt x="98227" y="8930"/>
                </a:cubicBezTo>
                <a:lnTo>
                  <a:pt x="98227" y="17859"/>
                </a:lnTo>
                <a:lnTo>
                  <a:pt x="107156" y="17859"/>
                </a:lnTo>
                <a:cubicBezTo>
                  <a:pt x="117007" y="17859"/>
                  <a:pt x="125016" y="25868"/>
                  <a:pt x="125016" y="35719"/>
                </a:cubicBezTo>
                <a:lnTo>
                  <a:pt x="125016" y="116086"/>
                </a:lnTo>
                <a:cubicBezTo>
                  <a:pt x="125016" y="125936"/>
                  <a:pt x="117007" y="133945"/>
                  <a:pt x="107156" y="133945"/>
                </a:cubicBezTo>
                <a:lnTo>
                  <a:pt x="17859" y="133945"/>
                </a:lnTo>
                <a:cubicBezTo>
                  <a:pt x="8009" y="133945"/>
                  <a:pt x="0" y="125936"/>
                  <a:pt x="0" y="116086"/>
                </a:cubicBezTo>
                <a:lnTo>
                  <a:pt x="0" y="35719"/>
                </a:lnTo>
                <a:cubicBezTo>
                  <a:pt x="0" y="25868"/>
                  <a:pt x="8009" y="17859"/>
                  <a:pt x="17859" y="17859"/>
                </a:cubicBezTo>
                <a:lnTo>
                  <a:pt x="26789" y="17859"/>
                </a:lnTo>
                <a:lnTo>
                  <a:pt x="26789" y="8930"/>
                </a:lnTo>
                <a:cubicBezTo>
                  <a:pt x="26789" y="3990"/>
                  <a:pt x="30780" y="0"/>
                  <a:pt x="35719" y="0"/>
                </a:cubicBezTo>
                <a:close/>
                <a:moveTo>
                  <a:pt x="17859" y="66973"/>
                </a:moveTo>
                <a:lnTo>
                  <a:pt x="17859" y="75902"/>
                </a:lnTo>
                <a:cubicBezTo>
                  <a:pt x="17859" y="78358"/>
                  <a:pt x="19869" y="80367"/>
                  <a:pt x="22324" y="80367"/>
                </a:cubicBezTo>
                <a:lnTo>
                  <a:pt x="31254" y="80367"/>
                </a:lnTo>
                <a:cubicBezTo>
                  <a:pt x="33710" y="80367"/>
                  <a:pt x="35719" y="78358"/>
                  <a:pt x="35719" y="75902"/>
                </a:cubicBezTo>
                <a:lnTo>
                  <a:pt x="35719" y="66973"/>
                </a:lnTo>
                <a:cubicBezTo>
                  <a:pt x="35719" y="64517"/>
                  <a:pt x="33710" y="62508"/>
                  <a:pt x="31254" y="62508"/>
                </a:cubicBezTo>
                <a:lnTo>
                  <a:pt x="22324" y="62508"/>
                </a:lnTo>
                <a:cubicBezTo>
                  <a:pt x="19869" y="62508"/>
                  <a:pt x="17859" y="64517"/>
                  <a:pt x="17859" y="66973"/>
                </a:cubicBezTo>
                <a:close/>
                <a:moveTo>
                  <a:pt x="53578" y="66973"/>
                </a:moveTo>
                <a:lnTo>
                  <a:pt x="53578" y="75902"/>
                </a:lnTo>
                <a:cubicBezTo>
                  <a:pt x="53578" y="78358"/>
                  <a:pt x="55587" y="80367"/>
                  <a:pt x="58043" y="80367"/>
                </a:cubicBezTo>
                <a:lnTo>
                  <a:pt x="66973" y="80367"/>
                </a:lnTo>
                <a:cubicBezTo>
                  <a:pt x="69428" y="80367"/>
                  <a:pt x="71438" y="78358"/>
                  <a:pt x="71438" y="75902"/>
                </a:cubicBezTo>
                <a:lnTo>
                  <a:pt x="71438" y="66973"/>
                </a:lnTo>
                <a:cubicBezTo>
                  <a:pt x="71438" y="64517"/>
                  <a:pt x="69428" y="62508"/>
                  <a:pt x="66973" y="62508"/>
                </a:cubicBezTo>
                <a:lnTo>
                  <a:pt x="58043" y="62508"/>
                </a:lnTo>
                <a:cubicBezTo>
                  <a:pt x="55587" y="62508"/>
                  <a:pt x="53578" y="64517"/>
                  <a:pt x="53578" y="66973"/>
                </a:cubicBezTo>
                <a:close/>
                <a:moveTo>
                  <a:pt x="93762" y="62508"/>
                </a:moveTo>
                <a:cubicBezTo>
                  <a:pt x="91306" y="62508"/>
                  <a:pt x="89297" y="64517"/>
                  <a:pt x="89297" y="66973"/>
                </a:cubicBezTo>
                <a:lnTo>
                  <a:pt x="89297" y="75902"/>
                </a:lnTo>
                <a:cubicBezTo>
                  <a:pt x="89297" y="78358"/>
                  <a:pt x="91306" y="80367"/>
                  <a:pt x="93762" y="80367"/>
                </a:cubicBezTo>
                <a:lnTo>
                  <a:pt x="102691" y="80367"/>
                </a:lnTo>
                <a:cubicBezTo>
                  <a:pt x="105147" y="80367"/>
                  <a:pt x="107156" y="78358"/>
                  <a:pt x="107156" y="75902"/>
                </a:cubicBezTo>
                <a:lnTo>
                  <a:pt x="107156" y="66973"/>
                </a:lnTo>
                <a:cubicBezTo>
                  <a:pt x="107156" y="64517"/>
                  <a:pt x="105147" y="62508"/>
                  <a:pt x="102691" y="62508"/>
                </a:cubicBezTo>
                <a:lnTo>
                  <a:pt x="93762" y="62508"/>
                </a:lnTo>
                <a:close/>
                <a:moveTo>
                  <a:pt x="17859" y="102691"/>
                </a:moveTo>
                <a:lnTo>
                  <a:pt x="17859" y="111621"/>
                </a:lnTo>
                <a:cubicBezTo>
                  <a:pt x="17859" y="114077"/>
                  <a:pt x="19869" y="116086"/>
                  <a:pt x="22324" y="116086"/>
                </a:cubicBezTo>
                <a:lnTo>
                  <a:pt x="31254" y="116086"/>
                </a:lnTo>
                <a:cubicBezTo>
                  <a:pt x="33710" y="116086"/>
                  <a:pt x="35719" y="114077"/>
                  <a:pt x="35719" y="111621"/>
                </a:cubicBezTo>
                <a:lnTo>
                  <a:pt x="35719" y="102691"/>
                </a:lnTo>
                <a:cubicBezTo>
                  <a:pt x="35719" y="100236"/>
                  <a:pt x="33710" y="98227"/>
                  <a:pt x="31254" y="98227"/>
                </a:cubicBezTo>
                <a:lnTo>
                  <a:pt x="22324" y="98227"/>
                </a:lnTo>
                <a:cubicBezTo>
                  <a:pt x="19869" y="98227"/>
                  <a:pt x="17859" y="100236"/>
                  <a:pt x="17859" y="102691"/>
                </a:cubicBezTo>
                <a:close/>
                <a:moveTo>
                  <a:pt x="58043" y="98227"/>
                </a:moveTo>
                <a:cubicBezTo>
                  <a:pt x="55587" y="98227"/>
                  <a:pt x="53578" y="100236"/>
                  <a:pt x="53578" y="102691"/>
                </a:cubicBezTo>
                <a:lnTo>
                  <a:pt x="53578" y="111621"/>
                </a:lnTo>
                <a:cubicBezTo>
                  <a:pt x="53578" y="114077"/>
                  <a:pt x="55587" y="116086"/>
                  <a:pt x="58043" y="116086"/>
                </a:cubicBezTo>
                <a:lnTo>
                  <a:pt x="66973" y="116086"/>
                </a:lnTo>
                <a:cubicBezTo>
                  <a:pt x="69428" y="116086"/>
                  <a:pt x="71438" y="114077"/>
                  <a:pt x="71438" y="111621"/>
                </a:cubicBezTo>
                <a:lnTo>
                  <a:pt x="71438" y="102691"/>
                </a:lnTo>
                <a:cubicBezTo>
                  <a:pt x="71438" y="100236"/>
                  <a:pt x="69428" y="98227"/>
                  <a:pt x="66973" y="98227"/>
                </a:cubicBezTo>
                <a:lnTo>
                  <a:pt x="58043" y="98227"/>
                </a:lnTo>
                <a:close/>
                <a:moveTo>
                  <a:pt x="89297" y="102691"/>
                </a:moveTo>
                <a:lnTo>
                  <a:pt x="89297" y="111621"/>
                </a:lnTo>
                <a:cubicBezTo>
                  <a:pt x="89297" y="114077"/>
                  <a:pt x="91306" y="116086"/>
                  <a:pt x="93762" y="116086"/>
                </a:cubicBezTo>
                <a:lnTo>
                  <a:pt x="102691" y="116086"/>
                </a:lnTo>
                <a:cubicBezTo>
                  <a:pt x="105147" y="116086"/>
                  <a:pt x="107156" y="114077"/>
                  <a:pt x="107156" y="111621"/>
                </a:cubicBezTo>
                <a:lnTo>
                  <a:pt x="107156" y="102691"/>
                </a:lnTo>
                <a:cubicBezTo>
                  <a:pt x="107156" y="100236"/>
                  <a:pt x="105147" y="98227"/>
                  <a:pt x="102691" y="98227"/>
                </a:cubicBezTo>
                <a:lnTo>
                  <a:pt x="93762" y="98227"/>
                </a:lnTo>
                <a:cubicBezTo>
                  <a:pt x="91306" y="98227"/>
                  <a:pt x="89297" y="100236"/>
                  <a:pt x="89297" y="102691"/>
                </a:cubicBezTo>
                <a:close/>
              </a:path>
            </a:pathLst>
          </a:custGeom>
          <a:solidFill>
            <a:srgbClr val="AD46FF"/>
          </a:solidFill>
          <a:ln/>
        </p:spPr>
      </p:sp>
      <p:sp>
        <p:nvSpPr>
          <p:cNvPr id="50" name="Text 48"/>
          <p:cNvSpPr/>
          <p:nvPr/>
        </p:nvSpPr>
        <p:spPr>
          <a:xfrm>
            <a:off x="6657975" y="4121252"/>
            <a:ext cx="148431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Long-term (6-12 months)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6268045" y="4526065"/>
            <a:ext cx="97234" cy="111125"/>
          </a:xfrm>
          <a:custGeom>
            <a:avLst/>
            <a:gdLst/>
            <a:ahLst/>
            <a:cxnLst/>
            <a:rect l="l" t="t" r="r" b="b"/>
            <a:pathLst>
              <a:path w="97234" h="111125">
                <a:moveTo>
                  <a:pt x="27781" y="-6945"/>
                </a:moveTo>
                <a:cubicBezTo>
                  <a:pt x="31623" y="-6945"/>
                  <a:pt x="34727" y="-3842"/>
                  <a:pt x="34727" y="0"/>
                </a:cubicBezTo>
                <a:lnTo>
                  <a:pt x="34727" y="20836"/>
                </a:lnTo>
                <a:lnTo>
                  <a:pt x="62508" y="20836"/>
                </a:lnTo>
                <a:lnTo>
                  <a:pt x="62508" y="0"/>
                </a:lnTo>
                <a:cubicBezTo>
                  <a:pt x="62508" y="-3842"/>
                  <a:pt x="65611" y="-6945"/>
                  <a:pt x="69453" y="-6945"/>
                </a:cubicBezTo>
                <a:cubicBezTo>
                  <a:pt x="73295" y="-6945"/>
                  <a:pt x="76398" y="-3842"/>
                  <a:pt x="76398" y="0"/>
                </a:cubicBezTo>
                <a:lnTo>
                  <a:pt x="76398" y="20836"/>
                </a:lnTo>
                <a:lnTo>
                  <a:pt x="90289" y="20836"/>
                </a:lnTo>
                <a:cubicBezTo>
                  <a:pt x="94131" y="20836"/>
                  <a:pt x="97234" y="23940"/>
                  <a:pt x="97234" y="27781"/>
                </a:cubicBezTo>
                <a:cubicBezTo>
                  <a:pt x="97234" y="31623"/>
                  <a:pt x="94131" y="34727"/>
                  <a:pt x="90289" y="34727"/>
                </a:cubicBezTo>
                <a:lnTo>
                  <a:pt x="90289" y="48617"/>
                </a:lnTo>
                <a:cubicBezTo>
                  <a:pt x="90289" y="69258"/>
                  <a:pt x="75270" y="86404"/>
                  <a:pt x="55563" y="89703"/>
                </a:cubicBezTo>
                <a:lnTo>
                  <a:pt x="55563" y="104180"/>
                </a:lnTo>
                <a:cubicBezTo>
                  <a:pt x="55563" y="108021"/>
                  <a:pt x="52459" y="111125"/>
                  <a:pt x="48617" y="111125"/>
                </a:cubicBezTo>
                <a:cubicBezTo>
                  <a:pt x="44776" y="111125"/>
                  <a:pt x="41672" y="108021"/>
                  <a:pt x="41672" y="104180"/>
                </a:cubicBezTo>
                <a:lnTo>
                  <a:pt x="41672" y="89703"/>
                </a:lnTo>
                <a:cubicBezTo>
                  <a:pt x="21965" y="86404"/>
                  <a:pt x="6945" y="69258"/>
                  <a:pt x="6945" y="48617"/>
                </a:cubicBezTo>
                <a:lnTo>
                  <a:pt x="6945" y="34727"/>
                </a:lnTo>
                <a:cubicBezTo>
                  <a:pt x="3104" y="34727"/>
                  <a:pt x="0" y="31623"/>
                  <a:pt x="0" y="27781"/>
                </a:cubicBezTo>
                <a:cubicBezTo>
                  <a:pt x="0" y="23940"/>
                  <a:pt x="3104" y="20836"/>
                  <a:pt x="6945" y="20836"/>
                </a:cubicBezTo>
                <a:lnTo>
                  <a:pt x="20836" y="20836"/>
                </a:lnTo>
                <a:lnTo>
                  <a:pt x="20836" y="0"/>
                </a:lnTo>
                <a:cubicBezTo>
                  <a:pt x="20836" y="-3842"/>
                  <a:pt x="23940" y="-6945"/>
                  <a:pt x="27781" y="-6945"/>
                </a:cubicBezTo>
                <a:close/>
              </a:path>
            </a:pathLst>
          </a:custGeom>
          <a:solidFill>
            <a:srgbClr val="AD46FF"/>
          </a:solidFill>
          <a:ln/>
        </p:spPr>
      </p:sp>
      <p:sp>
        <p:nvSpPr>
          <p:cNvPr id="52" name="Text 50"/>
          <p:cNvSpPr/>
          <p:nvPr/>
        </p:nvSpPr>
        <p:spPr>
          <a:xfrm>
            <a:off x="6447631" y="4502252"/>
            <a:ext cx="162718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Accounting software integration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8977313" y="4526065"/>
            <a:ext cx="111125" cy="111125"/>
          </a:xfrm>
          <a:custGeom>
            <a:avLst/>
            <a:gdLst/>
            <a:ahLst/>
            <a:cxnLst/>
            <a:rect l="l" t="t" r="r" b="b"/>
            <a:pathLst>
              <a:path w="111125" h="111125">
                <a:moveTo>
                  <a:pt x="26045" y="12154"/>
                </a:moveTo>
                <a:cubicBezTo>
                  <a:pt x="26045" y="5448"/>
                  <a:pt x="31493" y="0"/>
                  <a:pt x="38199" y="0"/>
                </a:cubicBezTo>
                <a:lnTo>
                  <a:pt x="43408" y="0"/>
                </a:lnTo>
                <a:cubicBezTo>
                  <a:pt x="47250" y="0"/>
                  <a:pt x="50354" y="3104"/>
                  <a:pt x="50354" y="6945"/>
                </a:cubicBezTo>
                <a:lnTo>
                  <a:pt x="50354" y="104180"/>
                </a:lnTo>
                <a:cubicBezTo>
                  <a:pt x="50354" y="108021"/>
                  <a:pt x="47250" y="111125"/>
                  <a:pt x="43408" y="111125"/>
                </a:cubicBezTo>
                <a:lnTo>
                  <a:pt x="36463" y="111125"/>
                </a:lnTo>
                <a:cubicBezTo>
                  <a:pt x="29995" y="111125"/>
                  <a:pt x="24547" y="106697"/>
                  <a:pt x="23006" y="100707"/>
                </a:cubicBezTo>
                <a:cubicBezTo>
                  <a:pt x="22854" y="100707"/>
                  <a:pt x="22724" y="100707"/>
                  <a:pt x="22572" y="100707"/>
                </a:cubicBezTo>
                <a:cubicBezTo>
                  <a:pt x="12979" y="100707"/>
                  <a:pt x="5209" y="92937"/>
                  <a:pt x="5209" y="83344"/>
                </a:cubicBezTo>
                <a:cubicBezTo>
                  <a:pt x="5209" y="79437"/>
                  <a:pt x="6511" y="75834"/>
                  <a:pt x="8682" y="72926"/>
                </a:cubicBezTo>
                <a:cubicBezTo>
                  <a:pt x="4471" y="69757"/>
                  <a:pt x="1736" y="64722"/>
                  <a:pt x="1736" y="59035"/>
                </a:cubicBezTo>
                <a:cubicBezTo>
                  <a:pt x="1736" y="52329"/>
                  <a:pt x="5556" y="46490"/>
                  <a:pt x="11113" y="43604"/>
                </a:cubicBezTo>
                <a:cubicBezTo>
                  <a:pt x="9572" y="40999"/>
                  <a:pt x="8682" y="37960"/>
                  <a:pt x="8682" y="34727"/>
                </a:cubicBezTo>
                <a:cubicBezTo>
                  <a:pt x="8682" y="25133"/>
                  <a:pt x="16452" y="17363"/>
                  <a:pt x="26045" y="17363"/>
                </a:cubicBezTo>
                <a:lnTo>
                  <a:pt x="26045" y="12154"/>
                </a:lnTo>
                <a:close/>
                <a:moveTo>
                  <a:pt x="85080" y="12154"/>
                </a:moveTo>
                <a:lnTo>
                  <a:pt x="85080" y="17363"/>
                </a:lnTo>
                <a:cubicBezTo>
                  <a:pt x="94673" y="17363"/>
                  <a:pt x="102443" y="25133"/>
                  <a:pt x="102443" y="34727"/>
                </a:cubicBezTo>
                <a:cubicBezTo>
                  <a:pt x="102443" y="37982"/>
                  <a:pt x="101553" y="41021"/>
                  <a:pt x="100013" y="43604"/>
                </a:cubicBezTo>
                <a:cubicBezTo>
                  <a:pt x="105590" y="46490"/>
                  <a:pt x="109389" y="52307"/>
                  <a:pt x="109389" y="59035"/>
                </a:cubicBezTo>
                <a:cubicBezTo>
                  <a:pt x="109389" y="64722"/>
                  <a:pt x="106654" y="69757"/>
                  <a:pt x="102443" y="72926"/>
                </a:cubicBezTo>
                <a:cubicBezTo>
                  <a:pt x="104614" y="75834"/>
                  <a:pt x="105916" y="79437"/>
                  <a:pt x="105916" y="83344"/>
                </a:cubicBezTo>
                <a:cubicBezTo>
                  <a:pt x="105916" y="92937"/>
                  <a:pt x="98146" y="100707"/>
                  <a:pt x="88553" y="100707"/>
                </a:cubicBezTo>
                <a:cubicBezTo>
                  <a:pt x="88401" y="100707"/>
                  <a:pt x="88271" y="100707"/>
                  <a:pt x="88119" y="100707"/>
                </a:cubicBezTo>
                <a:cubicBezTo>
                  <a:pt x="86578" y="106697"/>
                  <a:pt x="81130" y="111125"/>
                  <a:pt x="74662" y="111125"/>
                </a:cubicBezTo>
                <a:lnTo>
                  <a:pt x="67717" y="111125"/>
                </a:lnTo>
                <a:cubicBezTo>
                  <a:pt x="63875" y="111125"/>
                  <a:pt x="60771" y="108021"/>
                  <a:pt x="60771" y="104180"/>
                </a:cubicBezTo>
                <a:lnTo>
                  <a:pt x="60771" y="6945"/>
                </a:lnTo>
                <a:cubicBezTo>
                  <a:pt x="60771" y="3104"/>
                  <a:pt x="63875" y="0"/>
                  <a:pt x="67717" y="0"/>
                </a:cubicBezTo>
                <a:lnTo>
                  <a:pt x="72926" y="0"/>
                </a:lnTo>
                <a:cubicBezTo>
                  <a:pt x="79632" y="0"/>
                  <a:pt x="85080" y="5448"/>
                  <a:pt x="85080" y="12154"/>
                </a:cubicBezTo>
                <a:close/>
              </a:path>
            </a:pathLst>
          </a:custGeom>
          <a:solidFill>
            <a:srgbClr val="AD46FF"/>
          </a:solidFill>
          <a:ln/>
        </p:spPr>
      </p:sp>
      <p:sp>
        <p:nvSpPr>
          <p:cNvPr id="54" name="Text 52"/>
          <p:cNvSpPr/>
          <p:nvPr/>
        </p:nvSpPr>
        <p:spPr>
          <a:xfrm>
            <a:off x="9163844" y="4502252"/>
            <a:ext cx="111918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Advanced ML models</a:t>
            </a:r>
            <a:endParaRPr lang="en-US" sz="1600" dirty="0"/>
          </a:p>
        </p:txBody>
      </p:sp>
      <p:sp>
        <p:nvSpPr>
          <p:cNvPr id="55" name="Shape 53"/>
          <p:cNvSpPr/>
          <p:nvPr/>
        </p:nvSpPr>
        <p:spPr>
          <a:xfrm>
            <a:off x="6254155" y="4748315"/>
            <a:ext cx="125016" cy="111125"/>
          </a:xfrm>
          <a:custGeom>
            <a:avLst/>
            <a:gdLst/>
            <a:ahLst/>
            <a:cxnLst/>
            <a:rect l="l" t="t" r="r" b="b"/>
            <a:pathLst>
              <a:path w="125016" h="111125">
                <a:moveTo>
                  <a:pt x="34727" y="0"/>
                </a:moveTo>
                <a:cubicBezTo>
                  <a:pt x="38568" y="0"/>
                  <a:pt x="41672" y="3104"/>
                  <a:pt x="41672" y="6945"/>
                </a:cubicBezTo>
                <a:lnTo>
                  <a:pt x="41672" y="13891"/>
                </a:lnTo>
                <a:lnTo>
                  <a:pt x="69453" y="13891"/>
                </a:lnTo>
                <a:cubicBezTo>
                  <a:pt x="73295" y="13891"/>
                  <a:pt x="76398" y="16994"/>
                  <a:pt x="76398" y="20836"/>
                </a:cubicBezTo>
                <a:cubicBezTo>
                  <a:pt x="76398" y="24678"/>
                  <a:pt x="73295" y="27781"/>
                  <a:pt x="69453" y="27781"/>
                </a:cubicBezTo>
                <a:lnTo>
                  <a:pt x="67370" y="27781"/>
                </a:lnTo>
                <a:lnTo>
                  <a:pt x="65546" y="32795"/>
                </a:lnTo>
                <a:cubicBezTo>
                  <a:pt x="61987" y="42605"/>
                  <a:pt x="56626" y="51569"/>
                  <a:pt x="49876" y="59274"/>
                </a:cubicBezTo>
                <a:cubicBezTo>
                  <a:pt x="52958" y="61184"/>
                  <a:pt x="56170" y="62877"/>
                  <a:pt x="59513" y="64374"/>
                </a:cubicBezTo>
                <a:lnTo>
                  <a:pt x="70452" y="69236"/>
                </a:lnTo>
                <a:lnTo>
                  <a:pt x="83951" y="38850"/>
                </a:lnTo>
                <a:cubicBezTo>
                  <a:pt x="85058" y="36333"/>
                  <a:pt x="87554" y="34727"/>
                  <a:pt x="90289" y="34727"/>
                </a:cubicBezTo>
                <a:cubicBezTo>
                  <a:pt x="93024" y="34727"/>
                  <a:pt x="95520" y="36333"/>
                  <a:pt x="96627" y="38850"/>
                </a:cubicBezTo>
                <a:lnTo>
                  <a:pt x="124408" y="101358"/>
                </a:lnTo>
                <a:cubicBezTo>
                  <a:pt x="125971" y="104874"/>
                  <a:pt x="124386" y="108976"/>
                  <a:pt x="120892" y="110517"/>
                </a:cubicBezTo>
                <a:cubicBezTo>
                  <a:pt x="117397" y="112058"/>
                  <a:pt x="113274" y="110496"/>
                  <a:pt x="111733" y="107001"/>
                </a:cubicBezTo>
                <a:lnTo>
                  <a:pt x="107392" y="97234"/>
                </a:lnTo>
                <a:lnTo>
                  <a:pt x="73208" y="97234"/>
                </a:lnTo>
                <a:lnTo>
                  <a:pt x="68867" y="107001"/>
                </a:lnTo>
                <a:cubicBezTo>
                  <a:pt x="67304" y="110517"/>
                  <a:pt x="63202" y="112080"/>
                  <a:pt x="59708" y="110517"/>
                </a:cubicBezTo>
                <a:cubicBezTo>
                  <a:pt x="56214" y="108955"/>
                  <a:pt x="54629" y="104853"/>
                  <a:pt x="56192" y="101358"/>
                </a:cubicBezTo>
                <a:lnTo>
                  <a:pt x="64830" y="81933"/>
                </a:lnTo>
                <a:lnTo>
                  <a:pt x="53891" y="77071"/>
                </a:lnTo>
                <a:cubicBezTo>
                  <a:pt x="48899" y="74857"/>
                  <a:pt x="44124" y="72210"/>
                  <a:pt x="39610" y="69171"/>
                </a:cubicBezTo>
                <a:cubicBezTo>
                  <a:pt x="34987" y="72904"/>
                  <a:pt x="29930" y="76160"/>
                  <a:pt x="24526" y="78873"/>
                </a:cubicBezTo>
                <a:lnTo>
                  <a:pt x="16994" y="82606"/>
                </a:lnTo>
                <a:cubicBezTo>
                  <a:pt x="13565" y="84320"/>
                  <a:pt x="9398" y="82931"/>
                  <a:pt x="7683" y="79502"/>
                </a:cubicBezTo>
                <a:cubicBezTo>
                  <a:pt x="5969" y="76073"/>
                  <a:pt x="7358" y="71906"/>
                  <a:pt x="10787" y="70191"/>
                </a:cubicBezTo>
                <a:lnTo>
                  <a:pt x="18275" y="66436"/>
                </a:lnTo>
                <a:cubicBezTo>
                  <a:pt x="21813" y="64657"/>
                  <a:pt x="25177" y="62595"/>
                  <a:pt x="28346" y="60294"/>
                </a:cubicBezTo>
                <a:cubicBezTo>
                  <a:pt x="25350" y="57538"/>
                  <a:pt x="22529" y="54564"/>
                  <a:pt x="19903" y="51417"/>
                </a:cubicBezTo>
                <a:lnTo>
                  <a:pt x="17711" y="48769"/>
                </a:lnTo>
                <a:cubicBezTo>
                  <a:pt x="15258" y="45817"/>
                  <a:pt x="15649" y="41433"/>
                  <a:pt x="18600" y="38981"/>
                </a:cubicBezTo>
                <a:cubicBezTo>
                  <a:pt x="21552" y="36528"/>
                  <a:pt x="25936" y="36919"/>
                  <a:pt x="28389" y="39870"/>
                </a:cubicBezTo>
                <a:lnTo>
                  <a:pt x="30603" y="42518"/>
                </a:lnTo>
                <a:cubicBezTo>
                  <a:pt x="33099" y="45535"/>
                  <a:pt x="35833" y="48335"/>
                  <a:pt x="38720" y="50918"/>
                </a:cubicBezTo>
                <a:cubicBezTo>
                  <a:pt x="44689" y="44320"/>
                  <a:pt x="49399" y="36571"/>
                  <a:pt x="52502" y="28042"/>
                </a:cubicBezTo>
                <a:lnTo>
                  <a:pt x="52611" y="27781"/>
                </a:lnTo>
                <a:lnTo>
                  <a:pt x="6967" y="27781"/>
                </a:lnTo>
                <a:cubicBezTo>
                  <a:pt x="3104" y="27781"/>
                  <a:pt x="0" y="24678"/>
                  <a:pt x="0" y="20836"/>
                </a:cubicBezTo>
                <a:cubicBezTo>
                  <a:pt x="0" y="16994"/>
                  <a:pt x="3104" y="13891"/>
                  <a:pt x="6945" y="13891"/>
                </a:cubicBezTo>
                <a:lnTo>
                  <a:pt x="27781" y="13891"/>
                </a:lnTo>
                <a:lnTo>
                  <a:pt x="27781" y="6945"/>
                </a:lnTo>
                <a:cubicBezTo>
                  <a:pt x="27781" y="3104"/>
                  <a:pt x="30885" y="0"/>
                  <a:pt x="34727" y="0"/>
                </a:cubicBezTo>
                <a:close/>
                <a:moveTo>
                  <a:pt x="90289" y="58775"/>
                </a:moveTo>
                <a:lnTo>
                  <a:pt x="79372" y="83344"/>
                </a:lnTo>
                <a:lnTo>
                  <a:pt x="101206" y="83344"/>
                </a:lnTo>
                <a:lnTo>
                  <a:pt x="90289" y="58775"/>
                </a:lnTo>
                <a:close/>
              </a:path>
            </a:pathLst>
          </a:custGeom>
          <a:solidFill>
            <a:srgbClr val="AD46FF"/>
          </a:solidFill>
          <a:ln/>
        </p:spPr>
      </p:sp>
      <p:sp>
        <p:nvSpPr>
          <p:cNvPr id="56" name="Text 54"/>
          <p:cNvSpPr/>
          <p:nvPr/>
        </p:nvSpPr>
        <p:spPr>
          <a:xfrm>
            <a:off x="6447631" y="4724502"/>
            <a:ext cx="120650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Multi-language support</a:t>
            </a:r>
            <a:endParaRPr lang="en-US" sz="1600" dirty="0"/>
          </a:p>
        </p:txBody>
      </p:sp>
      <p:sp>
        <p:nvSpPr>
          <p:cNvPr id="57" name="Shape 55"/>
          <p:cNvSpPr/>
          <p:nvPr/>
        </p:nvSpPr>
        <p:spPr>
          <a:xfrm>
            <a:off x="8991203" y="4748315"/>
            <a:ext cx="83344" cy="111125"/>
          </a:xfrm>
          <a:custGeom>
            <a:avLst/>
            <a:gdLst/>
            <a:ahLst/>
            <a:cxnLst/>
            <a:rect l="l" t="t" r="r" b="b"/>
            <a:pathLst>
              <a:path w="83344" h="111125">
                <a:moveTo>
                  <a:pt x="0" y="13891"/>
                </a:moveTo>
                <a:cubicBezTo>
                  <a:pt x="0" y="6229"/>
                  <a:pt x="6229" y="0"/>
                  <a:pt x="13891" y="0"/>
                </a:cubicBezTo>
                <a:lnTo>
                  <a:pt x="46338" y="0"/>
                </a:lnTo>
                <a:cubicBezTo>
                  <a:pt x="50028" y="0"/>
                  <a:pt x="53566" y="1454"/>
                  <a:pt x="56170" y="4059"/>
                </a:cubicBezTo>
                <a:lnTo>
                  <a:pt x="79285" y="27195"/>
                </a:lnTo>
                <a:cubicBezTo>
                  <a:pt x="81890" y="29800"/>
                  <a:pt x="83344" y="33338"/>
                  <a:pt x="83344" y="37027"/>
                </a:cubicBezTo>
                <a:lnTo>
                  <a:pt x="83344" y="97234"/>
                </a:lnTo>
                <a:cubicBezTo>
                  <a:pt x="83344" y="104896"/>
                  <a:pt x="77115" y="111125"/>
                  <a:pt x="69453" y="111125"/>
                </a:cubicBezTo>
                <a:lnTo>
                  <a:pt x="13891" y="111125"/>
                </a:lnTo>
                <a:cubicBezTo>
                  <a:pt x="6229" y="111125"/>
                  <a:pt x="0" y="104896"/>
                  <a:pt x="0" y="97234"/>
                </a:cubicBezTo>
                <a:lnTo>
                  <a:pt x="0" y="13891"/>
                </a:lnTo>
                <a:close/>
                <a:moveTo>
                  <a:pt x="45145" y="12697"/>
                </a:moveTo>
                <a:lnTo>
                  <a:pt x="45145" y="32990"/>
                </a:lnTo>
                <a:cubicBezTo>
                  <a:pt x="45145" y="35877"/>
                  <a:pt x="47467" y="38199"/>
                  <a:pt x="50354" y="38199"/>
                </a:cubicBezTo>
                <a:lnTo>
                  <a:pt x="70647" y="38199"/>
                </a:lnTo>
                <a:lnTo>
                  <a:pt x="45145" y="12697"/>
                </a:lnTo>
                <a:close/>
                <a:moveTo>
                  <a:pt x="26045" y="55563"/>
                </a:moveTo>
                <a:cubicBezTo>
                  <a:pt x="23158" y="55563"/>
                  <a:pt x="20836" y="57885"/>
                  <a:pt x="20836" y="60771"/>
                </a:cubicBezTo>
                <a:cubicBezTo>
                  <a:pt x="20836" y="63658"/>
                  <a:pt x="23158" y="65980"/>
                  <a:pt x="26045" y="65980"/>
                </a:cubicBezTo>
                <a:lnTo>
                  <a:pt x="57299" y="65980"/>
                </a:lnTo>
                <a:cubicBezTo>
                  <a:pt x="60185" y="65980"/>
                  <a:pt x="62508" y="63658"/>
                  <a:pt x="62508" y="60771"/>
                </a:cubicBezTo>
                <a:cubicBezTo>
                  <a:pt x="62508" y="57885"/>
                  <a:pt x="60185" y="55563"/>
                  <a:pt x="57299" y="55563"/>
                </a:cubicBezTo>
                <a:lnTo>
                  <a:pt x="26045" y="55563"/>
                </a:lnTo>
                <a:close/>
                <a:moveTo>
                  <a:pt x="26045" y="76398"/>
                </a:moveTo>
                <a:cubicBezTo>
                  <a:pt x="23158" y="76398"/>
                  <a:pt x="20836" y="78721"/>
                  <a:pt x="20836" y="81607"/>
                </a:cubicBezTo>
                <a:cubicBezTo>
                  <a:pt x="20836" y="84494"/>
                  <a:pt x="23158" y="86816"/>
                  <a:pt x="26045" y="86816"/>
                </a:cubicBezTo>
                <a:lnTo>
                  <a:pt x="57299" y="86816"/>
                </a:lnTo>
                <a:cubicBezTo>
                  <a:pt x="60185" y="86816"/>
                  <a:pt x="62508" y="84494"/>
                  <a:pt x="62508" y="81607"/>
                </a:cubicBezTo>
                <a:cubicBezTo>
                  <a:pt x="62508" y="78721"/>
                  <a:pt x="60185" y="76398"/>
                  <a:pt x="57299" y="76398"/>
                </a:cubicBezTo>
                <a:lnTo>
                  <a:pt x="26045" y="76398"/>
                </a:lnTo>
                <a:close/>
              </a:path>
            </a:pathLst>
          </a:custGeom>
          <a:solidFill>
            <a:srgbClr val="AD46FF"/>
          </a:solidFill>
          <a:ln/>
        </p:spPr>
      </p:sp>
      <p:sp>
        <p:nvSpPr>
          <p:cNvPr id="58" name="Text 56"/>
          <p:cNvSpPr/>
          <p:nvPr/>
        </p:nvSpPr>
        <p:spPr>
          <a:xfrm>
            <a:off x="9163844" y="4724502"/>
            <a:ext cx="127793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Custom report templates</a:t>
            </a:r>
            <a:endParaRPr lang="en-US" sz="1600" dirty="0"/>
          </a:p>
        </p:txBody>
      </p:sp>
      <p:sp>
        <p:nvSpPr>
          <p:cNvPr id="59" name="Shape 57"/>
          <p:cNvSpPr/>
          <p:nvPr/>
        </p:nvSpPr>
        <p:spPr>
          <a:xfrm>
            <a:off x="6254155" y="4970565"/>
            <a:ext cx="125016" cy="111125"/>
          </a:xfrm>
          <a:custGeom>
            <a:avLst/>
            <a:gdLst/>
            <a:ahLst/>
            <a:cxnLst/>
            <a:rect l="l" t="t" r="r" b="b"/>
            <a:pathLst>
              <a:path w="125016" h="111125">
                <a:moveTo>
                  <a:pt x="78308" y="260"/>
                </a:moveTo>
                <a:cubicBezTo>
                  <a:pt x="74619" y="-803"/>
                  <a:pt x="70777" y="1346"/>
                  <a:pt x="69714" y="5035"/>
                </a:cubicBezTo>
                <a:lnTo>
                  <a:pt x="41932" y="102270"/>
                </a:lnTo>
                <a:cubicBezTo>
                  <a:pt x="40869" y="105959"/>
                  <a:pt x="43018" y="109801"/>
                  <a:pt x="46707" y="110865"/>
                </a:cubicBezTo>
                <a:cubicBezTo>
                  <a:pt x="50397" y="111928"/>
                  <a:pt x="54239" y="109779"/>
                  <a:pt x="55302" y="106090"/>
                </a:cubicBezTo>
                <a:lnTo>
                  <a:pt x="83083" y="8855"/>
                </a:lnTo>
                <a:cubicBezTo>
                  <a:pt x="84147" y="5166"/>
                  <a:pt x="81998" y="1324"/>
                  <a:pt x="78308" y="260"/>
                </a:cubicBezTo>
                <a:close/>
                <a:moveTo>
                  <a:pt x="92329" y="29800"/>
                </a:moveTo>
                <a:cubicBezTo>
                  <a:pt x="89616" y="32513"/>
                  <a:pt x="89616" y="36919"/>
                  <a:pt x="92329" y="39632"/>
                </a:cubicBezTo>
                <a:lnTo>
                  <a:pt x="108260" y="55563"/>
                </a:lnTo>
                <a:lnTo>
                  <a:pt x="92329" y="71493"/>
                </a:lnTo>
                <a:cubicBezTo>
                  <a:pt x="89616" y="74206"/>
                  <a:pt x="89616" y="78612"/>
                  <a:pt x="92329" y="81325"/>
                </a:cubicBezTo>
                <a:cubicBezTo>
                  <a:pt x="95042" y="84038"/>
                  <a:pt x="99448" y="84038"/>
                  <a:pt x="102161" y="81325"/>
                </a:cubicBezTo>
                <a:lnTo>
                  <a:pt x="122997" y="60489"/>
                </a:lnTo>
                <a:cubicBezTo>
                  <a:pt x="125710" y="57776"/>
                  <a:pt x="125710" y="53370"/>
                  <a:pt x="122997" y="50657"/>
                </a:cubicBezTo>
                <a:lnTo>
                  <a:pt x="102161" y="29821"/>
                </a:lnTo>
                <a:cubicBezTo>
                  <a:pt x="99448" y="27108"/>
                  <a:pt x="95042" y="27108"/>
                  <a:pt x="92329" y="29821"/>
                </a:cubicBezTo>
                <a:close/>
                <a:moveTo>
                  <a:pt x="32708" y="29800"/>
                </a:moveTo>
                <a:cubicBezTo>
                  <a:pt x="29995" y="27087"/>
                  <a:pt x="25589" y="27087"/>
                  <a:pt x="22876" y="29800"/>
                </a:cubicBezTo>
                <a:lnTo>
                  <a:pt x="2040" y="50636"/>
                </a:lnTo>
                <a:cubicBezTo>
                  <a:pt x="-673" y="53349"/>
                  <a:pt x="-673" y="57755"/>
                  <a:pt x="2040" y="60468"/>
                </a:cubicBezTo>
                <a:lnTo>
                  <a:pt x="22876" y="81304"/>
                </a:lnTo>
                <a:cubicBezTo>
                  <a:pt x="25589" y="84017"/>
                  <a:pt x="29995" y="84017"/>
                  <a:pt x="32708" y="81304"/>
                </a:cubicBezTo>
                <a:cubicBezTo>
                  <a:pt x="35421" y="78591"/>
                  <a:pt x="35421" y="74185"/>
                  <a:pt x="32708" y="71472"/>
                </a:cubicBezTo>
                <a:lnTo>
                  <a:pt x="16777" y="55563"/>
                </a:lnTo>
                <a:lnTo>
                  <a:pt x="32686" y="39632"/>
                </a:lnTo>
                <a:cubicBezTo>
                  <a:pt x="35399" y="36919"/>
                  <a:pt x="35399" y="32513"/>
                  <a:pt x="32686" y="29800"/>
                </a:cubicBezTo>
                <a:close/>
              </a:path>
            </a:pathLst>
          </a:custGeom>
          <a:solidFill>
            <a:srgbClr val="AD46FF"/>
          </a:solidFill>
          <a:ln/>
        </p:spPr>
      </p:sp>
      <p:sp>
        <p:nvSpPr>
          <p:cNvPr id="60" name="Text 58"/>
          <p:cNvSpPr/>
          <p:nvPr/>
        </p:nvSpPr>
        <p:spPr>
          <a:xfrm>
            <a:off x="6447631" y="4946752"/>
            <a:ext cx="153987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API for third-party integrations</a:t>
            </a:r>
            <a:endParaRPr lang="en-US" sz="1600" dirty="0"/>
          </a:p>
        </p:txBody>
      </p:sp>
      <p:sp>
        <p:nvSpPr>
          <p:cNvPr id="61" name="Shape 59"/>
          <p:cNvSpPr/>
          <p:nvPr/>
        </p:nvSpPr>
        <p:spPr>
          <a:xfrm>
            <a:off x="8970367" y="4970565"/>
            <a:ext cx="125016" cy="111125"/>
          </a:xfrm>
          <a:custGeom>
            <a:avLst/>
            <a:gdLst/>
            <a:ahLst/>
            <a:cxnLst/>
            <a:rect l="l" t="t" r="r" b="b"/>
            <a:pathLst>
              <a:path w="125016" h="111125">
                <a:moveTo>
                  <a:pt x="67174" y="-4102"/>
                </a:moveTo>
                <a:cubicBezTo>
                  <a:pt x="66284" y="-5838"/>
                  <a:pt x="64483" y="-6945"/>
                  <a:pt x="62530" y="-6945"/>
                </a:cubicBezTo>
                <a:cubicBezTo>
                  <a:pt x="60576" y="-6945"/>
                  <a:pt x="58775" y="-5838"/>
                  <a:pt x="57885" y="-4102"/>
                </a:cubicBezTo>
                <a:lnTo>
                  <a:pt x="41911" y="27195"/>
                </a:lnTo>
                <a:lnTo>
                  <a:pt x="7206" y="32708"/>
                </a:lnTo>
                <a:cubicBezTo>
                  <a:pt x="5274" y="33012"/>
                  <a:pt x="3668" y="34379"/>
                  <a:pt x="3060" y="36246"/>
                </a:cubicBezTo>
                <a:cubicBezTo>
                  <a:pt x="2453" y="38112"/>
                  <a:pt x="2952" y="40153"/>
                  <a:pt x="4319" y="41542"/>
                </a:cubicBezTo>
                <a:lnTo>
                  <a:pt x="29149" y="66393"/>
                </a:lnTo>
                <a:lnTo>
                  <a:pt x="23679" y="101098"/>
                </a:lnTo>
                <a:cubicBezTo>
                  <a:pt x="23375" y="103029"/>
                  <a:pt x="24178" y="104983"/>
                  <a:pt x="25763" y="106133"/>
                </a:cubicBezTo>
                <a:cubicBezTo>
                  <a:pt x="27347" y="107283"/>
                  <a:pt x="29431" y="107457"/>
                  <a:pt x="31189" y="106567"/>
                </a:cubicBezTo>
                <a:lnTo>
                  <a:pt x="62530" y="90636"/>
                </a:lnTo>
                <a:lnTo>
                  <a:pt x="93849" y="106567"/>
                </a:lnTo>
                <a:cubicBezTo>
                  <a:pt x="95585" y="107457"/>
                  <a:pt x="97690" y="107283"/>
                  <a:pt x="99275" y="106133"/>
                </a:cubicBezTo>
                <a:cubicBezTo>
                  <a:pt x="100859" y="104983"/>
                  <a:pt x="101662" y="103051"/>
                  <a:pt x="101358" y="101098"/>
                </a:cubicBezTo>
                <a:lnTo>
                  <a:pt x="95867" y="66393"/>
                </a:lnTo>
                <a:lnTo>
                  <a:pt x="120697" y="41542"/>
                </a:lnTo>
                <a:cubicBezTo>
                  <a:pt x="122086" y="40153"/>
                  <a:pt x="122563" y="38112"/>
                  <a:pt x="121955" y="36246"/>
                </a:cubicBezTo>
                <a:cubicBezTo>
                  <a:pt x="121348" y="34379"/>
                  <a:pt x="119763" y="33012"/>
                  <a:pt x="117810" y="32708"/>
                </a:cubicBezTo>
                <a:lnTo>
                  <a:pt x="83127" y="27195"/>
                </a:lnTo>
                <a:lnTo>
                  <a:pt x="67174" y="-4102"/>
                </a:lnTo>
                <a:close/>
              </a:path>
            </a:pathLst>
          </a:custGeom>
          <a:solidFill>
            <a:srgbClr val="AD46FF"/>
          </a:solidFill>
          <a:ln/>
        </p:spPr>
      </p:sp>
      <p:sp>
        <p:nvSpPr>
          <p:cNvPr id="62" name="Text 60"/>
          <p:cNvSpPr/>
          <p:nvPr/>
        </p:nvSpPr>
        <p:spPr>
          <a:xfrm>
            <a:off x="9163844" y="4946752"/>
            <a:ext cx="92868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Premium features</a:t>
            </a:r>
            <a:endParaRPr lang="en-US" sz="1600" dirty="0"/>
          </a:p>
        </p:txBody>
      </p:sp>
      <p:sp>
        <p:nvSpPr>
          <p:cNvPr id="63" name="Shape 61"/>
          <p:cNvSpPr/>
          <p:nvPr/>
        </p:nvSpPr>
        <p:spPr>
          <a:xfrm>
            <a:off x="222250" y="5683351"/>
            <a:ext cx="11557000" cy="793750"/>
          </a:xfrm>
          <a:custGeom>
            <a:avLst/>
            <a:gdLst/>
            <a:ahLst/>
            <a:cxnLst/>
            <a:rect l="l" t="t" r="r" b="b"/>
            <a:pathLst>
              <a:path w="11557000" h="793750">
                <a:moveTo>
                  <a:pt x="95250" y="0"/>
                </a:moveTo>
                <a:lnTo>
                  <a:pt x="11461750" y="0"/>
                </a:lnTo>
                <a:cubicBezTo>
                  <a:pt x="11514320" y="0"/>
                  <a:pt x="11557000" y="42680"/>
                  <a:pt x="11557000" y="95250"/>
                </a:cubicBezTo>
                <a:lnTo>
                  <a:pt x="11557000" y="698500"/>
                </a:lnTo>
                <a:cubicBezTo>
                  <a:pt x="11557000" y="751070"/>
                  <a:pt x="11514320" y="793750"/>
                  <a:pt x="11461750" y="793750"/>
                </a:cubicBezTo>
                <a:lnTo>
                  <a:pt x="95250" y="793750"/>
                </a:lnTo>
                <a:cubicBezTo>
                  <a:pt x="42680" y="793750"/>
                  <a:pt x="0" y="751070"/>
                  <a:pt x="0" y="698500"/>
                </a:cubicBezTo>
                <a:lnTo>
                  <a:pt x="0" y="95250"/>
                </a:lnTo>
                <a:cubicBezTo>
                  <a:pt x="0" y="42680"/>
                  <a:pt x="42680" y="0"/>
                  <a:pt x="95250" y="0"/>
                </a:cubicBezTo>
                <a:close/>
              </a:path>
            </a:pathLst>
          </a:custGeom>
          <a:gradFill flip="none" rotWithShape="1">
            <a:gsLst>
              <a:gs pos="0">
                <a:srgbClr val="6366F1"/>
              </a:gs>
              <a:gs pos="100000">
                <a:srgbClr val="818CF8"/>
              </a:gs>
            </a:gsLst>
            <a:lin ang="0" scaled="1"/>
          </a:gradFill>
          <a:ln/>
        </p:spPr>
      </p:sp>
      <p:sp>
        <p:nvSpPr>
          <p:cNvPr id="64" name="Text 62"/>
          <p:cNvSpPr/>
          <p:nvPr/>
        </p:nvSpPr>
        <p:spPr>
          <a:xfrm>
            <a:off x="345281" y="5842101"/>
            <a:ext cx="11310938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25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Vision</a:t>
            </a:r>
            <a:endParaRPr lang="en-US" sz="1600" dirty="0"/>
          </a:p>
        </p:txBody>
      </p:sp>
      <p:sp>
        <p:nvSpPr>
          <p:cNvPr id="65" name="Text 63"/>
          <p:cNvSpPr/>
          <p:nvPr/>
        </p:nvSpPr>
        <p:spPr>
          <a:xfrm>
            <a:off x="349250" y="6127851"/>
            <a:ext cx="11303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"To become the go-to analytics platform for small and medium businesses worldwide."</a:t>
            </a:r>
            <a:endParaRPr lang="en-US" sz="1600" dirty="0"/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6EDE953D-0EB2-1ADF-2E2A-35434078BF11}"/>
              </a:ext>
            </a:extLst>
          </p:cNvPr>
          <p:cNvSpPr txBox="1"/>
          <p:nvPr/>
        </p:nvSpPr>
        <p:spPr>
          <a:xfrm>
            <a:off x="2665095" y="6545534"/>
            <a:ext cx="6131560" cy="3488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980"/>
              </a:lnSpc>
            </a:pPr>
            <a:r>
              <a:rPr lang="en-US" sz="1800" b="1" dirty="0">
                <a:latin typeface="Calibri (MS)"/>
                <a:ea typeface="Calibri (MS)"/>
                <a:cs typeface="Calibri (MS)"/>
                <a:sym typeface="Calibri (MS)"/>
              </a:rPr>
              <a:t>Department of Computer Science &amp; Engineering ,CSPIT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BDB1B1C-A0F1-0B31-2558-CB4483DF4BB7}"/>
              </a:ext>
            </a:extLst>
          </p:cNvPr>
          <p:cNvSpPr/>
          <p:nvPr/>
        </p:nvSpPr>
        <p:spPr>
          <a:xfrm>
            <a:off x="30479" y="66891"/>
            <a:ext cx="12085321" cy="6714790"/>
          </a:xfrm>
          <a:prstGeom prst="rect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4"/>
          <p:cNvSpPr/>
          <p:nvPr/>
        </p:nvSpPr>
        <p:spPr>
          <a:xfrm>
            <a:off x="7026162" y="1274347"/>
            <a:ext cx="817912" cy="817912"/>
          </a:xfrm>
          <a:custGeom>
            <a:avLst/>
            <a:gdLst/>
            <a:ahLst/>
            <a:cxnLst/>
            <a:rect l="l" t="t" r="r" b="b"/>
            <a:pathLst>
              <a:path w="817912" h="817912">
                <a:moveTo>
                  <a:pt x="408956" y="0"/>
                </a:moveTo>
                <a:lnTo>
                  <a:pt x="408956" y="0"/>
                </a:lnTo>
                <a:cubicBezTo>
                  <a:pt x="634665" y="0"/>
                  <a:pt x="817912" y="183247"/>
                  <a:pt x="817912" y="408956"/>
                </a:cubicBezTo>
                <a:lnTo>
                  <a:pt x="817912" y="408956"/>
                </a:lnTo>
                <a:cubicBezTo>
                  <a:pt x="817912" y="634665"/>
                  <a:pt x="634665" y="817912"/>
                  <a:pt x="408956" y="817912"/>
                </a:cubicBezTo>
                <a:lnTo>
                  <a:pt x="408956" y="817912"/>
                </a:lnTo>
                <a:cubicBezTo>
                  <a:pt x="183247" y="817912"/>
                  <a:pt x="0" y="634665"/>
                  <a:pt x="0" y="408956"/>
                </a:cubicBezTo>
                <a:lnTo>
                  <a:pt x="0" y="408956"/>
                </a:lnTo>
                <a:cubicBezTo>
                  <a:pt x="0" y="183247"/>
                  <a:pt x="183247" y="0"/>
                  <a:pt x="408956" y="0"/>
                </a:cubicBezTo>
                <a:close/>
              </a:path>
            </a:pathLst>
          </a:custGeom>
          <a:gradFill flip="none" rotWithShape="1">
            <a:gsLst>
              <a:gs pos="0">
                <a:srgbClr val="6366F1"/>
              </a:gs>
              <a:gs pos="100000">
                <a:srgbClr val="818CF8"/>
              </a:gs>
            </a:gsLst>
            <a:lin ang="2700000" scaled="1"/>
          </a:gradFill>
          <a:ln/>
          <a:effectLst>
            <a:outerShdw blurRad="212998" dist="170398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281759" y="1529944"/>
            <a:ext cx="306717" cy="306717"/>
          </a:xfrm>
          <a:custGeom>
            <a:avLst/>
            <a:gdLst/>
            <a:ahLst/>
            <a:cxnLst/>
            <a:rect l="l" t="t" r="r" b="b"/>
            <a:pathLst>
              <a:path w="306717" h="306717">
                <a:moveTo>
                  <a:pt x="144373" y="52178"/>
                </a:moveTo>
                <a:lnTo>
                  <a:pt x="153358" y="64578"/>
                </a:lnTo>
                <a:lnTo>
                  <a:pt x="162344" y="52178"/>
                </a:lnTo>
                <a:cubicBezTo>
                  <a:pt x="177321" y="31450"/>
                  <a:pt x="201403" y="19170"/>
                  <a:pt x="226983" y="19170"/>
                </a:cubicBezTo>
                <a:cubicBezTo>
                  <a:pt x="271013" y="19170"/>
                  <a:pt x="306717" y="54874"/>
                  <a:pt x="306717" y="98904"/>
                </a:cubicBezTo>
                <a:lnTo>
                  <a:pt x="306717" y="100462"/>
                </a:lnTo>
                <a:cubicBezTo>
                  <a:pt x="306717" y="167676"/>
                  <a:pt x="222909" y="245733"/>
                  <a:pt x="179178" y="279100"/>
                </a:cubicBezTo>
                <a:cubicBezTo>
                  <a:pt x="171750" y="284732"/>
                  <a:pt x="162644" y="287547"/>
                  <a:pt x="153358" y="287547"/>
                </a:cubicBezTo>
                <a:cubicBezTo>
                  <a:pt x="144073" y="287547"/>
                  <a:pt x="134908" y="284792"/>
                  <a:pt x="127539" y="279100"/>
                </a:cubicBezTo>
                <a:cubicBezTo>
                  <a:pt x="83808" y="245733"/>
                  <a:pt x="0" y="167676"/>
                  <a:pt x="0" y="100462"/>
                </a:cubicBezTo>
                <a:lnTo>
                  <a:pt x="0" y="98904"/>
                </a:lnTo>
                <a:cubicBezTo>
                  <a:pt x="0" y="54874"/>
                  <a:pt x="35704" y="19170"/>
                  <a:pt x="79734" y="19170"/>
                </a:cubicBezTo>
                <a:cubicBezTo>
                  <a:pt x="105314" y="19170"/>
                  <a:pt x="129396" y="31450"/>
                  <a:pt x="144373" y="52178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3711915" y="1514853"/>
            <a:ext cx="3723203" cy="5111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4400" b="1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Thank You!</a:t>
            </a: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3972561" y="2162366"/>
            <a:ext cx="3967896" cy="2726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dirty="0">
                <a:solidFill>
                  <a:srgbClr val="4A556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"Thank you for your time and attention"</a:t>
            </a:r>
            <a:endParaRPr lang="en-US" dirty="0"/>
          </a:p>
        </p:txBody>
      </p:sp>
      <p:sp>
        <p:nvSpPr>
          <p:cNvPr id="24" name="Shape 22"/>
          <p:cNvSpPr/>
          <p:nvPr/>
        </p:nvSpPr>
        <p:spPr>
          <a:xfrm>
            <a:off x="2348451" y="3232248"/>
            <a:ext cx="7623621" cy="1710799"/>
          </a:xfrm>
          <a:custGeom>
            <a:avLst/>
            <a:gdLst/>
            <a:ahLst/>
            <a:cxnLst/>
            <a:rect l="l" t="t" r="r" b="b"/>
            <a:pathLst>
              <a:path w="7623621" h="1710799">
                <a:moveTo>
                  <a:pt x="136316" y="0"/>
                </a:moveTo>
                <a:lnTo>
                  <a:pt x="7487304" y="0"/>
                </a:lnTo>
                <a:cubicBezTo>
                  <a:pt x="7562590" y="0"/>
                  <a:pt x="7623621" y="61031"/>
                  <a:pt x="7623621" y="136316"/>
                </a:cubicBezTo>
                <a:lnTo>
                  <a:pt x="7623621" y="1574483"/>
                </a:lnTo>
                <a:cubicBezTo>
                  <a:pt x="7623621" y="1649768"/>
                  <a:pt x="7562590" y="1710799"/>
                  <a:pt x="7487304" y="1710799"/>
                </a:cubicBezTo>
                <a:lnTo>
                  <a:pt x="136316" y="1710799"/>
                </a:lnTo>
                <a:cubicBezTo>
                  <a:pt x="61081" y="1710799"/>
                  <a:pt x="0" y="1649718"/>
                  <a:pt x="0" y="1574483"/>
                </a:cubicBezTo>
                <a:lnTo>
                  <a:pt x="0" y="136316"/>
                </a:lnTo>
                <a:cubicBezTo>
                  <a:pt x="0" y="61031"/>
                  <a:pt x="61031" y="0"/>
                  <a:pt x="136316" y="0"/>
                </a:cubicBezTo>
                <a:close/>
              </a:path>
            </a:pathLst>
          </a:custGeom>
          <a:solidFill>
            <a:srgbClr val="FFFFFF"/>
          </a:solidFill>
          <a:ln w="10160">
            <a:solidFill>
              <a:srgbClr val="F3F4F6"/>
            </a:solidFill>
            <a:prstDash val="solid"/>
          </a:ln>
          <a:effectLst>
            <a:outerShdw blurRad="127799" dist="85199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2569606" y="3440132"/>
            <a:ext cx="7284528" cy="2385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8" b="1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Project Links &amp; </a:t>
            </a:r>
            <a:r>
              <a:rPr lang="en-IN" sz="1208" b="1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Contact us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3503069" y="3815008"/>
            <a:ext cx="477115" cy="477115"/>
          </a:xfrm>
          <a:custGeom>
            <a:avLst/>
            <a:gdLst/>
            <a:ahLst/>
            <a:cxnLst/>
            <a:rect l="l" t="t" r="r" b="b"/>
            <a:pathLst>
              <a:path w="477115" h="477115">
                <a:moveTo>
                  <a:pt x="102241" y="0"/>
                </a:moveTo>
                <a:lnTo>
                  <a:pt x="374874" y="0"/>
                </a:lnTo>
                <a:cubicBezTo>
                  <a:pt x="431303" y="0"/>
                  <a:pt x="477115" y="45813"/>
                  <a:pt x="477115" y="102241"/>
                </a:cubicBezTo>
                <a:lnTo>
                  <a:pt x="477115" y="374874"/>
                </a:lnTo>
                <a:cubicBezTo>
                  <a:pt x="477115" y="431303"/>
                  <a:pt x="431303" y="477115"/>
                  <a:pt x="374874" y="477115"/>
                </a:cubicBezTo>
                <a:lnTo>
                  <a:pt x="102241" y="477115"/>
                </a:lnTo>
                <a:cubicBezTo>
                  <a:pt x="45813" y="477115"/>
                  <a:pt x="0" y="431303"/>
                  <a:pt x="0" y="374874"/>
                </a:cubicBezTo>
                <a:lnTo>
                  <a:pt x="0" y="102241"/>
                </a:lnTo>
                <a:cubicBezTo>
                  <a:pt x="0" y="45813"/>
                  <a:pt x="45813" y="0"/>
                  <a:pt x="102241" y="0"/>
                </a:cubicBezTo>
                <a:close/>
              </a:path>
            </a:pathLst>
          </a:custGeom>
          <a:solidFill>
            <a:srgbClr val="6366F1">
              <a:alpha val="10196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3639388" y="3951327"/>
            <a:ext cx="204478" cy="204478"/>
          </a:xfrm>
          <a:custGeom>
            <a:avLst/>
            <a:gdLst/>
            <a:ahLst/>
            <a:cxnLst/>
            <a:rect l="l" t="t" r="r" b="b"/>
            <a:pathLst>
              <a:path w="204478" h="204478">
                <a:moveTo>
                  <a:pt x="140539" y="111824"/>
                </a:moveTo>
                <a:lnTo>
                  <a:pt x="64299" y="111824"/>
                </a:lnTo>
                <a:cubicBezTo>
                  <a:pt x="65457" y="137583"/>
                  <a:pt x="71168" y="161306"/>
                  <a:pt x="79275" y="178679"/>
                </a:cubicBezTo>
                <a:cubicBezTo>
                  <a:pt x="83828" y="188463"/>
                  <a:pt x="88740" y="195372"/>
                  <a:pt x="93293" y="199606"/>
                </a:cubicBezTo>
                <a:cubicBezTo>
                  <a:pt x="97766" y="203799"/>
                  <a:pt x="100841" y="204478"/>
                  <a:pt x="102439" y="204478"/>
                </a:cubicBezTo>
                <a:cubicBezTo>
                  <a:pt x="104036" y="204478"/>
                  <a:pt x="107111" y="203799"/>
                  <a:pt x="111584" y="199606"/>
                </a:cubicBezTo>
                <a:cubicBezTo>
                  <a:pt x="116137" y="195372"/>
                  <a:pt x="121049" y="188423"/>
                  <a:pt x="125602" y="178679"/>
                </a:cubicBezTo>
                <a:cubicBezTo>
                  <a:pt x="133709" y="161306"/>
                  <a:pt x="139420" y="137583"/>
                  <a:pt x="140579" y="111824"/>
                </a:cubicBezTo>
                <a:close/>
                <a:moveTo>
                  <a:pt x="64259" y="92654"/>
                </a:moveTo>
                <a:lnTo>
                  <a:pt x="140499" y="92654"/>
                </a:lnTo>
                <a:cubicBezTo>
                  <a:pt x="139381" y="66895"/>
                  <a:pt x="133669" y="43172"/>
                  <a:pt x="125562" y="25799"/>
                </a:cubicBezTo>
                <a:cubicBezTo>
                  <a:pt x="121009" y="16055"/>
                  <a:pt x="116097" y="9106"/>
                  <a:pt x="111544" y="4872"/>
                </a:cubicBezTo>
                <a:cubicBezTo>
                  <a:pt x="107071" y="679"/>
                  <a:pt x="103996" y="0"/>
                  <a:pt x="102399" y="0"/>
                </a:cubicBezTo>
                <a:cubicBezTo>
                  <a:pt x="100801" y="0"/>
                  <a:pt x="97726" y="679"/>
                  <a:pt x="93253" y="4872"/>
                </a:cubicBezTo>
                <a:cubicBezTo>
                  <a:pt x="88700" y="9106"/>
                  <a:pt x="83788" y="16055"/>
                  <a:pt x="79235" y="25799"/>
                </a:cubicBezTo>
                <a:cubicBezTo>
                  <a:pt x="71128" y="43172"/>
                  <a:pt x="65417" y="66895"/>
                  <a:pt x="64259" y="92654"/>
                </a:cubicBezTo>
                <a:close/>
                <a:moveTo>
                  <a:pt x="45089" y="92654"/>
                </a:moveTo>
                <a:cubicBezTo>
                  <a:pt x="46487" y="58468"/>
                  <a:pt x="55313" y="26718"/>
                  <a:pt x="68213" y="5871"/>
                </a:cubicBezTo>
                <a:cubicBezTo>
                  <a:pt x="31431" y="18890"/>
                  <a:pt x="4353" y="52397"/>
                  <a:pt x="599" y="92654"/>
                </a:cubicBezTo>
                <a:lnTo>
                  <a:pt x="45089" y="92654"/>
                </a:lnTo>
                <a:close/>
                <a:moveTo>
                  <a:pt x="599" y="111824"/>
                </a:moveTo>
                <a:cubicBezTo>
                  <a:pt x="4353" y="152081"/>
                  <a:pt x="31431" y="185588"/>
                  <a:pt x="68213" y="198607"/>
                </a:cubicBezTo>
                <a:cubicBezTo>
                  <a:pt x="55313" y="177760"/>
                  <a:pt x="46487" y="146010"/>
                  <a:pt x="45089" y="111824"/>
                </a:cubicBezTo>
                <a:lnTo>
                  <a:pt x="599" y="111824"/>
                </a:lnTo>
                <a:close/>
                <a:moveTo>
                  <a:pt x="159708" y="111824"/>
                </a:moveTo>
                <a:cubicBezTo>
                  <a:pt x="158311" y="146010"/>
                  <a:pt x="149485" y="177760"/>
                  <a:pt x="136585" y="198607"/>
                </a:cubicBezTo>
                <a:cubicBezTo>
                  <a:pt x="173367" y="185548"/>
                  <a:pt x="200444" y="152081"/>
                  <a:pt x="204198" y="111824"/>
                </a:cubicBezTo>
                <a:lnTo>
                  <a:pt x="159708" y="111824"/>
                </a:lnTo>
                <a:close/>
                <a:moveTo>
                  <a:pt x="204198" y="92654"/>
                </a:moveTo>
                <a:cubicBezTo>
                  <a:pt x="200444" y="52397"/>
                  <a:pt x="173367" y="18890"/>
                  <a:pt x="136585" y="5871"/>
                </a:cubicBezTo>
                <a:cubicBezTo>
                  <a:pt x="149485" y="26718"/>
                  <a:pt x="158311" y="58468"/>
                  <a:pt x="159708" y="92654"/>
                </a:cubicBezTo>
                <a:lnTo>
                  <a:pt x="204198" y="92654"/>
                </a:ln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28" name="Text 26"/>
          <p:cNvSpPr/>
          <p:nvPr/>
        </p:nvSpPr>
        <p:spPr>
          <a:xfrm>
            <a:off x="2578126" y="4360283"/>
            <a:ext cx="2325937" cy="1703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39" dirty="0" err="1">
                <a:solidFill>
                  <a:srgbClr val="6A7282"/>
                </a:solidFill>
                <a:latin typeface="Liter" pitchFamily="34" charset="0"/>
                <a:ea typeface="Liter" pitchFamily="34" charset="-122"/>
                <a:cs typeface="Liter" pitchFamily="34" charset="-120"/>
                <a:hlinkClick r:id="rId3"/>
              </a:rPr>
              <a:t>dataxpert.dev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5974910" y="3815008"/>
            <a:ext cx="477115" cy="477115"/>
          </a:xfrm>
          <a:custGeom>
            <a:avLst/>
            <a:gdLst/>
            <a:ahLst/>
            <a:cxnLst/>
            <a:rect l="l" t="t" r="r" b="b"/>
            <a:pathLst>
              <a:path w="477115" h="477115">
                <a:moveTo>
                  <a:pt x="102241" y="0"/>
                </a:moveTo>
                <a:lnTo>
                  <a:pt x="374874" y="0"/>
                </a:lnTo>
                <a:cubicBezTo>
                  <a:pt x="431303" y="0"/>
                  <a:pt x="477115" y="45813"/>
                  <a:pt x="477115" y="102241"/>
                </a:cubicBezTo>
                <a:lnTo>
                  <a:pt x="477115" y="374874"/>
                </a:lnTo>
                <a:cubicBezTo>
                  <a:pt x="477115" y="431303"/>
                  <a:pt x="431303" y="477115"/>
                  <a:pt x="374874" y="477115"/>
                </a:cubicBezTo>
                <a:lnTo>
                  <a:pt x="102241" y="477115"/>
                </a:lnTo>
                <a:cubicBezTo>
                  <a:pt x="45813" y="477115"/>
                  <a:pt x="0" y="431303"/>
                  <a:pt x="0" y="374874"/>
                </a:cubicBezTo>
                <a:lnTo>
                  <a:pt x="0" y="102241"/>
                </a:lnTo>
                <a:cubicBezTo>
                  <a:pt x="0" y="45813"/>
                  <a:pt x="45813" y="0"/>
                  <a:pt x="102241" y="0"/>
                </a:cubicBezTo>
                <a:close/>
              </a:path>
            </a:pathLst>
          </a:custGeom>
          <a:solidFill>
            <a:srgbClr val="F3F4F6"/>
          </a:solidFill>
          <a:ln/>
        </p:spPr>
      </p:sp>
      <p:sp>
        <p:nvSpPr>
          <p:cNvPr id="31" name="Shape 29"/>
          <p:cNvSpPr/>
          <p:nvPr/>
        </p:nvSpPr>
        <p:spPr>
          <a:xfrm>
            <a:off x="6111229" y="3951327"/>
            <a:ext cx="204478" cy="204478"/>
          </a:xfrm>
          <a:custGeom>
            <a:avLst/>
            <a:gdLst/>
            <a:ahLst/>
            <a:cxnLst/>
            <a:rect l="l" t="t" r="r" b="b"/>
            <a:pathLst>
              <a:path w="204478" h="204478">
                <a:moveTo>
                  <a:pt x="69451" y="158710"/>
                </a:moveTo>
                <a:cubicBezTo>
                  <a:pt x="69451" y="159509"/>
                  <a:pt x="68532" y="160148"/>
                  <a:pt x="67374" y="160148"/>
                </a:cubicBezTo>
                <a:cubicBezTo>
                  <a:pt x="66056" y="160268"/>
                  <a:pt x="65137" y="159629"/>
                  <a:pt x="65137" y="158710"/>
                </a:cubicBezTo>
                <a:cubicBezTo>
                  <a:pt x="65137" y="157911"/>
                  <a:pt x="66056" y="157272"/>
                  <a:pt x="67214" y="157272"/>
                </a:cubicBezTo>
                <a:cubicBezTo>
                  <a:pt x="68412" y="157153"/>
                  <a:pt x="69451" y="157792"/>
                  <a:pt x="69451" y="158710"/>
                </a:cubicBezTo>
                <a:close/>
                <a:moveTo>
                  <a:pt x="57030" y="156913"/>
                </a:moveTo>
                <a:cubicBezTo>
                  <a:pt x="56751" y="157712"/>
                  <a:pt x="57549" y="158630"/>
                  <a:pt x="58747" y="158870"/>
                </a:cubicBezTo>
                <a:cubicBezTo>
                  <a:pt x="59786" y="159269"/>
                  <a:pt x="60984" y="158870"/>
                  <a:pt x="61224" y="158071"/>
                </a:cubicBezTo>
                <a:cubicBezTo>
                  <a:pt x="61463" y="157272"/>
                  <a:pt x="60704" y="156354"/>
                  <a:pt x="59506" y="155994"/>
                </a:cubicBezTo>
                <a:cubicBezTo>
                  <a:pt x="58468" y="155715"/>
                  <a:pt x="57310" y="156114"/>
                  <a:pt x="57030" y="156913"/>
                </a:cubicBezTo>
                <a:close/>
                <a:moveTo>
                  <a:pt x="74682" y="156234"/>
                </a:moveTo>
                <a:cubicBezTo>
                  <a:pt x="73524" y="156514"/>
                  <a:pt x="72725" y="157272"/>
                  <a:pt x="72845" y="158191"/>
                </a:cubicBezTo>
                <a:cubicBezTo>
                  <a:pt x="72965" y="158990"/>
                  <a:pt x="74003" y="159509"/>
                  <a:pt x="75202" y="159229"/>
                </a:cubicBezTo>
                <a:cubicBezTo>
                  <a:pt x="76360" y="158950"/>
                  <a:pt x="77158" y="158191"/>
                  <a:pt x="77039" y="157392"/>
                </a:cubicBezTo>
                <a:cubicBezTo>
                  <a:pt x="76919" y="156633"/>
                  <a:pt x="75841" y="156114"/>
                  <a:pt x="74682" y="156234"/>
                </a:cubicBezTo>
                <a:close/>
                <a:moveTo>
                  <a:pt x="100961" y="3195"/>
                </a:moveTo>
                <a:cubicBezTo>
                  <a:pt x="45568" y="3195"/>
                  <a:pt x="3195" y="45249"/>
                  <a:pt x="3195" y="100642"/>
                </a:cubicBezTo>
                <a:cubicBezTo>
                  <a:pt x="3195" y="144932"/>
                  <a:pt x="31071" y="182832"/>
                  <a:pt x="70888" y="196171"/>
                </a:cubicBezTo>
                <a:cubicBezTo>
                  <a:pt x="76000" y="197090"/>
                  <a:pt x="77797" y="193935"/>
                  <a:pt x="77797" y="191339"/>
                </a:cubicBezTo>
                <a:cubicBezTo>
                  <a:pt x="77797" y="188863"/>
                  <a:pt x="77678" y="175204"/>
                  <a:pt x="77678" y="166817"/>
                </a:cubicBezTo>
                <a:cubicBezTo>
                  <a:pt x="77678" y="166817"/>
                  <a:pt x="49722" y="172808"/>
                  <a:pt x="43851" y="154916"/>
                </a:cubicBezTo>
                <a:cubicBezTo>
                  <a:pt x="43851" y="154916"/>
                  <a:pt x="39298" y="143294"/>
                  <a:pt x="32748" y="140299"/>
                </a:cubicBezTo>
                <a:cubicBezTo>
                  <a:pt x="32748" y="140299"/>
                  <a:pt x="23603" y="134029"/>
                  <a:pt x="33387" y="134149"/>
                </a:cubicBezTo>
                <a:cubicBezTo>
                  <a:pt x="33387" y="134149"/>
                  <a:pt x="43332" y="134947"/>
                  <a:pt x="48803" y="144453"/>
                </a:cubicBezTo>
                <a:cubicBezTo>
                  <a:pt x="57549" y="159868"/>
                  <a:pt x="72206" y="155435"/>
                  <a:pt x="77917" y="152799"/>
                </a:cubicBezTo>
                <a:cubicBezTo>
                  <a:pt x="78836" y="146409"/>
                  <a:pt x="81432" y="141976"/>
                  <a:pt x="84307" y="139341"/>
                </a:cubicBezTo>
                <a:cubicBezTo>
                  <a:pt x="61982" y="136864"/>
                  <a:pt x="39458" y="133630"/>
                  <a:pt x="39458" y="95210"/>
                </a:cubicBezTo>
                <a:cubicBezTo>
                  <a:pt x="39458" y="84227"/>
                  <a:pt x="42493" y="78716"/>
                  <a:pt x="48883" y="71687"/>
                </a:cubicBezTo>
                <a:cubicBezTo>
                  <a:pt x="47845" y="69091"/>
                  <a:pt x="44450" y="58388"/>
                  <a:pt x="49921" y="44570"/>
                </a:cubicBezTo>
                <a:cubicBezTo>
                  <a:pt x="58268" y="41974"/>
                  <a:pt x="77478" y="55353"/>
                  <a:pt x="77478" y="55353"/>
                </a:cubicBezTo>
                <a:cubicBezTo>
                  <a:pt x="85465" y="53116"/>
                  <a:pt x="94052" y="51958"/>
                  <a:pt x="102558" y="51958"/>
                </a:cubicBezTo>
                <a:cubicBezTo>
                  <a:pt x="111065" y="51958"/>
                  <a:pt x="119652" y="53116"/>
                  <a:pt x="127639" y="55353"/>
                </a:cubicBezTo>
                <a:cubicBezTo>
                  <a:pt x="127639" y="55353"/>
                  <a:pt x="146849" y="41934"/>
                  <a:pt x="155196" y="44570"/>
                </a:cubicBezTo>
                <a:cubicBezTo>
                  <a:pt x="160667" y="58428"/>
                  <a:pt x="157272" y="69091"/>
                  <a:pt x="156234" y="71687"/>
                </a:cubicBezTo>
                <a:cubicBezTo>
                  <a:pt x="162624" y="78756"/>
                  <a:pt x="166538" y="84267"/>
                  <a:pt x="166538" y="95210"/>
                </a:cubicBezTo>
                <a:cubicBezTo>
                  <a:pt x="166538" y="133749"/>
                  <a:pt x="143015" y="136825"/>
                  <a:pt x="120690" y="139341"/>
                </a:cubicBezTo>
                <a:cubicBezTo>
                  <a:pt x="124364" y="142496"/>
                  <a:pt x="127479" y="148486"/>
                  <a:pt x="127479" y="157871"/>
                </a:cubicBezTo>
                <a:cubicBezTo>
                  <a:pt x="127479" y="171330"/>
                  <a:pt x="127359" y="187984"/>
                  <a:pt x="127359" y="191259"/>
                </a:cubicBezTo>
                <a:cubicBezTo>
                  <a:pt x="127359" y="193855"/>
                  <a:pt x="129197" y="197010"/>
                  <a:pt x="134269" y="196091"/>
                </a:cubicBezTo>
                <a:cubicBezTo>
                  <a:pt x="174206" y="182832"/>
                  <a:pt x="201283" y="144932"/>
                  <a:pt x="201283" y="100642"/>
                </a:cubicBezTo>
                <a:cubicBezTo>
                  <a:pt x="201283" y="45249"/>
                  <a:pt x="156354" y="3195"/>
                  <a:pt x="100961" y="3195"/>
                </a:cubicBezTo>
                <a:close/>
                <a:moveTo>
                  <a:pt x="42014" y="140938"/>
                </a:moveTo>
                <a:cubicBezTo>
                  <a:pt x="41495" y="141337"/>
                  <a:pt x="41614" y="142256"/>
                  <a:pt x="42293" y="143015"/>
                </a:cubicBezTo>
                <a:cubicBezTo>
                  <a:pt x="42932" y="143654"/>
                  <a:pt x="43851" y="143933"/>
                  <a:pt x="44370" y="143414"/>
                </a:cubicBezTo>
                <a:cubicBezTo>
                  <a:pt x="44889" y="143015"/>
                  <a:pt x="44769" y="142096"/>
                  <a:pt x="44091" y="141337"/>
                </a:cubicBezTo>
                <a:cubicBezTo>
                  <a:pt x="43452" y="140698"/>
                  <a:pt x="42533" y="140419"/>
                  <a:pt x="42014" y="140938"/>
                </a:cubicBezTo>
                <a:close/>
                <a:moveTo>
                  <a:pt x="37701" y="137703"/>
                </a:moveTo>
                <a:cubicBezTo>
                  <a:pt x="37421" y="138222"/>
                  <a:pt x="37820" y="138861"/>
                  <a:pt x="38619" y="139261"/>
                </a:cubicBezTo>
                <a:cubicBezTo>
                  <a:pt x="39258" y="139660"/>
                  <a:pt x="40057" y="139540"/>
                  <a:pt x="40336" y="138981"/>
                </a:cubicBezTo>
                <a:cubicBezTo>
                  <a:pt x="40616" y="138462"/>
                  <a:pt x="40217" y="137823"/>
                  <a:pt x="39418" y="137424"/>
                </a:cubicBezTo>
                <a:cubicBezTo>
                  <a:pt x="38619" y="137184"/>
                  <a:pt x="37980" y="137304"/>
                  <a:pt x="37701" y="137703"/>
                </a:cubicBezTo>
                <a:close/>
                <a:moveTo>
                  <a:pt x="50640" y="151921"/>
                </a:moveTo>
                <a:cubicBezTo>
                  <a:pt x="50001" y="152440"/>
                  <a:pt x="50241" y="153638"/>
                  <a:pt x="51159" y="154397"/>
                </a:cubicBezTo>
                <a:cubicBezTo>
                  <a:pt x="52078" y="155315"/>
                  <a:pt x="53236" y="155435"/>
                  <a:pt x="53755" y="154796"/>
                </a:cubicBezTo>
                <a:cubicBezTo>
                  <a:pt x="54275" y="154277"/>
                  <a:pt x="54035" y="153079"/>
                  <a:pt x="53236" y="152320"/>
                </a:cubicBezTo>
                <a:cubicBezTo>
                  <a:pt x="52358" y="151402"/>
                  <a:pt x="51159" y="151282"/>
                  <a:pt x="50640" y="151921"/>
                </a:cubicBezTo>
                <a:close/>
                <a:moveTo>
                  <a:pt x="46087" y="146050"/>
                </a:moveTo>
                <a:cubicBezTo>
                  <a:pt x="45448" y="146449"/>
                  <a:pt x="45448" y="147488"/>
                  <a:pt x="46087" y="148406"/>
                </a:cubicBezTo>
                <a:cubicBezTo>
                  <a:pt x="46726" y="149325"/>
                  <a:pt x="47805" y="149724"/>
                  <a:pt x="48324" y="149325"/>
                </a:cubicBezTo>
                <a:cubicBezTo>
                  <a:pt x="48963" y="148806"/>
                  <a:pt x="48963" y="147767"/>
                  <a:pt x="48324" y="146849"/>
                </a:cubicBezTo>
                <a:cubicBezTo>
                  <a:pt x="47765" y="145930"/>
                  <a:pt x="46726" y="145531"/>
                  <a:pt x="46087" y="146050"/>
                </a:cubicBezTo>
                <a:close/>
              </a:path>
            </a:pathLst>
          </a:custGeom>
          <a:solidFill>
            <a:srgbClr val="1E2939"/>
          </a:solidFill>
          <a:ln/>
        </p:spPr>
      </p:sp>
      <p:sp>
        <p:nvSpPr>
          <p:cNvPr id="32" name="Text 30"/>
          <p:cNvSpPr/>
          <p:nvPr/>
        </p:nvSpPr>
        <p:spPr>
          <a:xfrm>
            <a:off x="5049967" y="4360283"/>
            <a:ext cx="2325937" cy="1703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39" dirty="0">
                <a:solidFill>
                  <a:srgbClr val="6A7282"/>
                </a:solidFill>
                <a:latin typeface="Liter" pitchFamily="34" charset="0"/>
                <a:ea typeface="Liter" pitchFamily="34" charset="-122"/>
                <a:cs typeface="Liter" pitchFamily="34" charset="-120"/>
                <a:hlinkClick r:id="rId4"/>
              </a:rPr>
              <a:t>GitHub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8446857" y="3815008"/>
            <a:ext cx="477115" cy="477115"/>
          </a:xfrm>
          <a:custGeom>
            <a:avLst/>
            <a:gdLst/>
            <a:ahLst/>
            <a:cxnLst/>
            <a:rect l="l" t="t" r="r" b="b"/>
            <a:pathLst>
              <a:path w="477115" h="477115">
                <a:moveTo>
                  <a:pt x="102241" y="0"/>
                </a:moveTo>
                <a:lnTo>
                  <a:pt x="374874" y="0"/>
                </a:lnTo>
                <a:cubicBezTo>
                  <a:pt x="431303" y="0"/>
                  <a:pt x="477115" y="45813"/>
                  <a:pt x="477115" y="102241"/>
                </a:cubicBezTo>
                <a:lnTo>
                  <a:pt x="477115" y="374874"/>
                </a:lnTo>
                <a:cubicBezTo>
                  <a:pt x="477115" y="431303"/>
                  <a:pt x="431303" y="477115"/>
                  <a:pt x="374874" y="477115"/>
                </a:cubicBezTo>
                <a:lnTo>
                  <a:pt x="102241" y="477115"/>
                </a:lnTo>
                <a:cubicBezTo>
                  <a:pt x="45813" y="477115"/>
                  <a:pt x="0" y="431303"/>
                  <a:pt x="0" y="374874"/>
                </a:cubicBezTo>
                <a:lnTo>
                  <a:pt x="0" y="102241"/>
                </a:lnTo>
                <a:cubicBezTo>
                  <a:pt x="0" y="45813"/>
                  <a:pt x="45813" y="0"/>
                  <a:pt x="102241" y="0"/>
                </a:cubicBezTo>
                <a:close/>
              </a:path>
            </a:pathLst>
          </a:custGeom>
          <a:solidFill>
            <a:srgbClr val="FCE7F3"/>
          </a:solidFill>
          <a:ln/>
        </p:spPr>
      </p:sp>
      <p:sp>
        <p:nvSpPr>
          <p:cNvPr id="35" name="Shape 33"/>
          <p:cNvSpPr/>
          <p:nvPr/>
        </p:nvSpPr>
        <p:spPr>
          <a:xfrm>
            <a:off x="8595955" y="3951327"/>
            <a:ext cx="178918" cy="204478"/>
          </a:xfrm>
          <a:custGeom>
            <a:avLst/>
            <a:gdLst/>
            <a:ahLst/>
            <a:cxnLst/>
            <a:rect l="l" t="t" r="r" b="b"/>
            <a:pathLst>
              <a:path w="178918" h="204478">
                <a:moveTo>
                  <a:pt x="89579" y="56311"/>
                </a:moveTo>
                <a:cubicBezTo>
                  <a:pt x="73171" y="56269"/>
                  <a:pt x="57986" y="64983"/>
                  <a:pt x="49744" y="79171"/>
                </a:cubicBezTo>
                <a:cubicBezTo>
                  <a:pt x="41503" y="93360"/>
                  <a:pt x="41458" y="110868"/>
                  <a:pt x="49625" y="125099"/>
                </a:cubicBezTo>
                <a:cubicBezTo>
                  <a:pt x="57792" y="139331"/>
                  <a:pt x="72931" y="148124"/>
                  <a:pt x="89339" y="148167"/>
                </a:cubicBezTo>
                <a:cubicBezTo>
                  <a:pt x="114687" y="148233"/>
                  <a:pt x="135321" y="127707"/>
                  <a:pt x="135387" y="102359"/>
                </a:cubicBezTo>
                <a:cubicBezTo>
                  <a:pt x="135453" y="77011"/>
                  <a:pt x="114927" y="56377"/>
                  <a:pt x="89579" y="56311"/>
                </a:cubicBezTo>
                <a:close/>
                <a:moveTo>
                  <a:pt x="89339" y="72446"/>
                </a:moveTo>
                <a:cubicBezTo>
                  <a:pt x="99983" y="72403"/>
                  <a:pt x="109842" y="78042"/>
                  <a:pt x="115201" y="87239"/>
                </a:cubicBezTo>
                <a:cubicBezTo>
                  <a:pt x="120560" y="96435"/>
                  <a:pt x="120606" y="107792"/>
                  <a:pt x="115321" y="117032"/>
                </a:cubicBezTo>
                <a:cubicBezTo>
                  <a:pt x="110036" y="126271"/>
                  <a:pt x="100223" y="131989"/>
                  <a:pt x="89579" y="132032"/>
                </a:cubicBezTo>
                <a:cubicBezTo>
                  <a:pt x="73136" y="132098"/>
                  <a:pt x="59732" y="118802"/>
                  <a:pt x="59666" y="102359"/>
                </a:cubicBezTo>
                <a:cubicBezTo>
                  <a:pt x="59600" y="85916"/>
                  <a:pt x="72896" y="72512"/>
                  <a:pt x="89339" y="72446"/>
                </a:cubicBezTo>
                <a:close/>
                <a:moveTo>
                  <a:pt x="126641" y="54434"/>
                </a:moveTo>
                <a:cubicBezTo>
                  <a:pt x="126641" y="48527"/>
                  <a:pt x="131436" y="43731"/>
                  <a:pt x="137344" y="43731"/>
                </a:cubicBezTo>
                <a:cubicBezTo>
                  <a:pt x="143251" y="43731"/>
                  <a:pt x="148047" y="48527"/>
                  <a:pt x="148047" y="54434"/>
                </a:cubicBezTo>
                <a:cubicBezTo>
                  <a:pt x="148047" y="60342"/>
                  <a:pt x="143251" y="65137"/>
                  <a:pt x="137344" y="65137"/>
                </a:cubicBezTo>
                <a:cubicBezTo>
                  <a:pt x="131436" y="65137"/>
                  <a:pt x="126641" y="60342"/>
                  <a:pt x="126641" y="54434"/>
                </a:cubicBezTo>
                <a:close/>
                <a:moveTo>
                  <a:pt x="178439" y="65297"/>
                </a:moveTo>
                <a:cubicBezTo>
                  <a:pt x="177760" y="50960"/>
                  <a:pt x="174485" y="38260"/>
                  <a:pt x="163982" y="27796"/>
                </a:cubicBezTo>
                <a:cubicBezTo>
                  <a:pt x="153518" y="17333"/>
                  <a:pt x="140818" y="14058"/>
                  <a:pt x="126481" y="13339"/>
                </a:cubicBezTo>
                <a:cubicBezTo>
                  <a:pt x="111704" y="12500"/>
                  <a:pt x="67414" y="12500"/>
                  <a:pt x="52637" y="13339"/>
                </a:cubicBezTo>
                <a:cubicBezTo>
                  <a:pt x="38340" y="14018"/>
                  <a:pt x="25640" y="17293"/>
                  <a:pt x="15136" y="27756"/>
                </a:cubicBezTo>
                <a:cubicBezTo>
                  <a:pt x="4633" y="38220"/>
                  <a:pt x="1398" y="50920"/>
                  <a:pt x="679" y="65257"/>
                </a:cubicBezTo>
                <a:cubicBezTo>
                  <a:pt x="-160" y="80034"/>
                  <a:pt x="-160" y="124324"/>
                  <a:pt x="679" y="139101"/>
                </a:cubicBezTo>
                <a:cubicBezTo>
                  <a:pt x="1358" y="153438"/>
                  <a:pt x="4633" y="166138"/>
                  <a:pt x="15136" y="176602"/>
                </a:cubicBezTo>
                <a:cubicBezTo>
                  <a:pt x="25640" y="187065"/>
                  <a:pt x="38300" y="190340"/>
                  <a:pt x="52637" y="191059"/>
                </a:cubicBezTo>
                <a:cubicBezTo>
                  <a:pt x="67414" y="191898"/>
                  <a:pt x="111704" y="191898"/>
                  <a:pt x="126481" y="191059"/>
                </a:cubicBezTo>
                <a:cubicBezTo>
                  <a:pt x="140818" y="190380"/>
                  <a:pt x="153518" y="187105"/>
                  <a:pt x="163982" y="176602"/>
                </a:cubicBezTo>
                <a:cubicBezTo>
                  <a:pt x="174445" y="166138"/>
                  <a:pt x="177720" y="153438"/>
                  <a:pt x="178439" y="139101"/>
                </a:cubicBezTo>
                <a:cubicBezTo>
                  <a:pt x="179278" y="124324"/>
                  <a:pt x="179278" y="80074"/>
                  <a:pt x="178439" y="65297"/>
                </a:cubicBezTo>
                <a:close/>
                <a:moveTo>
                  <a:pt x="159349" y="154956"/>
                </a:moveTo>
                <a:cubicBezTo>
                  <a:pt x="156234" y="162784"/>
                  <a:pt x="150203" y="168814"/>
                  <a:pt x="142336" y="171969"/>
                </a:cubicBezTo>
                <a:cubicBezTo>
                  <a:pt x="130554" y="176642"/>
                  <a:pt x="102598" y="175564"/>
                  <a:pt x="89579" y="175564"/>
                </a:cubicBezTo>
                <a:cubicBezTo>
                  <a:pt x="76559" y="175564"/>
                  <a:pt x="48564" y="176602"/>
                  <a:pt x="36822" y="171969"/>
                </a:cubicBezTo>
                <a:cubicBezTo>
                  <a:pt x="28994" y="168854"/>
                  <a:pt x="22964" y="162824"/>
                  <a:pt x="19809" y="154956"/>
                </a:cubicBezTo>
                <a:cubicBezTo>
                  <a:pt x="15136" y="143175"/>
                  <a:pt x="16214" y="115219"/>
                  <a:pt x="16214" y="102199"/>
                </a:cubicBezTo>
                <a:cubicBezTo>
                  <a:pt x="16214" y="89180"/>
                  <a:pt x="15176" y="61184"/>
                  <a:pt x="19809" y="49442"/>
                </a:cubicBezTo>
                <a:cubicBezTo>
                  <a:pt x="22924" y="41614"/>
                  <a:pt x="28954" y="35584"/>
                  <a:pt x="36822" y="32429"/>
                </a:cubicBezTo>
                <a:cubicBezTo>
                  <a:pt x="48603" y="27756"/>
                  <a:pt x="76559" y="28835"/>
                  <a:pt x="89579" y="28835"/>
                </a:cubicBezTo>
                <a:cubicBezTo>
                  <a:pt x="102598" y="28835"/>
                  <a:pt x="130594" y="27796"/>
                  <a:pt x="142336" y="32429"/>
                </a:cubicBezTo>
                <a:cubicBezTo>
                  <a:pt x="150164" y="35544"/>
                  <a:pt x="156194" y="41575"/>
                  <a:pt x="159349" y="49442"/>
                </a:cubicBezTo>
                <a:cubicBezTo>
                  <a:pt x="164022" y="61224"/>
                  <a:pt x="162943" y="89180"/>
                  <a:pt x="162943" y="102199"/>
                </a:cubicBezTo>
                <a:cubicBezTo>
                  <a:pt x="162943" y="115219"/>
                  <a:pt x="164022" y="143214"/>
                  <a:pt x="159349" y="154956"/>
                </a:cubicBezTo>
                <a:close/>
              </a:path>
            </a:pathLst>
          </a:custGeom>
          <a:solidFill>
            <a:srgbClr val="F6339A"/>
          </a:solidFill>
          <a:ln/>
        </p:spPr>
      </p:sp>
      <p:sp>
        <p:nvSpPr>
          <p:cNvPr id="36" name="Text 34"/>
          <p:cNvSpPr/>
          <p:nvPr/>
        </p:nvSpPr>
        <p:spPr>
          <a:xfrm>
            <a:off x="7521914" y="4360283"/>
            <a:ext cx="2325937" cy="1703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39" dirty="0">
                <a:solidFill>
                  <a:srgbClr val="6A7282"/>
                </a:solidFill>
                <a:latin typeface="Liter" pitchFamily="34" charset="0"/>
                <a:ea typeface="Liter" pitchFamily="34" charset="-122"/>
                <a:cs typeface="Liter" pitchFamily="34" charset="-120"/>
                <a:hlinkClick r:id="rId5"/>
              </a:rPr>
              <a:t>Instagram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3350882" y="5219089"/>
            <a:ext cx="5725384" cy="954231"/>
          </a:xfrm>
          <a:custGeom>
            <a:avLst/>
            <a:gdLst/>
            <a:ahLst/>
            <a:cxnLst/>
            <a:rect l="l" t="t" r="r" b="b"/>
            <a:pathLst>
              <a:path w="5725384" h="954231">
                <a:moveTo>
                  <a:pt x="136321" y="0"/>
                </a:moveTo>
                <a:lnTo>
                  <a:pt x="5589062" y="0"/>
                </a:lnTo>
                <a:cubicBezTo>
                  <a:pt x="5664350" y="0"/>
                  <a:pt x="5725384" y="61033"/>
                  <a:pt x="5725384" y="136321"/>
                </a:cubicBezTo>
                <a:lnTo>
                  <a:pt x="5725384" y="817909"/>
                </a:lnTo>
                <a:cubicBezTo>
                  <a:pt x="5725384" y="893197"/>
                  <a:pt x="5664350" y="954231"/>
                  <a:pt x="5589062" y="954231"/>
                </a:cubicBezTo>
                <a:lnTo>
                  <a:pt x="136321" y="954231"/>
                </a:lnTo>
                <a:cubicBezTo>
                  <a:pt x="61033" y="954231"/>
                  <a:pt x="0" y="893197"/>
                  <a:pt x="0" y="817909"/>
                </a:cubicBezTo>
                <a:lnTo>
                  <a:pt x="0" y="136321"/>
                </a:lnTo>
                <a:cubicBezTo>
                  <a:pt x="0" y="61033"/>
                  <a:pt x="61033" y="0"/>
                  <a:pt x="136321" y="0"/>
                </a:cubicBezTo>
                <a:close/>
              </a:path>
            </a:pathLst>
          </a:custGeom>
          <a:gradFill flip="none" rotWithShape="1">
            <a:gsLst>
              <a:gs pos="0">
                <a:srgbClr val="6366F1"/>
              </a:gs>
              <a:gs pos="100000">
                <a:srgbClr val="818CF8"/>
              </a:gs>
            </a:gsLst>
            <a:lin ang="0" scaled="1"/>
          </a:gradFill>
          <a:ln/>
        </p:spPr>
      </p:sp>
      <p:sp>
        <p:nvSpPr>
          <p:cNvPr id="39" name="Text 37"/>
          <p:cNvSpPr/>
          <p:nvPr/>
        </p:nvSpPr>
        <p:spPr>
          <a:xfrm>
            <a:off x="3504241" y="5423567"/>
            <a:ext cx="5418667" cy="2726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61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Questions &amp; Answers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3521281" y="5764263"/>
            <a:ext cx="5384587" cy="2044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73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We're ready to answer your questions!</a:t>
            </a:r>
            <a:endParaRPr lang="en-US" sz="1600" dirty="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789918EE-8294-9937-6723-262156BDD698}"/>
              </a:ext>
            </a:extLst>
          </p:cNvPr>
          <p:cNvSpPr txBox="1"/>
          <p:nvPr/>
        </p:nvSpPr>
        <p:spPr>
          <a:xfrm>
            <a:off x="3132455" y="6545534"/>
            <a:ext cx="6131560" cy="3488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980"/>
              </a:lnSpc>
            </a:pPr>
            <a:r>
              <a:rPr lang="en-US" sz="1800" b="1" dirty="0">
                <a:latin typeface="Calibri (MS)"/>
                <a:ea typeface="Calibri (MS)"/>
                <a:cs typeface="Calibri (MS)"/>
                <a:sym typeface="Calibri (MS)"/>
              </a:rPr>
              <a:t>Department of Computer Science &amp; Engineering ,CSPIT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927D1E4-EDF7-33B3-E119-1759EC97747C}"/>
              </a:ext>
            </a:extLst>
          </p:cNvPr>
          <p:cNvSpPr/>
          <p:nvPr/>
        </p:nvSpPr>
        <p:spPr>
          <a:xfrm>
            <a:off x="30479" y="66891"/>
            <a:ext cx="12085321" cy="6714790"/>
          </a:xfrm>
          <a:prstGeom prst="rect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67</TotalTime>
  <Words>1538</Words>
  <Application>Microsoft Office PowerPoint</Application>
  <PresentationFormat>Widescreen</PresentationFormat>
  <Paragraphs>392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 (MS)</vt:lpstr>
      <vt:lpstr>Liter</vt:lpstr>
      <vt:lpstr>Custom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DataXpert - AI-Assisted Business Data Analytics &amp; Management System</dc:title>
  <dc:subject>DataXpert - AI-Assisted Business Data Analytics &amp; Management System</dc:subject>
  <dc:creator>Kimi</dc:creator>
  <cp:lastModifiedBy>24CS072 PRINCE PATEL</cp:lastModifiedBy>
  <cp:revision>5</cp:revision>
  <dcterms:created xsi:type="dcterms:W3CDTF">2026-03-05T15:19:26Z</dcterms:created>
  <dcterms:modified xsi:type="dcterms:W3CDTF">2026-03-05T16:39:28Z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{"Label":"DataXpert - AI-Assisted Business Data Analytics &amp; Management System","ContentProducer":"001191110108MACG2KBH8F10000","ProduceID":"19cbe8f7-2b42-83e1-8000-0000627d65af","ReservedCode1":"","ContentPropagator":"001191110108MACG2KBH8F20000","PropagateID":"19cbe8f7-2b42-83e1-8000-0000627d65af","ReservedCode2":""}</vt:lpwstr>
  </property>
</Properties>
</file>